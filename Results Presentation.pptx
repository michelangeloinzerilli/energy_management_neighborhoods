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6.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autoCompressPictures="0">
  <p:sldMasterIdLst>
    <p:sldMasterId id="2147483648" r:id="rId5"/>
  </p:sldMasterIdLst>
  <p:notesMasterIdLst>
    <p:notesMasterId r:id="rId35"/>
  </p:notesMasterIdLst>
  <p:sldIdLst>
    <p:sldId id="256" r:id="rId6"/>
    <p:sldId id="308" r:id="rId7"/>
    <p:sldId id="309" r:id="rId8"/>
    <p:sldId id="264" r:id="rId9"/>
    <p:sldId id="312" r:id="rId10"/>
    <p:sldId id="324" r:id="rId11"/>
    <p:sldId id="322" r:id="rId12"/>
    <p:sldId id="321" r:id="rId13"/>
    <p:sldId id="320" r:id="rId14"/>
    <p:sldId id="266" r:id="rId15"/>
    <p:sldId id="325" r:id="rId16"/>
    <p:sldId id="326" r:id="rId17"/>
    <p:sldId id="267" r:id="rId18"/>
    <p:sldId id="327" r:id="rId19"/>
    <p:sldId id="316" r:id="rId20"/>
    <p:sldId id="290" r:id="rId21"/>
    <p:sldId id="315" r:id="rId22"/>
    <p:sldId id="268" r:id="rId23"/>
    <p:sldId id="283" r:id="rId24"/>
    <p:sldId id="310" r:id="rId25"/>
    <p:sldId id="314" r:id="rId26"/>
    <p:sldId id="299" r:id="rId27"/>
    <p:sldId id="298" r:id="rId28"/>
    <p:sldId id="282" r:id="rId29"/>
    <p:sldId id="274" r:id="rId30"/>
    <p:sldId id="287" r:id="rId31"/>
    <p:sldId id="285" r:id="rId32"/>
    <p:sldId id="284" r:id="rId33"/>
    <p:sldId id="297" r:id="rId34"/>
  </p:sldIdLst>
  <p:sldSz cx="12192000" cy="6858000"/>
  <p:notesSz cx="6858000" cy="9144000"/>
  <p:embeddedFontLst>
    <p:embeddedFont>
      <p:font typeface="Figtree" panose="020B0604020202020204" charset="0"/>
      <p:regular r:id="rId36"/>
      <p:bold r:id="rId37"/>
      <p:italic r:id="rId38"/>
      <p:boldItalic r:id="rId39"/>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23EF812-B46C-C13F-A68D-7C04E3C85EC3}" name="Max Concellon Marimon" initials="MM" userId="S::maxcm@ug.kth.se::fc38c1d0-2ce5-40e0-a335-34b1a922942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EF0FF"/>
    <a:srgbClr val="0029ED"/>
    <a:srgbClr val="35353F"/>
    <a:srgbClr val="000061"/>
    <a:srgbClr val="4EA72E"/>
    <a:srgbClr val="43AEE2"/>
    <a:srgbClr val="7E350E"/>
    <a:srgbClr val="FFFFFF"/>
    <a:srgbClr val="D7EE00"/>
    <a:srgbClr val="0028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47EF23-CAF1-23AD-A342-02174E687D93}" v="1" dt="2025-12-09T17:44:32.649"/>
    <p1510:client id="{89EEB60F-14E7-7F2D-1E1F-C8F03885FF8F}" v="1" dt="2025-12-09T17:40:04.9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4.fntdata"/><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font" Target="fonts/font2.fntdata"/><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1.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 Id="rId43"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font" Target="fonts/font3.fntdata"/><Relationship Id="rId46" Type="http://schemas.microsoft.com/office/2018/10/relationships/authors" Target="authors.xml"/><Relationship Id="rId20" Type="http://schemas.openxmlformats.org/officeDocument/2006/relationships/slide" Target="slides/slide15.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x Concellon Marimon" userId="S::maxcm@ug.kth.se::fc38c1d0-2ce5-40e0-a335-34b1a9229426" providerId="AD" clId="Web-{77E25FFF-88F2-7BC4-7B02-AE9CF1F4E2B7}"/>
    <pc:docChg chg="addSld modSld">
      <pc:chgData name="Max Concellon Marimon" userId="S::maxcm@ug.kth.se::fc38c1d0-2ce5-40e0-a335-34b1a9229426" providerId="AD" clId="Web-{77E25FFF-88F2-7BC4-7B02-AE9CF1F4E2B7}" dt="2025-12-01T14:52:49.421" v="369"/>
      <pc:docMkLst>
        <pc:docMk/>
      </pc:docMkLst>
      <pc:sldChg chg="addSp delSp modSp add replId">
        <pc:chgData name="Max Concellon Marimon" userId="S::maxcm@ug.kth.se::fc38c1d0-2ce5-40e0-a335-34b1a9229426" providerId="AD" clId="Web-{77E25FFF-88F2-7BC4-7B02-AE9CF1F4E2B7}" dt="2025-12-01T14:52:29.359" v="368" actId="1076"/>
        <pc:sldMkLst>
          <pc:docMk/>
          <pc:sldMk cId="3485414127" sldId="282"/>
        </pc:sldMkLst>
        <pc:spChg chg="add mod">
          <ac:chgData name="Max Concellon Marimon" userId="S::maxcm@ug.kth.se::fc38c1d0-2ce5-40e0-a335-34b1a9229426" providerId="AD" clId="Web-{77E25FFF-88F2-7BC4-7B02-AE9CF1F4E2B7}" dt="2025-12-01T14:48:33.250" v="310" actId="1076"/>
          <ac:spMkLst>
            <pc:docMk/>
            <pc:sldMk cId="3485414127" sldId="282"/>
            <ac:spMk id="8" creationId="{495F753B-3CE6-733D-5B44-B30B156C5DC9}"/>
          </ac:spMkLst>
        </pc:spChg>
        <pc:spChg chg="mod">
          <ac:chgData name="Max Concellon Marimon" userId="S::maxcm@ug.kth.se::fc38c1d0-2ce5-40e0-a335-34b1a9229426" providerId="AD" clId="Web-{77E25FFF-88F2-7BC4-7B02-AE9CF1F4E2B7}" dt="2025-12-01T14:48:33.187" v="309" actId="1076"/>
          <ac:spMkLst>
            <pc:docMk/>
            <pc:sldMk cId="3485414127" sldId="282"/>
            <ac:spMk id="12" creationId="{90B2EB94-6888-BF0C-F1A9-1B54D5B08B0E}"/>
          </ac:spMkLst>
        </pc:spChg>
        <pc:spChg chg="add mod">
          <ac:chgData name="Max Concellon Marimon" userId="S::maxcm@ug.kth.se::fc38c1d0-2ce5-40e0-a335-34b1a9229426" providerId="AD" clId="Web-{77E25FFF-88F2-7BC4-7B02-AE9CF1F4E2B7}" dt="2025-12-01T14:45:29.844" v="285" actId="14100"/>
          <ac:spMkLst>
            <pc:docMk/>
            <pc:sldMk cId="3485414127" sldId="282"/>
            <ac:spMk id="17" creationId="{6D7608F6-3C59-7981-7D5E-B0BC334EEA38}"/>
          </ac:spMkLst>
        </pc:spChg>
        <pc:picChg chg="add mod">
          <ac:chgData name="Max Concellon Marimon" userId="S::maxcm@ug.kth.se::fc38c1d0-2ce5-40e0-a335-34b1a9229426" providerId="AD" clId="Web-{77E25FFF-88F2-7BC4-7B02-AE9CF1F4E2B7}" dt="2025-12-01T14:51:07.843" v="351" actId="1076"/>
          <ac:picMkLst>
            <pc:docMk/>
            <pc:sldMk cId="3485414127" sldId="282"/>
            <ac:picMk id="31" creationId="{0C351387-F95C-983E-63B3-41616F2E8BA4}"/>
          </ac:picMkLst>
        </pc:picChg>
        <pc:picChg chg="add mod">
          <ac:chgData name="Max Concellon Marimon" userId="S::maxcm@ug.kth.se::fc38c1d0-2ce5-40e0-a335-34b1a9229426" providerId="AD" clId="Web-{77E25FFF-88F2-7BC4-7B02-AE9CF1F4E2B7}" dt="2025-12-01T14:51:09.578" v="354" actId="1076"/>
          <ac:picMkLst>
            <pc:docMk/>
            <pc:sldMk cId="3485414127" sldId="282"/>
            <ac:picMk id="32" creationId="{0D0E0304-42CE-64F7-FE55-154DE25171B6}"/>
          </ac:picMkLst>
        </pc:picChg>
        <pc:picChg chg="add mod">
          <ac:chgData name="Max Concellon Marimon" userId="S::maxcm@ug.kth.se::fc38c1d0-2ce5-40e0-a335-34b1a9229426" providerId="AD" clId="Web-{77E25FFF-88F2-7BC4-7B02-AE9CF1F4E2B7}" dt="2025-12-01T14:51:50.359" v="359" actId="1076"/>
          <ac:picMkLst>
            <pc:docMk/>
            <pc:sldMk cId="3485414127" sldId="282"/>
            <ac:picMk id="33" creationId="{3C3D09DC-0322-E99F-531A-4A9DC16A1F78}"/>
          </ac:picMkLst>
        </pc:picChg>
        <pc:picChg chg="add mod">
          <ac:chgData name="Max Concellon Marimon" userId="S::maxcm@ug.kth.se::fc38c1d0-2ce5-40e0-a335-34b1a9229426" providerId="AD" clId="Web-{77E25FFF-88F2-7BC4-7B02-AE9CF1F4E2B7}" dt="2025-12-01T14:52:07.234" v="362" actId="14100"/>
          <ac:picMkLst>
            <pc:docMk/>
            <pc:sldMk cId="3485414127" sldId="282"/>
            <ac:picMk id="34" creationId="{EC17B9FF-2266-D640-72AF-740FAE7A4647}"/>
          </ac:picMkLst>
        </pc:picChg>
        <pc:picChg chg="add mod">
          <ac:chgData name="Max Concellon Marimon" userId="S::maxcm@ug.kth.se::fc38c1d0-2ce5-40e0-a335-34b1a9229426" providerId="AD" clId="Web-{77E25FFF-88F2-7BC4-7B02-AE9CF1F4E2B7}" dt="2025-12-01T14:52:01.953" v="361" actId="1076"/>
          <ac:picMkLst>
            <pc:docMk/>
            <pc:sldMk cId="3485414127" sldId="282"/>
            <ac:picMk id="35" creationId="{0E260115-E42B-5C13-FC24-1EC02704C25A}"/>
          </ac:picMkLst>
        </pc:picChg>
        <pc:picChg chg="add mod">
          <ac:chgData name="Max Concellon Marimon" userId="S::maxcm@ug.kth.se::fc38c1d0-2ce5-40e0-a335-34b1a9229426" providerId="AD" clId="Web-{77E25FFF-88F2-7BC4-7B02-AE9CF1F4E2B7}" dt="2025-12-01T14:52:16.843" v="364" actId="1076"/>
          <ac:picMkLst>
            <pc:docMk/>
            <pc:sldMk cId="3485414127" sldId="282"/>
            <ac:picMk id="36" creationId="{8B9EA81A-C49F-60F0-51AA-95EB84B2CEDD}"/>
          </ac:picMkLst>
        </pc:picChg>
        <pc:picChg chg="add mod">
          <ac:chgData name="Max Concellon Marimon" userId="S::maxcm@ug.kth.se::fc38c1d0-2ce5-40e0-a335-34b1a9229426" providerId="AD" clId="Web-{77E25FFF-88F2-7BC4-7B02-AE9CF1F4E2B7}" dt="2025-12-01T14:52:22.906" v="366" actId="1076"/>
          <ac:picMkLst>
            <pc:docMk/>
            <pc:sldMk cId="3485414127" sldId="282"/>
            <ac:picMk id="37" creationId="{CD8E5066-A298-FBDB-AA44-4CC477C4CE63}"/>
          </ac:picMkLst>
        </pc:picChg>
        <pc:picChg chg="add mod">
          <ac:chgData name="Max Concellon Marimon" userId="S::maxcm@ug.kth.se::fc38c1d0-2ce5-40e0-a335-34b1a9229426" providerId="AD" clId="Web-{77E25FFF-88F2-7BC4-7B02-AE9CF1F4E2B7}" dt="2025-12-01T14:52:29.359" v="368" actId="1076"/>
          <ac:picMkLst>
            <pc:docMk/>
            <pc:sldMk cId="3485414127" sldId="282"/>
            <ac:picMk id="40" creationId="{924A4888-1609-6E90-601B-D501FC87742E}"/>
          </ac:picMkLst>
        </pc:picChg>
      </pc:sldChg>
    </pc:docChg>
  </pc:docChgLst>
  <pc:docChgLst>
    <pc:chgData name="Max Concellon Marimon" userId="S::maxcm@ug.kth.se::fc38c1d0-2ce5-40e0-a335-34b1a9229426" providerId="AD" clId="Web-{030E1F21-0CCE-35FE-0A9E-DFBC79BB8E77}"/>
    <pc:docChg chg="addSld delSld modSld sldOrd">
      <pc:chgData name="Max Concellon Marimon" userId="S::maxcm@ug.kth.se::fc38c1d0-2ce5-40e0-a335-34b1a9229426" providerId="AD" clId="Web-{030E1F21-0CCE-35FE-0A9E-DFBC79BB8E77}" dt="2025-12-02T16:14:20.065" v="1279"/>
      <pc:docMkLst>
        <pc:docMk/>
      </pc:docMkLst>
      <pc:sldChg chg="addSp delSp modSp">
        <pc:chgData name="Max Concellon Marimon" userId="S::maxcm@ug.kth.se::fc38c1d0-2ce5-40e0-a335-34b1a9229426" providerId="AD" clId="Web-{030E1F21-0CCE-35FE-0A9E-DFBC79BB8E77}" dt="2025-12-02T15:41:33.483" v="296" actId="1076"/>
        <pc:sldMkLst>
          <pc:docMk/>
          <pc:sldMk cId="966177561" sldId="274"/>
        </pc:sldMkLst>
        <pc:spChg chg="mod">
          <ac:chgData name="Max Concellon Marimon" userId="S::maxcm@ug.kth.se::fc38c1d0-2ce5-40e0-a335-34b1a9229426" providerId="AD" clId="Web-{030E1F21-0CCE-35FE-0A9E-DFBC79BB8E77}" dt="2025-12-02T15:41:22.514" v="293" actId="14100"/>
          <ac:spMkLst>
            <pc:docMk/>
            <pc:sldMk cId="966177561" sldId="274"/>
            <ac:spMk id="3" creationId="{2DC81449-0832-E207-B93E-F53CE85221E7}"/>
          </ac:spMkLst>
        </pc:spChg>
        <pc:spChg chg="add del mod">
          <ac:chgData name="Max Concellon Marimon" userId="S::maxcm@ug.kth.se::fc38c1d0-2ce5-40e0-a335-34b1a9229426" providerId="AD" clId="Web-{030E1F21-0CCE-35FE-0A9E-DFBC79BB8E77}" dt="2025-12-02T15:31:46.922" v="264" actId="1076"/>
          <ac:spMkLst>
            <pc:docMk/>
            <pc:sldMk cId="966177561" sldId="274"/>
            <ac:spMk id="5" creationId="{E670019F-B98F-4A5F-699A-32D5F2F0B66D}"/>
          </ac:spMkLst>
        </pc:spChg>
        <pc:spChg chg="mod">
          <ac:chgData name="Max Concellon Marimon" userId="S::maxcm@ug.kth.se::fc38c1d0-2ce5-40e0-a335-34b1a9229426" providerId="AD" clId="Web-{030E1F21-0CCE-35FE-0A9E-DFBC79BB8E77}" dt="2025-12-02T15:31:36.812" v="262" actId="20577"/>
          <ac:spMkLst>
            <pc:docMk/>
            <pc:sldMk cId="966177561" sldId="274"/>
            <ac:spMk id="10" creationId="{FB162047-0174-59C9-03F3-0DD032CE909F}"/>
          </ac:spMkLst>
        </pc:spChg>
      </pc:sldChg>
      <pc:sldChg chg="modSp">
        <pc:chgData name="Max Concellon Marimon" userId="S::maxcm@ug.kth.se::fc38c1d0-2ce5-40e0-a335-34b1a9229426" providerId="AD" clId="Web-{030E1F21-0CCE-35FE-0A9E-DFBC79BB8E77}" dt="2025-12-02T15:40:20.108" v="291" actId="1076"/>
        <pc:sldMkLst>
          <pc:docMk/>
          <pc:sldMk cId="3485414127" sldId="282"/>
        </pc:sldMkLst>
        <pc:spChg chg="mod">
          <ac:chgData name="Max Concellon Marimon" userId="S::maxcm@ug.kth.se::fc38c1d0-2ce5-40e0-a335-34b1a9229426" providerId="AD" clId="Web-{030E1F21-0CCE-35FE-0A9E-DFBC79BB8E77}" dt="2025-12-02T15:39:26.577" v="273" actId="20577"/>
          <ac:spMkLst>
            <pc:docMk/>
            <pc:sldMk cId="3485414127" sldId="282"/>
            <ac:spMk id="6" creationId="{9E79FDC9-915C-E417-CFB2-B4D2586347D8}"/>
          </ac:spMkLst>
        </pc:spChg>
        <pc:spChg chg="mod">
          <ac:chgData name="Max Concellon Marimon" userId="S::maxcm@ug.kth.se::fc38c1d0-2ce5-40e0-a335-34b1a9229426" providerId="AD" clId="Web-{030E1F21-0CCE-35FE-0A9E-DFBC79BB8E77}" dt="2025-12-02T15:30:25.485" v="245" actId="20577"/>
          <ac:spMkLst>
            <pc:docMk/>
            <pc:sldMk cId="3485414127" sldId="282"/>
            <ac:spMk id="10" creationId="{526686B3-CBD0-ADEF-13B0-91A5A71AE2FB}"/>
          </ac:spMkLst>
        </pc:spChg>
        <pc:spChg chg="mod">
          <ac:chgData name="Max Concellon Marimon" userId="S::maxcm@ug.kth.se::fc38c1d0-2ce5-40e0-a335-34b1a9229426" providerId="AD" clId="Web-{030E1F21-0CCE-35FE-0A9E-DFBC79BB8E77}" dt="2025-12-02T15:35:41.140" v="272" actId="20577"/>
          <ac:spMkLst>
            <pc:docMk/>
            <pc:sldMk cId="3485414127" sldId="282"/>
            <ac:spMk id="16" creationId="{9A6C6560-447C-D1B3-94CE-4FF1BEA9AF19}"/>
          </ac:spMkLst>
        </pc:spChg>
        <pc:spChg chg="mod">
          <ac:chgData name="Max Concellon Marimon" userId="S::maxcm@ug.kth.se::fc38c1d0-2ce5-40e0-a335-34b1a9229426" providerId="AD" clId="Web-{030E1F21-0CCE-35FE-0A9E-DFBC79BB8E77}" dt="2025-12-02T15:40:20.108" v="291" actId="1076"/>
          <ac:spMkLst>
            <pc:docMk/>
            <pc:sldMk cId="3485414127" sldId="282"/>
            <ac:spMk id="38" creationId="{7D887712-65CE-B02F-62A4-60B56E74189F}"/>
          </ac:spMkLst>
        </pc:spChg>
      </pc:sldChg>
      <pc:sldChg chg="modSp">
        <pc:chgData name="Max Concellon Marimon" userId="S::maxcm@ug.kth.se::fc38c1d0-2ce5-40e0-a335-34b1a9229426" providerId="AD" clId="Web-{030E1F21-0CCE-35FE-0A9E-DFBC79BB8E77}" dt="2025-12-02T15:55:36.821" v="589" actId="1076"/>
        <pc:sldMkLst>
          <pc:docMk/>
          <pc:sldMk cId="2603457227" sldId="284"/>
        </pc:sldMkLst>
        <pc:spChg chg="mod">
          <ac:chgData name="Max Concellon Marimon" userId="S::maxcm@ug.kth.se::fc38c1d0-2ce5-40e0-a335-34b1a9229426" providerId="AD" clId="Web-{030E1F21-0CCE-35FE-0A9E-DFBC79BB8E77}" dt="2025-12-02T15:46:31.529" v="386" actId="20577"/>
          <ac:spMkLst>
            <pc:docMk/>
            <pc:sldMk cId="2603457227" sldId="284"/>
            <ac:spMk id="14" creationId="{AA42C1CC-E155-BC62-692F-7A20DEAA47EC}"/>
          </ac:spMkLst>
        </pc:spChg>
        <pc:spChg chg="mod">
          <ac:chgData name="Max Concellon Marimon" userId="S::maxcm@ug.kth.se::fc38c1d0-2ce5-40e0-a335-34b1a9229426" providerId="AD" clId="Web-{030E1F21-0CCE-35FE-0A9E-DFBC79BB8E77}" dt="2025-12-02T15:55:13.321" v="587" actId="20577"/>
          <ac:spMkLst>
            <pc:docMk/>
            <pc:sldMk cId="2603457227" sldId="284"/>
            <ac:spMk id="19" creationId="{792C0D39-90FC-2AEA-8626-E9D110C40B09}"/>
          </ac:spMkLst>
        </pc:spChg>
        <pc:spChg chg="mod">
          <ac:chgData name="Max Concellon Marimon" userId="S::maxcm@ug.kth.se::fc38c1d0-2ce5-40e0-a335-34b1a9229426" providerId="AD" clId="Web-{030E1F21-0CCE-35FE-0A9E-DFBC79BB8E77}" dt="2025-12-02T15:54:44.274" v="547" actId="1076"/>
          <ac:spMkLst>
            <pc:docMk/>
            <pc:sldMk cId="2603457227" sldId="284"/>
            <ac:spMk id="24" creationId="{1092E3B6-339C-8BE4-3F90-83C376FBCF5A}"/>
          </ac:spMkLst>
        </pc:spChg>
        <pc:spChg chg="mod">
          <ac:chgData name="Max Concellon Marimon" userId="S::maxcm@ug.kth.se::fc38c1d0-2ce5-40e0-a335-34b1a9229426" providerId="AD" clId="Web-{030E1F21-0CCE-35FE-0A9E-DFBC79BB8E77}" dt="2025-12-02T15:53:40.665" v="528" actId="20577"/>
          <ac:spMkLst>
            <pc:docMk/>
            <pc:sldMk cId="2603457227" sldId="284"/>
            <ac:spMk id="37" creationId="{9CC3BE1F-D14A-3DE5-8218-ABAC1228D363}"/>
          </ac:spMkLst>
        </pc:spChg>
        <pc:spChg chg="mod">
          <ac:chgData name="Max Concellon Marimon" userId="S::maxcm@ug.kth.se::fc38c1d0-2ce5-40e0-a335-34b1a9229426" providerId="AD" clId="Web-{030E1F21-0CCE-35FE-0A9E-DFBC79BB8E77}" dt="2025-12-02T15:55:06.946" v="574" actId="1076"/>
          <ac:spMkLst>
            <pc:docMk/>
            <pc:sldMk cId="2603457227" sldId="284"/>
            <ac:spMk id="44" creationId="{34725A58-4A00-4B5A-7576-4C0DFE824DE1}"/>
          </ac:spMkLst>
        </pc:spChg>
        <pc:graphicFrameChg chg="mod modGraphic">
          <ac:chgData name="Max Concellon Marimon" userId="S::maxcm@ug.kth.se::fc38c1d0-2ce5-40e0-a335-34b1a9229426" providerId="AD" clId="Web-{030E1F21-0CCE-35FE-0A9E-DFBC79BB8E77}" dt="2025-12-02T15:55:36.821" v="589" actId="1076"/>
          <ac:graphicFrameMkLst>
            <pc:docMk/>
            <pc:sldMk cId="2603457227" sldId="284"/>
            <ac:graphicFrameMk id="5" creationId="{6F2CE4CC-4546-AA1E-1D6B-8D2809AE903C}"/>
          </ac:graphicFrameMkLst>
        </pc:graphicFrameChg>
        <pc:picChg chg="mod">
          <ac:chgData name="Max Concellon Marimon" userId="S::maxcm@ug.kth.se::fc38c1d0-2ce5-40e0-a335-34b1a9229426" providerId="AD" clId="Web-{030E1F21-0CCE-35FE-0A9E-DFBC79BB8E77}" dt="2025-12-02T15:55:06.993" v="575" actId="1076"/>
          <ac:picMkLst>
            <pc:docMk/>
            <pc:sldMk cId="2603457227" sldId="284"/>
            <ac:picMk id="3" creationId="{D3C4BA1A-C522-8D08-030A-70F55EAA31DB}"/>
          </ac:picMkLst>
        </pc:picChg>
        <pc:picChg chg="mod">
          <ac:chgData name="Max Concellon Marimon" userId="S::maxcm@ug.kth.se::fc38c1d0-2ce5-40e0-a335-34b1a9229426" providerId="AD" clId="Web-{030E1F21-0CCE-35FE-0A9E-DFBC79BB8E77}" dt="2025-12-02T15:55:07.024" v="576" actId="1076"/>
          <ac:picMkLst>
            <pc:docMk/>
            <pc:sldMk cId="2603457227" sldId="284"/>
            <ac:picMk id="6" creationId="{A80656C6-9583-6E16-8BBF-35241F799E8B}"/>
          </ac:picMkLst>
        </pc:picChg>
        <pc:picChg chg="mod">
          <ac:chgData name="Max Concellon Marimon" userId="S::maxcm@ug.kth.se::fc38c1d0-2ce5-40e0-a335-34b1a9229426" providerId="AD" clId="Web-{030E1F21-0CCE-35FE-0A9E-DFBC79BB8E77}" dt="2025-12-02T15:55:07.071" v="577" actId="1076"/>
          <ac:picMkLst>
            <pc:docMk/>
            <pc:sldMk cId="2603457227" sldId="284"/>
            <ac:picMk id="7" creationId="{B83C1FA5-F8CB-AAB4-94AC-0D10BD7A7C7F}"/>
          </ac:picMkLst>
        </pc:picChg>
        <pc:picChg chg="mod">
          <ac:chgData name="Max Concellon Marimon" userId="S::maxcm@ug.kth.se::fc38c1d0-2ce5-40e0-a335-34b1a9229426" providerId="AD" clId="Web-{030E1F21-0CCE-35FE-0A9E-DFBC79BB8E77}" dt="2025-12-02T15:55:07.118" v="578" actId="1076"/>
          <ac:picMkLst>
            <pc:docMk/>
            <pc:sldMk cId="2603457227" sldId="284"/>
            <ac:picMk id="16" creationId="{359B583E-27DB-A77C-604E-1131CAA0E2C6}"/>
          </ac:picMkLst>
        </pc:picChg>
        <pc:picChg chg="mod">
          <ac:chgData name="Max Concellon Marimon" userId="S::maxcm@ug.kth.se::fc38c1d0-2ce5-40e0-a335-34b1a9229426" providerId="AD" clId="Web-{030E1F21-0CCE-35FE-0A9E-DFBC79BB8E77}" dt="2025-12-02T15:55:07.164" v="579" actId="1076"/>
          <ac:picMkLst>
            <pc:docMk/>
            <pc:sldMk cId="2603457227" sldId="284"/>
            <ac:picMk id="17" creationId="{6BC4F978-8B8C-6E40-EFA2-D4FCC9020721}"/>
          </ac:picMkLst>
        </pc:picChg>
        <pc:picChg chg="mod">
          <ac:chgData name="Max Concellon Marimon" userId="S::maxcm@ug.kth.se::fc38c1d0-2ce5-40e0-a335-34b1a9229426" providerId="AD" clId="Web-{030E1F21-0CCE-35FE-0A9E-DFBC79BB8E77}" dt="2025-12-02T15:55:07.258" v="581" actId="1076"/>
          <ac:picMkLst>
            <pc:docMk/>
            <pc:sldMk cId="2603457227" sldId="284"/>
            <ac:picMk id="38" creationId="{48426506-C0DE-5C60-AD55-4E8850AA8A34}"/>
          </ac:picMkLst>
        </pc:picChg>
        <pc:picChg chg="mod">
          <ac:chgData name="Max Concellon Marimon" userId="S::maxcm@ug.kth.se::fc38c1d0-2ce5-40e0-a335-34b1a9229426" providerId="AD" clId="Web-{030E1F21-0CCE-35FE-0A9E-DFBC79BB8E77}" dt="2025-12-02T15:55:07.289" v="582" actId="1076"/>
          <ac:picMkLst>
            <pc:docMk/>
            <pc:sldMk cId="2603457227" sldId="284"/>
            <ac:picMk id="39" creationId="{824963C5-3E5F-9FC3-CFC4-5C90E2125165}"/>
          </ac:picMkLst>
        </pc:picChg>
        <pc:picChg chg="mod">
          <ac:chgData name="Max Concellon Marimon" userId="S::maxcm@ug.kth.se::fc38c1d0-2ce5-40e0-a335-34b1a9229426" providerId="AD" clId="Web-{030E1F21-0CCE-35FE-0A9E-DFBC79BB8E77}" dt="2025-12-02T15:55:07.336" v="583" actId="1076"/>
          <ac:picMkLst>
            <pc:docMk/>
            <pc:sldMk cId="2603457227" sldId="284"/>
            <ac:picMk id="40" creationId="{09BBF2BF-E1E1-3BDC-37DB-732D89E57BBB}"/>
          </ac:picMkLst>
        </pc:picChg>
      </pc:sldChg>
      <pc:sldChg chg="modSp">
        <pc:chgData name="Max Concellon Marimon" userId="S::maxcm@ug.kth.se::fc38c1d0-2ce5-40e0-a335-34b1a9229426" providerId="AD" clId="Web-{030E1F21-0CCE-35FE-0A9E-DFBC79BB8E77}" dt="2025-12-02T15:52:35.353" v="509" actId="20577"/>
        <pc:sldMkLst>
          <pc:docMk/>
          <pc:sldMk cId="3745492728" sldId="287"/>
        </pc:sldMkLst>
        <pc:spChg chg="mod">
          <ac:chgData name="Max Concellon Marimon" userId="S::maxcm@ug.kth.se::fc38c1d0-2ce5-40e0-a335-34b1a9229426" providerId="AD" clId="Web-{030E1F21-0CCE-35FE-0A9E-DFBC79BB8E77}" dt="2025-12-02T15:52:35.353" v="509" actId="20577"/>
          <ac:spMkLst>
            <pc:docMk/>
            <pc:sldMk cId="3745492728" sldId="287"/>
            <ac:spMk id="3" creationId="{128F463C-2CFA-4FAD-C5C9-7FF130578F9F}"/>
          </ac:spMkLst>
        </pc:spChg>
      </pc:sldChg>
      <pc:sldChg chg="modSp add ord replId">
        <pc:chgData name="Max Concellon Marimon" userId="S::maxcm@ug.kth.se::fc38c1d0-2ce5-40e0-a335-34b1a9229426" providerId="AD" clId="Web-{030E1F21-0CCE-35FE-0A9E-DFBC79BB8E77}" dt="2025-12-02T16:10:54.144" v="1052"/>
        <pc:sldMkLst>
          <pc:docMk/>
          <pc:sldMk cId="2499878178" sldId="297"/>
        </pc:sldMkLst>
        <pc:spChg chg="mod">
          <ac:chgData name="Max Concellon Marimon" userId="S::maxcm@ug.kth.se::fc38c1d0-2ce5-40e0-a335-34b1a9229426" providerId="AD" clId="Web-{030E1F21-0CCE-35FE-0A9E-DFBC79BB8E77}" dt="2025-12-02T15:57:11.601" v="638" actId="14100"/>
          <ac:spMkLst>
            <pc:docMk/>
            <pc:sldMk cId="2499878178" sldId="297"/>
            <ac:spMk id="19" creationId="{AFA1663E-3305-2739-660D-DBCB3AE46ACC}"/>
          </ac:spMkLst>
        </pc:spChg>
        <pc:spChg chg="mod">
          <ac:chgData name="Max Concellon Marimon" userId="S::maxcm@ug.kth.se::fc38c1d0-2ce5-40e0-a335-34b1a9229426" providerId="AD" clId="Web-{030E1F21-0CCE-35FE-0A9E-DFBC79BB8E77}" dt="2025-12-02T15:58:38.414" v="645" actId="20577"/>
          <ac:spMkLst>
            <pc:docMk/>
            <pc:sldMk cId="2499878178" sldId="297"/>
            <ac:spMk id="22" creationId="{C5BBF3EB-184B-58E7-0CEF-5E61B946A898}"/>
          </ac:spMkLst>
        </pc:spChg>
        <pc:spChg chg="mod">
          <ac:chgData name="Max Concellon Marimon" userId="S::maxcm@ug.kth.se::fc38c1d0-2ce5-40e0-a335-34b1a9229426" providerId="AD" clId="Web-{030E1F21-0CCE-35FE-0A9E-DFBC79BB8E77}" dt="2025-12-02T15:58:46.054" v="648" actId="20577"/>
          <ac:spMkLst>
            <pc:docMk/>
            <pc:sldMk cId="2499878178" sldId="297"/>
            <ac:spMk id="24" creationId="{BC1F074B-B818-1198-95B7-EED059CFCF2A}"/>
          </ac:spMkLst>
        </pc:spChg>
        <pc:spChg chg="mod">
          <ac:chgData name="Max Concellon Marimon" userId="S::maxcm@ug.kth.se::fc38c1d0-2ce5-40e0-a335-34b1a9229426" providerId="AD" clId="Web-{030E1F21-0CCE-35FE-0A9E-DFBC79BB8E77}" dt="2025-12-02T15:57:24.851" v="640" actId="20577"/>
          <ac:spMkLst>
            <pc:docMk/>
            <pc:sldMk cId="2499878178" sldId="297"/>
            <ac:spMk id="37" creationId="{27671E60-F756-1416-4FE8-51A1D62DD57E}"/>
          </ac:spMkLst>
        </pc:spChg>
        <pc:spChg chg="mod">
          <ac:chgData name="Max Concellon Marimon" userId="S::maxcm@ug.kth.se::fc38c1d0-2ce5-40e0-a335-34b1a9229426" providerId="AD" clId="Web-{030E1F21-0CCE-35FE-0A9E-DFBC79BB8E77}" dt="2025-12-02T15:57:09.133" v="637" actId="14100"/>
          <ac:spMkLst>
            <pc:docMk/>
            <pc:sldMk cId="2499878178" sldId="297"/>
            <ac:spMk id="44" creationId="{C45D05DD-2378-FD61-9C67-0F78890B197A}"/>
          </ac:spMkLst>
        </pc:spChg>
        <pc:graphicFrameChg chg="mod modGraphic">
          <ac:chgData name="Max Concellon Marimon" userId="S::maxcm@ug.kth.se::fc38c1d0-2ce5-40e0-a335-34b1a9229426" providerId="AD" clId="Web-{030E1F21-0CCE-35FE-0A9E-DFBC79BB8E77}" dt="2025-12-02T16:10:54.144" v="1052"/>
          <ac:graphicFrameMkLst>
            <pc:docMk/>
            <pc:sldMk cId="2499878178" sldId="297"/>
            <ac:graphicFrameMk id="5" creationId="{9BA8A4AF-AEC3-9A63-AF96-E01177856FF0}"/>
          </ac:graphicFrameMkLst>
        </pc:graphicFrameChg>
        <pc:picChg chg="mod">
          <ac:chgData name="Max Concellon Marimon" userId="S::maxcm@ug.kth.se::fc38c1d0-2ce5-40e0-a335-34b1a9229426" providerId="AD" clId="Web-{030E1F21-0CCE-35FE-0A9E-DFBC79BB8E77}" dt="2025-12-02T15:57:49.554" v="641" actId="1076"/>
          <ac:picMkLst>
            <pc:docMk/>
            <pc:sldMk cId="2499878178" sldId="297"/>
            <ac:picMk id="46" creationId="{7B202598-E266-1327-816A-0E44F828624D}"/>
          </ac:picMkLst>
        </pc:picChg>
      </pc:sldChg>
    </pc:docChg>
  </pc:docChgLst>
  <pc:docChgLst>
    <pc:chgData name="Max Concellon Marimon" userId="S::maxcm@ug.kth.se::fc38c1d0-2ce5-40e0-a335-34b1a9229426" providerId="AD" clId="Web-{5B96F3ED-9876-5D3A-AD83-9F88B12C41A3}"/>
    <pc:docChg chg="addSld modSld">
      <pc:chgData name="Max Concellon Marimon" userId="S::maxcm@ug.kth.se::fc38c1d0-2ce5-40e0-a335-34b1a9229426" providerId="AD" clId="Web-{5B96F3ED-9876-5D3A-AD83-9F88B12C41A3}" dt="2025-12-03T12:29:11.024" v="68" actId="1076"/>
      <pc:docMkLst>
        <pc:docMk/>
      </pc:docMkLst>
      <pc:sldChg chg="modSp">
        <pc:chgData name="Max Concellon Marimon" userId="S::maxcm@ug.kth.se::fc38c1d0-2ce5-40e0-a335-34b1a9229426" providerId="AD" clId="Web-{5B96F3ED-9876-5D3A-AD83-9F88B12C41A3}" dt="2025-12-03T11:04:36.834" v="52" actId="14100"/>
        <pc:sldMkLst>
          <pc:docMk/>
          <pc:sldMk cId="2499878178" sldId="297"/>
        </pc:sldMkLst>
        <pc:spChg chg="mod">
          <ac:chgData name="Max Concellon Marimon" userId="S::maxcm@ug.kth.se::fc38c1d0-2ce5-40e0-a335-34b1a9229426" providerId="AD" clId="Web-{5B96F3ED-9876-5D3A-AD83-9F88B12C41A3}" dt="2025-12-03T11:04:36.834" v="52" actId="14100"/>
          <ac:spMkLst>
            <pc:docMk/>
            <pc:sldMk cId="2499878178" sldId="297"/>
            <ac:spMk id="14" creationId="{E6A683A6-AD6D-62C4-22F3-C7A02C331490}"/>
          </ac:spMkLst>
        </pc:spChg>
        <pc:spChg chg="mod">
          <ac:chgData name="Max Concellon Marimon" userId="S::maxcm@ug.kth.se::fc38c1d0-2ce5-40e0-a335-34b1a9229426" providerId="AD" clId="Web-{5B96F3ED-9876-5D3A-AD83-9F88B12C41A3}" dt="2025-12-03T11:04:30.131" v="34" actId="1076"/>
          <ac:spMkLst>
            <pc:docMk/>
            <pc:sldMk cId="2499878178" sldId="297"/>
            <ac:spMk id="19" creationId="{AFA1663E-3305-2739-660D-DBCB3AE46ACC}"/>
          </ac:spMkLst>
        </pc:spChg>
        <pc:spChg chg="mod">
          <ac:chgData name="Max Concellon Marimon" userId="S::maxcm@ug.kth.se::fc38c1d0-2ce5-40e0-a335-34b1a9229426" providerId="AD" clId="Web-{5B96F3ED-9876-5D3A-AD83-9F88B12C41A3}" dt="2025-12-03T11:04:30.178" v="35" actId="1076"/>
          <ac:spMkLst>
            <pc:docMk/>
            <pc:sldMk cId="2499878178" sldId="297"/>
            <ac:spMk id="22" creationId="{C5BBF3EB-184B-58E7-0CEF-5E61B946A898}"/>
          </ac:spMkLst>
        </pc:spChg>
        <pc:spChg chg="mod">
          <ac:chgData name="Max Concellon Marimon" userId="S::maxcm@ug.kth.se::fc38c1d0-2ce5-40e0-a335-34b1a9229426" providerId="AD" clId="Web-{5B96F3ED-9876-5D3A-AD83-9F88B12C41A3}" dt="2025-12-03T11:04:30.240" v="36" actId="1076"/>
          <ac:spMkLst>
            <pc:docMk/>
            <pc:sldMk cId="2499878178" sldId="297"/>
            <ac:spMk id="24" creationId="{BC1F074B-B818-1198-95B7-EED059CFCF2A}"/>
          </ac:spMkLst>
        </pc:spChg>
        <pc:spChg chg="mod">
          <ac:chgData name="Max Concellon Marimon" userId="S::maxcm@ug.kth.se::fc38c1d0-2ce5-40e0-a335-34b1a9229426" providerId="AD" clId="Web-{5B96F3ED-9876-5D3A-AD83-9F88B12C41A3}" dt="2025-12-03T11:04:30.631" v="43" actId="1076"/>
          <ac:spMkLst>
            <pc:docMk/>
            <pc:sldMk cId="2499878178" sldId="297"/>
            <ac:spMk id="37" creationId="{27671E60-F756-1416-4FE8-51A1D62DD57E}"/>
          </ac:spMkLst>
        </pc:spChg>
        <pc:spChg chg="mod">
          <ac:chgData name="Max Concellon Marimon" userId="S::maxcm@ug.kth.se::fc38c1d0-2ce5-40e0-a335-34b1a9229426" providerId="AD" clId="Web-{5B96F3ED-9876-5D3A-AD83-9F88B12C41A3}" dt="2025-12-03T11:04:29.381" v="23" actId="1076"/>
          <ac:spMkLst>
            <pc:docMk/>
            <pc:sldMk cId="2499878178" sldId="297"/>
            <ac:spMk id="44" creationId="{C45D05DD-2378-FD61-9C67-0F78890B197A}"/>
          </ac:spMkLst>
        </pc:spChg>
        <pc:graphicFrameChg chg="mod">
          <ac:chgData name="Max Concellon Marimon" userId="S::maxcm@ug.kth.se::fc38c1d0-2ce5-40e0-a335-34b1a9229426" providerId="AD" clId="Web-{5B96F3ED-9876-5D3A-AD83-9F88B12C41A3}" dt="2025-12-03T11:04:29.506" v="24" actId="1076"/>
          <ac:graphicFrameMkLst>
            <pc:docMk/>
            <pc:sldMk cId="2499878178" sldId="297"/>
            <ac:graphicFrameMk id="5" creationId="{9BA8A4AF-AEC3-9A63-AF96-E01177856FF0}"/>
          </ac:graphicFrameMkLst>
        </pc:graphicFrameChg>
        <pc:picChg chg="mod">
          <ac:chgData name="Max Concellon Marimon" userId="S::maxcm@ug.kth.se::fc38c1d0-2ce5-40e0-a335-34b1a9229426" providerId="AD" clId="Web-{5B96F3ED-9876-5D3A-AD83-9F88B12C41A3}" dt="2025-12-03T11:04:29.584" v="25" actId="1076"/>
          <ac:picMkLst>
            <pc:docMk/>
            <pc:sldMk cId="2499878178" sldId="297"/>
            <ac:picMk id="3" creationId="{BC3DB29B-AA22-B20E-EBFF-E423CBC14B75}"/>
          </ac:picMkLst>
        </pc:picChg>
        <pc:picChg chg="mod">
          <ac:chgData name="Max Concellon Marimon" userId="S::maxcm@ug.kth.se::fc38c1d0-2ce5-40e0-a335-34b1a9229426" providerId="AD" clId="Web-{5B96F3ED-9876-5D3A-AD83-9F88B12C41A3}" dt="2025-12-03T11:04:29.646" v="26" actId="1076"/>
          <ac:picMkLst>
            <pc:docMk/>
            <pc:sldMk cId="2499878178" sldId="297"/>
            <ac:picMk id="6" creationId="{5A699075-9684-A9F6-013B-21E89DF3E4B3}"/>
          </ac:picMkLst>
        </pc:picChg>
        <pc:picChg chg="mod">
          <ac:chgData name="Max Concellon Marimon" userId="S::maxcm@ug.kth.se::fc38c1d0-2ce5-40e0-a335-34b1a9229426" providerId="AD" clId="Web-{5B96F3ED-9876-5D3A-AD83-9F88B12C41A3}" dt="2025-12-03T11:04:29.709" v="27" actId="1076"/>
          <ac:picMkLst>
            <pc:docMk/>
            <pc:sldMk cId="2499878178" sldId="297"/>
            <ac:picMk id="7" creationId="{D006C140-1541-D60E-0647-10A484198F70}"/>
          </ac:picMkLst>
        </pc:picChg>
        <pc:picChg chg="mod">
          <ac:chgData name="Max Concellon Marimon" userId="S::maxcm@ug.kth.se::fc38c1d0-2ce5-40e0-a335-34b1a9229426" providerId="AD" clId="Web-{5B96F3ED-9876-5D3A-AD83-9F88B12C41A3}" dt="2025-12-03T11:04:29.771" v="28" actId="1076"/>
          <ac:picMkLst>
            <pc:docMk/>
            <pc:sldMk cId="2499878178" sldId="297"/>
            <ac:picMk id="9" creationId="{7381E6F7-15C5-704C-5107-458328755083}"/>
          </ac:picMkLst>
        </pc:picChg>
        <pc:picChg chg="mod">
          <ac:chgData name="Max Concellon Marimon" userId="S::maxcm@ug.kth.se::fc38c1d0-2ce5-40e0-a335-34b1a9229426" providerId="AD" clId="Web-{5B96F3ED-9876-5D3A-AD83-9F88B12C41A3}" dt="2025-12-03T11:04:29.818" v="29" actId="1076"/>
          <ac:picMkLst>
            <pc:docMk/>
            <pc:sldMk cId="2499878178" sldId="297"/>
            <ac:picMk id="11" creationId="{0BA335D6-C38C-EEF7-4024-86CB3FDB1310}"/>
          </ac:picMkLst>
        </pc:picChg>
        <pc:picChg chg="mod">
          <ac:chgData name="Max Concellon Marimon" userId="S::maxcm@ug.kth.se::fc38c1d0-2ce5-40e0-a335-34b1a9229426" providerId="AD" clId="Web-{5B96F3ED-9876-5D3A-AD83-9F88B12C41A3}" dt="2025-12-03T11:04:29.896" v="30" actId="1076"/>
          <ac:picMkLst>
            <pc:docMk/>
            <pc:sldMk cId="2499878178" sldId="297"/>
            <ac:picMk id="12" creationId="{63E3AA1B-AD88-C0A9-40DC-AD5089530E4D}"/>
          </ac:picMkLst>
        </pc:picChg>
        <pc:picChg chg="mod">
          <ac:chgData name="Max Concellon Marimon" userId="S::maxcm@ug.kth.se::fc38c1d0-2ce5-40e0-a335-34b1a9229426" providerId="AD" clId="Web-{5B96F3ED-9876-5D3A-AD83-9F88B12C41A3}" dt="2025-12-03T11:04:29.959" v="31" actId="1076"/>
          <ac:picMkLst>
            <pc:docMk/>
            <pc:sldMk cId="2499878178" sldId="297"/>
            <ac:picMk id="16" creationId="{ADFCA749-B0A6-AECE-0D8C-ABEB0141BB6E}"/>
          </ac:picMkLst>
        </pc:picChg>
        <pc:picChg chg="mod">
          <ac:chgData name="Max Concellon Marimon" userId="S::maxcm@ug.kth.se::fc38c1d0-2ce5-40e0-a335-34b1a9229426" providerId="AD" clId="Web-{5B96F3ED-9876-5D3A-AD83-9F88B12C41A3}" dt="2025-12-03T11:04:30.006" v="32" actId="1076"/>
          <ac:picMkLst>
            <pc:docMk/>
            <pc:sldMk cId="2499878178" sldId="297"/>
            <ac:picMk id="17" creationId="{64247734-94D4-6460-850C-0F6FFD8B0CB2}"/>
          </ac:picMkLst>
        </pc:picChg>
        <pc:picChg chg="mod">
          <ac:chgData name="Max Concellon Marimon" userId="S::maxcm@ug.kth.se::fc38c1d0-2ce5-40e0-a335-34b1a9229426" providerId="AD" clId="Web-{5B96F3ED-9876-5D3A-AD83-9F88B12C41A3}" dt="2025-12-03T11:04:30.068" v="33" actId="1076"/>
          <ac:picMkLst>
            <pc:docMk/>
            <pc:sldMk cId="2499878178" sldId="297"/>
            <ac:picMk id="18" creationId="{201AA3AD-695A-1AD4-C183-534EAA5C2782}"/>
          </ac:picMkLst>
        </pc:picChg>
        <pc:picChg chg="mod">
          <ac:chgData name="Max Concellon Marimon" userId="S::maxcm@ug.kth.se::fc38c1d0-2ce5-40e0-a335-34b1a9229426" providerId="AD" clId="Web-{5B96F3ED-9876-5D3A-AD83-9F88B12C41A3}" dt="2025-12-03T11:04:30.678" v="44" actId="1076"/>
          <ac:picMkLst>
            <pc:docMk/>
            <pc:sldMk cId="2499878178" sldId="297"/>
            <ac:picMk id="38" creationId="{E471BEF6-D8C2-6101-DC81-669594310D2D}"/>
          </ac:picMkLst>
        </pc:picChg>
        <pc:picChg chg="mod">
          <ac:chgData name="Max Concellon Marimon" userId="S::maxcm@ug.kth.se::fc38c1d0-2ce5-40e0-a335-34b1a9229426" providerId="AD" clId="Web-{5B96F3ED-9876-5D3A-AD83-9F88B12C41A3}" dt="2025-12-03T11:04:30.725" v="45" actId="1076"/>
          <ac:picMkLst>
            <pc:docMk/>
            <pc:sldMk cId="2499878178" sldId="297"/>
            <ac:picMk id="39" creationId="{72AA7007-D2EC-68E0-5E29-71F3EE79099A}"/>
          </ac:picMkLst>
        </pc:picChg>
        <pc:picChg chg="mod">
          <ac:chgData name="Max Concellon Marimon" userId="S::maxcm@ug.kth.se::fc38c1d0-2ce5-40e0-a335-34b1a9229426" providerId="AD" clId="Web-{5B96F3ED-9876-5D3A-AD83-9F88B12C41A3}" dt="2025-12-03T11:04:30.771" v="46" actId="1076"/>
          <ac:picMkLst>
            <pc:docMk/>
            <pc:sldMk cId="2499878178" sldId="297"/>
            <ac:picMk id="40" creationId="{18EF414E-2948-A68F-0E1A-207697C7528C}"/>
          </ac:picMkLst>
        </pc:picChg>
        <pc:picChg chg="mod">
          <ac:chgData name="Max Concellon Marimon" userId="S::maxcm@ug.kth.se::fc38c1d0-2ce5-40e0-a335-34b1a9229426" providerId="AD" clId="Web-{5B96F3ED-9876-5D3A-AD83-9F88B12C41A3}" dt="2025-12-03T11:04:30.818" v="47" actId="1076"/>
          <ac:picMkLst>
            <pc:docMk/>
            <pc:sldMk cId="2499878178" sldId="297"/>
            <ac:picMk id="41" creationId="{952EC75E-AB4A-8DBA-3322-A025A204A9A7}"/>
          </ac:picMkLst>
        </pc:picChg>
        <pc:picChg chg="mod">
          <ac:chgData name="Max Concellon Marimon" userId="S::maxcm@ug.kth.se::fc38c1d0-2ce5-40e0-a335-34b1a9229426" providerId="AD" clId="Web-{5B96F3ED-9876-5D3A-AD83-9F88B12C41A3}" dt="2025-12-03T11:04:30.881" v="48" actId="1076"/>
          <ac:picMkLst>
            <pc:docMk/>
            <pc:sldMk cId="2499878178" sldId="297"/>
            <ac:picMk id="42" creationId="{7B59746A-D0D7-D607-DA37-85B5021FB8EB}"/>
          </ac:picMkLst>
        </pc:picChg>
        <pc:picChg chg="mod">
          <ac:chgData name="Max Concellon Marimon" userId="S::maxcm@ug.kth.se::fc38c1d0-2ce5-40e0-a335-34b1a9229426" providerId="AD" clId="Web-{5B96F3ED-9876-5D3A-AD83-9F88B12C41A3}" dt="2025-12-03T11:04:30.928" v="49" actId="1076"/>
          <ac:picMkLst>
            <pc:docMk/>
            <pc:sldMk cId="2499878178" sldId="297"/>
            <ac:picMk id="43" creationId="{AFC53E4C-864B-7DD9-08CA-E9D29D75F2E7}"/>
          </ac:picMkLst>
        </pc:picChg>
        <pc:picChg chg="mod">
          <ac:chgData name="Max Concellon Marimon" userId="S::maxcm@ug.kth.se::fc38c1d0-2ce5-40e0-a335-34b1a9229426" providerId="AD" clId="Web-{5B96F3ED-9876-5D3A-AD83-9F88B12C41A3}" dt="2025-12-03T11:04:30.975" v="50" actId="1076"/>
          <ac:picMkLst>
            <pc:docMk/>
            <pc:sldMk cId="2499878178" sldId="297"/>
            <ac:picMk id="46" creationId="{7B202598-E266-1327-816A-0E44F828624D}"/>
          </ac:picMkLst>
        </pc:picChg>
      </pc:sldChg>
    </pc:docChg>
  </pc:docChgLst>
  <pc:docChgLst>
    <pc:chgData name="Max Concellon Marimon" userId="S::maxcm@ug.kth.se::fc38c1d0-2ce5-40e0-a335-34b1a9229426" providerId="AD" clId="Web-{C1D944A0-2783-01A2-BFAD-8698D0A76FA0}"/>
    <pc:docChg chg="addSld delSld modSld sldOrd">
      <pc:chgData name="Max Concellon Marimon" userId="S::maxcm@ug.kth.se::fc38c1d0-2ce5-40e0-a335-34b1a9229426" providerId="AD" clId="Web-{C1D944A0-2783-01A2-BFAD-8698D0A76FA0}" dt="2025-12-03T13:47:40.709" v="1153" actId="1076"/>
      <pc:docMkLst>
        <pc:docMk/>
      </pc:docMkLst>
      <pc:sldChg chg="addSp delSp modSp">
        <pc:chgData name="Max Concellon Marimon" userId="S::maxcm@ug.kth.se::fc38c1d0-2ce5-40e0-a335-34b1a9229426" providerId="AD" clId="Web-{C1D944A0-2783-01A2-BFAD-8698D0A76FA0}" dt="2025-12-03T12:51:29.163" v="613" actId="20577"/>
        <pc:sldMkLst>
          <pc:docMk/>
          <pc:sldMk cId="966177561" sldId="274"/>
        </pc:sldMkLst>
        <pc:spChg chg="mod">
          <ac:chgData name="Max Concellon Marimon" userId="S::maxcm@ug.kth.se::fc38c1d0-2ce5-40e0-a335-34b1a9229426" providerId="AD" clId="Web-{C1D944A0-2783-01A2-BFAD-8698D0A76FA0}" dt="2025-12-03T08:55:11.437" v="162" actId="1076"/>
          <ac:spMkLst>
            <pc:docMk/>
            <pc:sldMk cId="966177561" sldId="274"/>
            <ac:spMk id="3" creationId="{2DC81449-0832-E207-B93E-F53CE85221E7}"/>
          </ac:spMkLst>
        </pc:spChg>
        <pc:spChg chg="mod">
          <ac:chgData name="Max Concellon Marimon" userId="S::maxcm@ug.kth.se::fc38c1d0-2ce5-40e0-a335-34b1a9229426" providerId="AD" clId="Web-{C1D944A0-2783-01A2-BFAD-8698D0A76FA0}" dt="2025-12-03T08:54:34.594" v="151" actId="14100"/>
          <ac:spMkLst>
            <pc:docMk/>
            <pc:sldMk cId="966177561" sldId="274"/>
            <ac:spMk id="5" creationId="{E670019F-B98F-4A5F-699A-32D5F2F0B66D}"/>
          </ac:spMkLst>
        </pc:spChg>
        <pc:spChg chg="mod">
          <ac:chgData name="Max Concellon Marimon" userId="S::maxcm@ug.kth.se::fc38c1d0-2ce5-40e0-a335-34b1a9229426" providerId="AD" clId="Web-{C1D944A0-2783-01A2-BFAD-8698D0A76FA0}" dt="2025-12-03T12:51:29.163" v="613" actId="20577"/>
          <ac:spMkLst>
            <pc:docMk/>
            <pc:sldMk cId="966177561" sldId="274"/>
            <ac:spMk id="6" creationId="{9FBAD36F-5A7E-3E40-92F9-85710D83889F}"/>
          </ac:spMkLst>
        </pc:spChg>
        <pc:spChg chg="mod">
          <ac:chgData name="Max Concellon Marimon" userId="S::maxcm@ug.kth.se::fc38c1d0-2ce5-40e0-a335-34b1a9229426" providerId="AD" clId="Web-{C1D944A0-2783-01A2-BFAD-8698D0A76FA0}" dt="2025-12-03T08:55:53.265" v="168" actId="20577"/>
          <ac:spMkLst>
            <pc:docMk/>
            <pc:sldMk cId="966177561" sldId="274"/>
            <ac:spMk id="8" creationId="{112FDE9E-0C95-4516-9597-68AD0B3DF179}"/>
          </ac:spMkLst>
        </pc:spChg>
        <pc:spChg chg="mod">
          <ac:chgData name="Max Concellon Marimon" userId="S::maxcm@ug.kth.se::fc38c1d0-2ce5-40e0-a335-34b1a9229426" providerId="AD" clId="Web-{C1D944A0-2783-01A2-BFAD-8698D0A76FA0}" dt="2025-12-03T08:55:51.484" v="167" actId="14100"/>
          <ac:spMkLst>
            <pc:docMk/>
            <pc:sldMk cId="966177561" sldId="274"/>
            <ac:spMk id="10" creationId="{FB162047-0174-59C9-03F3-0DD032CE909F}"/>
          </ac:spMkLst>
        </pc:spChg>
        <pc:spChg chg="mod">
          <ac:chgData name="Max Concellon Marimon" userId="S::maxcm@ug.kth.se::fc38c1d0-2ce5-40e0-a335-34b1a9229426" providerId="AD" clId="Web-{C1D944A0-2783-01A2-BFAD-8698D0A76FA0}" dt="2025-12-03T10:30:10.926" v="394" actId="20577"/>
          <ac:spMkLst>
            <pc:docMk/>
            <pc:sldMk cId="966177561" sldId="274"/>
            <ac:spMk id="12" creationId="{ECCB0314-1130-5CE3-7AF4-6D3BBB378CF1}"/>
          </ac:spMkLst>
        </pc:spChg>
        <pc:spChg chg="add mod">
          <ac:chgData name="Max Concellon Marimon" userId="S::maxcm@ug.kth.se::fc38c1d0-2ce5-40e0-a335-34b1a9229426" providerId="AD" clId="Web-{C1D944A0-2783-01A2-BFAD-8698D0A76FA0}" dt="2025-12-03T09:02:24.264" v="202" actId="1076"/>
          <ac:spMkLst>
            <pc:docMk/>
            <pc:sldMk cId="966177561" sldId="274"/>
            <ac:spMk id="17" creationId="{C40C4AAA-82CF-DD81-5899-870D3BD84577}"/>
          </ac:spMkLst>
        </pc:spChg>
        <pc:spChg chg="add mod">
          <ac:chgData name="Max Concellon Marimon" userId="S::maxcm@ug.kth.se::fc38c1d0-2ce5-40e0-a335-34b1a9229426" providerId="AD" clId="Web-{C1D944A0-2783-01A2-BFAD-8698D0A76FA0}" dt="2025-12-03T10:29:38.612" v="388" actId="14100"/>
          <ac:spMkLst>
            <pc:docMk/>
            <pc:sldMk cId="966177561" sldId="274"/>
            <ac:spMk id="21" creationId="{01A5CD2F-573B-3513-D9EA-1A6EB591997D}"/>
          </ac:spMkLst>
        </pc:spChg>
        <pc:spChg chg="add mod">
          <ac:chgData name="Max Concellon Marimon" userId="S::maxcm@ug.kth.se::fc38c1d0-2ce5-40e0-a335-34b1a9229426" providerId="AD" clId="Web-{C1D944A0-2783-01A2-BFAD-8698D0A76FA0}" dt="2025-12-03T10:29:35.315" v="387" actId="14100"/>
          <ac:spMkLst>
            <pc:docMk/>
            <pc:sldMk cId="966177561" sldId="274"/>
            <ac:spMk id="27" creationId="{E08179C6-DB44-54F1-8156-3DB84010D89F}"/>
          </ac:spMkLst>
        </pc:spChg>
        <pc:picChg chg="add mod modCrop">
          <ac:chgData name="Max Concellon Marimon" userId="S::maxcm@ug.kth.se::fc38c1d0-2ce5-40e0-a335-34b1a9229426" providerId="AD" clId="Web-{C1D944A0-2783-01A2-BFAD-8698D0A76FA0}" dt="2025-12-03T09:02:14.779" v="200" actId="1076"/>
          <ac:picMkLst>
            <pc:docMk/>
            <pc:sldMk cId="966177561" sldId="274"/>
            <ac:picMk id="4" creationId="{224F256D-AF6F-223C-3548-CCF6D4D5F8A5}"/>
          </ac:picMkLst>
        </pc:picChg>
        <pc:picChg chg="add mod">
          <ac:chgData name="Max Concellon Marimon" userId="S::maxcm@ug.kth.se::fc38c1d0-2ce5-40e0-a335-34b1a9229426" providerId="AD" clId="Web-{C1D944A0-2783-01A2-BFAD-8698D0A76FA0}" dt="2025-12-03T09:01:50.139" v="192" actId="1076"/>
          <ac:picMkLst>
            <pc:docMk/>
            <pc:sldMk cId="966177561" sldId="274"/>
            <ac:picMk id="9" creationId="{C9D52D03-A670-797A-37CB-44607FE3C6B1}"/>
          </ac:picMkLst>
        </pc:picChg>
        <pc:picChg chg="add mod">
          <ac:chgData name="Max Concellon Marimon" userId="S::maxcm@ug.kth.se::fc38c1d0-2ce5-40e0-a335-34b1a9229426" providerId="AD" clId="Web-{C1D944A0-2783-01A2-BFAD-8698D0A76FA0}" dt="2025-12-03T09:01:50.170" v="193" actId="1076"/>
          <ac:picMkLst>
            <pc:docMk/>
            <pc:sldMk cId="966177561" sldId="274"/>
            <ac:picMk id="11" creationId="{74D1F86A-B16A-4E72-84F7-DA983F0332E1}"/>
          </ac:picMkLst>
        </pc:picChg>
        <pc:picChg chg="add mod">
          <ac:chgData name="Max Concellon Marimon" userId="S::maxcm@ug.kth.se::fc38c1d0-2ce5-40e0-a335-34b1a9229426" providerId="AD" clId="Web-{C1D944A0-2783-01A2-BFAD-8698D0A76FA0}" dt="2025-12-03T09:02:17.561" v="201" actId="1076"/>
          <ac:picMkLst>
            <pc:docMk/>
            <pc:sldMk cId="966177561" sldId="274"/>
            <ac:picMk id="13" creationId="{0A9C8199-8C0A-1842-FFD2-5C0AC3DA610A}"/>
          </ac:picMkLst>
        </pc:picChg>
        <pc:picChg chg="mod">
          <ac:chgData name="Max Concellon Marimon" userId="S::maxcm@ug.kth.se::fc38c1d0-2ce5-40e0-a335-34b1a9229426" providerId="AD" clId="Web-{C1D944A0-2783-01A2-BFAD-8698D0A76FA0}" dt="2025-12-03T08:55:59.359" v="170" actId="1076"/>
          <ac:picMkLst>
            <pc:docMk/>
            <pc:sldMk cId="966177561" sldId="274"/>
            <ac:picMk id="14" creationId="{3E245CA5-CD71-0FE3-F924-73559736897D}"/>
          </ac:picMkLst>
        </pc:picChg>
        <pc:picChg chg="mod">
          <ac:chgData name="Max Concellon Marimon" userId="S::maxcm@ug.kth.se::fc38c1d0-2ce5-40e0-a335-34b1a9229426" providerId="AD" clId="Web-{C1D944A0-2783-01A2-BFAD-8698D0A76FA0}" dt="2025-12-03T08:55:57.359" v="169" actId="1076"/>
          <ac:picMkLst>
            <pc:docMk/>
            <pc:sldMk cId="966177561" sldId="274"/>
            <ac:picMk id="18" creationId="{3DE6EDED-3304-6EBD-1035-497ED4207BD9}"/>
          </ac:picMkLst>
        </pc:picChg>
        <pc:cxnChg chg="add mod">
          <ac:chgData name="Max Concellon Marimon" userId="S::maxcm@ug.kth.se::fc38c1d0-2ce5-40e0-a335-34b1a9229426" providerId="AD" clId="Web-{C1D944A0-2783-01A2-BFAD-8698D0A76FA0}" dt="2025-12-03T10:29:41.363" v="389" actId="14100"/>
          <ac:cxnSpMkLst>
            <pc:docMk/>
            <pc:sldMk cId="966177561" sldId="274"/>
            <ac:cxnSpMk id="25" creationId="{FF99B493-5712-15C6-A3C2-9DB2945E2870}"/>
          </ac:cxnSpMkLst>
        </pc:cxnChg>
        <pc:cxnChg chg="add mod ord">
          <ac:chgData name="Max Concellon Marimon" userId="S::maxcm@ug.kth.se::fc38c1d0-2ce5-40e0-a335-34b1a9229426" providerId="AD" clId="Web-{C1D944A0-2783-01A2-BFAD-8698D0A76FA0}" dt="2025-12-03T09:02:48.154" v="212"/>
          <ac:cxnSpMkLst>
            <pc:docMk/>
            <pc:sldMk cId="966177561" sldId="274"/>
            <ac:cxnSpMk id="29" creationId="{0172DBA1-B041-A9F1-4206-2B5B5D4851AF}"/>
          </ac:cxnSpMkLst>
        </pc:cxnChg>
        <pc:cxnChg chg="add mod">
          <ac:chgData name="Max Concellon Marimon" userId="S::maxcm@ug.kth.se::fc38c1d0-2ce5-40e0-a335-34b1a9229426" providerId="AD" clId="Web-{C1D944A0-2783-01A2-BFAD-8698D0A76FA0}" dt="2025-12-03T10:29:45.019" v="390" actId="14100"/>
          <ac:cxnSpMkLst>
            <pc:docMk/>
            <pc:sldMk cId="966177561" sldId="274"/>
            <ac:cxnSpMk id="31" creationId="{B966A72B-1C79-D54D-8B0C-C14C7A28940C}"/>
          </ac:cxnSpMkLst>
        </pc:cxnChg>
      </pc:sldChg>
      <pc:sldChg chg="modSp mod ord modShow">
        <pc:chgData name="Max Concellon Marimon" userId="S::maxcm@ug.kth.se::fc38c1d0-2ce5-40e0-a335-34b1a9229426" providerId="AD" clId="Web-{C1D944A0-2783-01A2-BFAD-8698D0A76FA0}" dt="2025-12-03T13:11:34.642" v="899"/>
        <pc:sldMkLst>
          <pc:docMk/>
          <pc:sldMk cId="3485414127" sldId="282"/>
        </pc:sldMkLst>
        <pc:spChg chg="mod">
          <ac:chgData name="Max Concellon Marimon" userId="S::maxcm@ug.kth.se::fc38c1d0-2ce5-40e0-a335-34b1a9229426" providerId="AD" clId="Web-{C1D944A0-2783-01A2-BFAD-8698D0A76FA0}" dt="2025-12-03T08:43:41.301" v="84" actId="20577"/>
          <ac:spMkLst>
            <pc:docMk/>
            <pc:sldMk cId="3485414127" sldId="282"/>
            <ac:spMk id="6" creationId="{9E79FDC9-915C-E417-CFB2-B4D2586347D8}"/>
          </ac:spMkLst>
        </pc:spChg>
      </pc:sldChg>
      <pc:sldChg chg="mod ord modShow">
        <pc:chgData name="Max Concellon Marimon" userId="S::maxcm@ug.kth.se::fc38c1d0-2ce5-40e0-a335-34b1a9229426" providerId="AD" clId="Web-{C1D944A0-2783-01A2-BFAD-8698D0A76FA0}" dt="2025-12-03T13:10:22.329" v="894"/>
        <pc:sldMkLst>
          <pc:docMk/>
          <pc:sldMk cId="266142315" sldId="283"/>
        </pc:sldMkLst>
      </pc:sldChg>
      <pc:sldChg chg="modSp">
        <pc:chgData name="Max Concellon Marimon" userId="S::maxcm@ug.kth.se::fc38c1d0-2ce5-40e0-a335-34b1a9229426" providerId="AD" clId="Web-{C1D944A0-2783-01A2-BFAD-8698D0A76FA0}" dt="2025-12-03T12:51:43.945" v="615" actId="1076"/>
        <pc:sldMkLst>
          <pc:docMk/>
          <pc:sldMk cId="2603457227" sldId="284"/>
        </pc:sldMkLst>
        <pc:spChg chg="mod">
          <ac:chgData name="Max Concellon Marimon" userId="S::maxcm@ug.kth.se::fc38c1d0-2ce5-40e0-a335-34b1a9229426" providerId="AD" clId="Web-{C1D944A0-2783-01A2-BFAD-8698D0A76FA0}" dt="2025-12-03T12:51:43.945" v="615" actId="1076"/>
          <ac:spMkLst>
            <pc:docMk/>
            <pc:sldMk cId="2603457227" sldId="284"/>
            <ac:spMk id="14" creationId="{AA42C1CC-E155-BC62-692F-7A20DEAA47EC}"/>
          </ac:spMkLst>
        </pc:spChg>
      </pc:sldChg>
      <pc:sldChg chg="modSp mod ord modShow">
        <pc:chgData name="Max Concellon Marimon" userId="S::maxcm@ug.kth.se::fc38c1d0-2ce5-40e0-a335-34b1a9229426" providerId="AD" clId="Web-{C1D944A0-2783-01A2-BFAD-8698D0A76FA0}" dt="2025-12-03T13:13:35.063" v="947"/>
        <pc:sldMkLst>
          <pc:docMk/>
          <pc:sldMk cId="3745492728" sldId="287"/>
        </pc:sldMkLst>
        <pc:spChg chg="mod">
          <ac:chgData name="Max Concellon Marimon" userId="S::maxcm@ug.kth.se::fc38c1d0-2ce5-40e0-a335-34b1a9229426" providerId="AD" clId="Web-{C1D944A0-2783-01A2-BFAD-8698D0A76FA0}" dt="2025-12-03T13:10:38.485" v="896"/>
          <ac:spMkLst>
            <pc:docMk/>
            <pc:sldMk cId="3745492728" sldId="287"/>
            <ac:spMk id="62" creationId="{9882D017-106A-CDBD-9B24-6F28CA191F6E}"/>
          </ac:spMkLst>
        </pc:spChg>
      </pc:sldChg>
      <pc:sldChg chg="delSp modSp mod ord modShow">
        <pc:chgData name="Max Concellon Marimon" userId="S::maxcm@ug.kth.se::fc38c1d0-2ce5-40e0-a335-34b1a9229426" providerId="AD" clId="Web-{C1D944A0-2783-01A2-BFAD-8698D0A76FA0}" dt="2025-12-03T13:16:34.203" v="961"/>
        <pc:sldMkLst>
          <pc:docMk/>
          <pc:sldMk cId="2499878178" sldId="297"/>
        </pc:sldMkLst>
        <pc:spChg chg="mod">
          <ac:chgData name="Max Concellon Marimon" userId="S::maxcm@ug.kth.se::fc38c1d0-2ce5-40e0-a335-34b1a9229426" providerId="AD" clId="Web-{C1D944A0-2783-01A2-BFAD-8698D0A76FA0}" dt="2025-12-03T12:52:27.257" v="623" actId="1076"/>
          <ac:spMkLst>
            <pc:docMk/>
            <pc:sldMk cId="2499878178" sldId="297"/>
            <ac:spMk id="14" creationId="{E6A683A6-AD6D-62C4-22F3-C7A02C331490}"/>
          </ac:spMkLst>
        </pc:spChg>
      </pc:sldChg>
      <pc:sldChg chg="addSp delSp modSp mod modShow">
        <pc:chgData name="Max Concellon Marimon" userId="S::maxcm@ug.kth.se::fc38c1d0-2ce5-40e0-a335-34b1a9229426" providerId="AD" clId="Web-{C1D944A0-2783-01A2-BFAD-8698D0A76FA0}" dt="2025-12-03T12:58:43.772" v="661"/>
        <pc:sldMkLst>
          <pc:docMk/>
          <pc:sldMk cId="834356660" sldId="298"/>
        </pc:sldMkLst>
        <pc:graphicFrameChg chg="add mod">
          <ac:chgData name="Max Concellon Marimon" userId="S::maxcm@ug.kth.se::fc38c1d0-2ce5-40e0-a335-34b1a9229426" providerId="AD" clId="Web-{C1D944A0-2783-01A2-BFAD-8698D0A76FA0}" dt="2025-12-03T12:58:30.287" v="658" actId="1076"/>
          <ac:graphicFrameMkLst>
            <pc:docMk/>
            <pc:sldMk cId="834356660" sldId="298"/>
            <ac:graphicFrameMk id="23" creationId="{D55E8588-ADFE-4699-9405-4ABA24502793}"/>
          </ac:graphicFrameMkLst>
        </pc:graphicFrameChg>
        <pc:picChg chg="mod">
          <ac:chgData name="Max Concellon Marimon" userId="S::maxcm@ug.kth.se::fc38c1d0-2ce5-40e0-a335-34b1a9229426" providerId="AD" clId="Web-{C1D944A0-2783-01A2-BFAD-8698D0A76FA0}" dt="2025-12-03T12:48:59.633" v="572" actId="1076"/>
          <ac:picMkLst>
            <pc:docMk/>
            <pc:sldMk cId="834356660" sldId="298"/>
            <ac:picMk id="10" creationId="{85C94A1A-A19F-A893-0F87-54EC1C45821C}"/>
          </ac:picMkLst>
        </pc:picChg>
        <pc:picChg chg="mod">
          <ac:chgData name="Max Concellon Marimon" userId="S::maxcm@ug.kth.se::fc38c1d0-2ce5-40e0-a335-34b1a9229426" providerId="AD" clId="Web-{C1D944A0-2783-01A2-BFAD-8698D0A76FA0}" dt="2025-12-03T12:49:12.867" v="582" actId="1076"/>
          <ac:picMkLst>
            <pc:docMk/>
            <pc:sldMk cId="834356660" sldId="298"/>
            <ac:picMk id="15" creationId="{99832443-9431-07D2-D346-C97DEEB9A396}"/>
          </ac:picMkLst>
        </pc:picChg>
        <pc:picChg chg="mod">
          <ac:chgData name="Max Concellon Marimon" userId="S::maxcm@ug.kth.se::fc38c1d0-2ce5-40e0-a335-34b1a9229426" providerId="AD" clId="Web-{C1D944A0-2783-01A2-BFAD-8698D0A76FA0}" dt="2025-12-03T12:48:59.664" v="573" actId="1076"/>
          <ac:picMkLst>
            <pc:docMk/>
            <pc:sldMk cId="834356660" sldId="298"/>
            <ac:picMk id="16" creationId="{690FC843-44C4-680B-5283-E178E355D310}"/>
          </ac:picMkLst>
        </pc:picChg>
        <pc:picChg chg="mod">
          <ac:chgData name="Max Concellon Marimon" userId="S::maxcm@ug.kth.se::fc38c1d0-2ce5-40e0-a335-34b1a9229426" providerId="AD" clId="Web-{C1D944A0-2783-01A2-BFAD-8698D0A76FA0}" dt="2025-12-03T12:48:59.680" v="574" actId="1076"/>
          <ac:picMkLst>
            <pc:docMk/>
            <pc:sldMk cId="834356660" sldId="298"/>
            <ac:picMk id="17" creationId="{FAA34654-F680-052B-D182-00D09836A98D}"/>
          </ac:picMkLst>
        </pc:picChg>
        <pc:picChg chg="add mod">
          <ac:chgData name="Max Concellon Marimon" userId="S::maxcm@ug.kth.se::fc38c1d0-2ce5-40e0-a335-34b1a9229426" providerId="AD" clId="Web-{C1D944A0-2783-01A2-BFAD-8698D0A76FA0}" dt="2025-12-03T12:50:33.742" v="604" actId="1076"/>
          <ac:picMkLst>
            <pc:docMk/>
            <pc:sldMk cId="834356660" sldId="298"/>
            <ac:picMk id="20" creationId="{B3769F9C-D094-E3B9-0025-9403B84D0C1E}"/>
          </ac:picMkLst>
        </pc:picChg>
      </pc:sldChg>
      <pc:sldChg chg="mod ord modShow">
        <pc:chgData name="Max Concellon Marimon" userId="S::maxcm@ug.kth.se::fc38c1d0-2ce5-40e0-a335-34b1a9229426" providerId="AD" clId="Web-{C1D944A0-2783-01A2-BFAD-8698D0A76FA0}" dt="2025-12-03T13:10:51.423" v="898"/>
        <pc:sldMkLst>
          <pc:docMk/>
          <pc:sldMk cId="2056833546" sldId="299"/>
        </pc:sldMkLst>
      </pc:sldChg>
    </pc:docChg>
  </pc:docChgLst>
  <pc:docChgLst>
    <pc:chgData name="Max Concellon Marimon" userId="S::maxcm@ug.kth.se::fc38c1d0-2ce5-40e0-a335-34b1a9229426" providerId="AD" clId="Web-{9E4F4CF9-2286-7602-503A-16902C75FB48}"/>
    <pc:docChg chg="mod addSld delSld modSld sldOrd">
      <pc:chgData name="Max Concellon Marimon" userId="S::maxcm@ug.kth.se::fc38c1d0-2ce5-40e0-a335-34b1a9229426" providerId="AD" clId="Web-{9E4F4CF9-2286-7602-503A-16902C75FB48}" dt="2025-12-02T13:33:38.569" v="4743"/>
      <pc:docMkLst>
        <pc:docMk/>
      </pc:docMkLst>
      <pc:sldChg chg="addSp delSp modSp">
        <pc:chgData name="Max Concellon Marimon" userId="S::maxcm@ug.kth.se::fc38c1d0-2ce5-40e0-a335-34b1a9229426" providerId="AD" clId="Web-{9E4F4CF9-2286-7602-503A-16902C75FB48}" dt="2025-12-02T12:59:31.645" v="3127" actId="20577"/>
        <pc:sldMkLst>
          <pc:docMk/>
          <pc:sldMk cId="966177561" sldId="274"/>
        </pc:sldMkLst>
        <pc:spChg chg="mod">
          <ac:chgData name="Max Concellon Marimon" userId="S::maxcm@ug.kth.se::fc38c1d0-2ce5-40e0-a335-34b1a9229426" providerId="AD" clId="Web-{9E4F4CF9-2286-7602-503A-16902C75FB48}" dt="2025-12-02T12:59:31.645" v="3127" actId="20577"/>
          <ac:spMkLst>
            <pc:docMk/>
            <pc:sldMk cId="966177561" sldId="274"/>
            <ac:spMk id="2" creationId="{D42E4566-19B7-57F4-700E-544F6D57C217}"/>
          </ac:spMkLst>
        </pc:spChg>
        <pc:spChg chg="mod">
          <ac:chgData name="Max Concellon Marimon" userId="S::maxcm@ug.kth.se::fc38c1d0-2ce5-40e0-a335-34b1a9229426" providerId="AD" clId="Web-{9E4F4CF9-2286-7602-503A-16902C75FB48}" dt="2025-12-02T12:56:22.238" v="3086" actId="20577"/>
          <ac:spMkLst>
            <pc:docMk/>
            <pc:sldMk cId="966177561" sldId="274"/>
            <ac:spMk id="3" creationId="{2DC81449-0832-E207-B93E-F53CE85221E7}"/>
          </ac:spMkLst>
        </pc:spChg>
        <pc:spChg chg="add mod">
          <ac:chgData name="Max Concellon Marimon" userId="S::maxcm@ug.kth.se::fc38c1d0-2ce5-40e0-a335-34b1a9229426" providerId="AD" clId="Web-{9E4F4CF9-2286-7602-503A-16902C75FB48}" dt="2025-12-02T12:55:16.613" v="3054" actId="20577"/>
          <ac:spMkLst>
            <pc:docMk/>
            <pc:sldMk cId="966177561" sldId="274"/>
            <ac:spMk id="6" creationId="{9FBAD36F-5A7E-3E40-92F9-85710D83889F}"/>
          </ac:spMkLst>
        </pc:spChg>
        <pc:spChg chg="add">
          <ac:chgData name="Max Concellon Marimon" userId="S::maxcm@ug.kth.se::fc38c1d0-2ce5-40e0-a335-34b1a9229426" providerId="AD" clId="Web-{9E4F4CF9-2286-7602-503A-16902C75FB48}" dt="2025-12-02T12:55:55.488" v="3061"/>
          <ac:spMkLst>
            <pc:docMk/>
            <pc:sldMk cId="966177561" sldId="274"/>
            <ac:spMk id="8" creationId="{112FDE9E-0C95-4516-9597-68AD0B3DF179}"/>
          </ac:spMkLst>
        </pc:spChg>
        <pc:spChg chg="add">
          <ac:chgData name="Max Concellon Marimon" userId="S::maxcm@ug.kth.se::fc38c1d0-2ce5-40e0-a335-34b1a9229426" providerId="AD" clId="Web-{9E4F4CF9-2286-7602-503A-16902C75FB48}" dt="2025-12-02T12:55:55.504" v="3062"/>
          <ac:spMkLst>
            <pc:docMk/>
            <pc:sldMk cId="966177561" sldId="274"/>
            <ac:spMk id="10" creationId="{FB162047-0174-59C9-03F3-0DD032CE909F}"/>
          </ac:spMkLst>
        </pc:spChg>
        <pc:spChg chg="add">
          <ac:chgData name="Max Concellon Marimon" userId="S::maxcm@ug.kth.se::fc38c1d0-2ce5-40e0-a335-34b1a9229426" providerId="AD" clId="Web-{9E4F4CF9-2286-7602-503A-16902C75FB48}" dt="2025-12-02T12:55:55.550" v="3063"/>
          <ac:spMkLst>
            <pc:docMk/>
            <pc:sldMk cId="966177561" sldId="274"/>
            <ac:spMk id="12" creationId="{ECCB0314-1130-5CE3-7AF4-6D3BBB378CF1}"/>
          </ac:spMkLst>
        </pc:spChg>
        <pc:picChg chg="add">
          <ac:chgData name="Max Concellon Marimon" userId="S::maxcm@ug.kth.se::fc38c1d0-2ce5-40e0-a335-34b1a9229426" providerId="AD" clId="Web-{9E4F4CF9-2286-7602-503A-16902C75FB48}" dt="2025-12-02T12:55:55.597" v="3064"/>
          <ac:picMkLst>
            <pc:docMk/>
            <pc:sldMk cId="966177561" sldId="274"/>
            <ac:picMk id="14" creationId="{3E245CA5-CD71-0FE3-F924-73559736897D}"/>
          </ac:picMkLst>
        </pc:picChg>
        <pc:picChg chg="add">
          <ac:chgData name="Max Concellon Marimon" userId="S::maxcm@ug.kth.se::fc38c1d0-2ce5-40e0-a335-34b1a9229426" providerId="AD" clId="Web-{9E4F4CF9-2286-7602-503A-16902C75FB48}" dt="2025-12-02T12:55:55.660" v="3065"/>
          <ac:picMkLst>
            <pc:docMk/>
            <pc:sldMk cId="966177561" sldId="274"/>
            <ac:picMk id="16" creationId="{59E53D05-3858-D048-279A-7B2B13E37C65}"/>
          </ac:picMkLst>
        </pc:picChg>
        <pc:picChg chg="add">
          <ac:chgData name="Max Concellon Marimon" userId="S::maxcm@ug.kth.se::fc38c1d0-2ce5-40e0-a335-34b1a9229426" providerId="AD" clId="Web-{9E4F4CF9-2286-7602-503A-16902C75FB48}" dt="2025-12-02T12:55:55.722" v="3066"/>
          <ac:picMkLst>
            <pc:docMk/>
            <pc:sldMk cId="966177561" sldId="274"/>
            <ac:picMk id="18" creationId="{3DE6EDED-3304-6EBD-1035-497ED4207BD9}"/>
          </ac:picMkLst>
        </pc:picChg>
      </pc:sldChg>
      <pc:sldChg chg="addSp delSp modSp">
        <pc:chgData name="Max Concellon Marimon" userId="S::maxcm@ug.kth.se::fc38c1d0-2ce5-40e0-a335-34b1a9229426" providerId="AD" clId="Web-{9E4F4CF9-2286-7602-503A-16902C75FB48}" dt="2025-12-02T12:43:27.878" v="2911" actId="1076"/>
        <pc:sldMkLst>
          <pc:docMk/>
          <pc:sldMk cId="3485414127" sldId="282"/>
        </pc:sldMkLst>
        <pc:spChg chg="mod">
          <ac:chgData name="Max Concellon Marimon" userId="S::maxcm@ug.kth.se::fc38c1d0-2ce5-40e0-a335-34b1a9229426" providerId="AD" clId="Web-{9E4F4CF9-2286-7602-503A-16902C75FB48}" dt="2025-12-02T10:26:29.680" v="434" actId="14100"/>
          <ac:spMkLst>
            <pc:docMk/>
            <pc:sldMk cId="3485414127" sldId="282"/>
            <ac:spMk id="6" creationId="{9E79FDC9-915C-E417-CFB2-B4D2586347D8}"/>
          </ac:spMkLst>
        </pc:spChg>
        <pc:spChg chg="mod">
          <ac:chgData name="Max Concellon Marimon" userId="S::maxcm@ug.kth.se::fc38c1d0-2ce5-40e0-a335-34b1a9229426" providerId="AD" clId="Web-{9E4F4CF9-2286-7602-503A-16902C75FB48}" dt="2025-12-02T10:27:26.243" v="508" actId="1076"/>
          <ac:spMkLst>
            <pc:docMk/>
            <pc:sldMk cId="3485414127" sldId="282"/>
            <ac:spMk id="7" creationId="{32DF34B0-6A23-796D-EFE6-1FE4BB5A75C4}"/>
          </ac:spMkLst>
        </pc:spChg>
        <pc:spChg chg="mod">
          <ac:chgData name="Max Concellon Marimon" userId="S::maxcm@ug.kth.se::fc38c1d0-2ce5-40e0-a335-34b1a9229426" providerId="AD" clId="Web-{9E4F4CF9-2286-7602-503A-16902C75FB48}" dt="2025-12-02T10:27:27.243" v="522" actId="1076"/>
          <ac:spMkLst>
            <pc:docMk/>
            <pc:sldMk cId="3485414127" sldId="282"/>
            <ac:spMk id="8" creationId="{495F753B-3CE6-733D-5B44-B30B156C5DC9}"/>
          </ac:spMkLst>
        </pc:spChg>
        <pc:spChg chg="mod">
          <ac:chgData name="Max Concellon Marimon" userId="S::maxcm@ug.kth.se::fc38c1d0-2ce5-40e0-a335-34b1a9229426" providerId="AD" clId="Web-{9E4F4CF9-2286-7602-503A-16902C75FB48}" dt="2025-12-02T10:27:26.305" v="509" actId="1076"/>
          <ac:spMkLst>
            <pc:docMk/>
            <pc:sldMk cId="3485414127" sldId="282"/>
            <ac:spMk id="9" creationId="{DFD9139A-4CE6-C4B5-4FCA-30F4969F42F6}"/>
          </ac:spMkLst>
        </pc:spChg>
        <pc:spChg chg="mod">
          <ac:chgData name="Max Concellon Marimon" userId="S::maxcm@ug.kth.se::fc38c1d0-2ce5-40e0-a335-34b1a9229426" providerId="AD" clId="Web-{9E4F4CF9-2286-7602-503A-16902C75FB48}" dt="2025-12-02T10:26:29.742" v="435" actId="14100"/>
          <ac:spMkLst>
            <pc:docMk/>
            <pc:sldMk cId="3485414127" sldId="282"/>
            <ac:spMk id="10" creationId="{526686B3-CBD0-ADEF-13B0-91A5A71AE2FB}"/>
          </ac:spMkLst>
        </pc:spChg>
        <pc:spChg chg="mod">
          <ac:chgData name="Max Concellon Marimon" userId="S::maxcm@ug.kth.se::fc38c1d0-2ce5-40e0-a335-34b1a9229426" providerId="AD" clId="Web-{9E4F4CF9-2286-7602-503A-16902C75FB48}" dt="2025-12-02T10:27:27.164" v="521" actId="1076"/>
          <ac:spMkLst>
            <pc:docMk/>
            <pc:sldMk cId="3485414127" sldId="282"/>
            <ac:spMk id="12" creationId="{90B2EB94-6888-BF0C-F1A9-1B54D5B08B0E}"/>
          </ac:spMkLst>
        </pc:spChg>
        <pc:spChg chg="mod">
          <ac:chgData name="Max Concellon Marimon" userId="S::maxcm@ug.kth.se::fc38c1d0-2ce5-40e0-a335-34b1a9229426" providerId="AD" clId="Web-{9E4F4CF9-2286-7602-503A-16902C75FB48}" dt="2025-12-02T10:27:26.430" v="511" actId="1076"/>
          <ac:spMkLst>
            <pc:docMk/>
            <pc:sldMk cId="3485414127" sldId="282"/>
            <ac:spMk id="14" creationId="{AE2CF36F-7B95-535F-4E2E-65B6F188BE1C}"/>
          </ac:spMkLst>
        </pc:spChg>
        <pc:spChg chg="mod">
          <ac:chgData name="Max Concellon Marimon" userId="S::maxcm@ug.kth.se::fc38c1d0-2ce5-40e0-a335-34b1a9229426" providerId="AD" clId="Web-{9E4F4CF9-2286-7602-503A-16902C75FB48}" dt="2025-12-02T12:28:17.408" v="2786"/>
          <ac:spMkLst>
            <pc:docMk/>
            <pc:sldMk cId="3485414127" sldId="282"/>
            <ac:spMk id="16" creationId="{9A6C6560-447C-D1B3-94CE-4FF1BEA9AF19}"/>
          </ac:spMkLst>
        </pc:spChg>
        <pc:spChg chg="mod">
          <ac:chgData name="Max Concellon Marimon" userId="S::maxcm@ug.kth.se::fc38c1d0-2ce5-40e0-a335-34b1a9229426" providerId="AD" clId="Web-{9E4F4CF9-2286-7602-503A-16902C75FB48}" dt="2025-12-02T10:27:27.305" v="523" actId="1076"/>
          <ac:spMkLst>
            <pc:docMk/>
            <pc:sldMk cId="3485414127" sldId="282"/>
            <ac:spMk id="17" creationId="{6D7608F6-3C59-7981-7D5E-B0BC334EEA38}"/>
          </ac:spMkLst>
        </pc:spChg>
        <pc:spChg chg="mod">
          <ac:chgData name="Max Concellon Marimon" userId="S::maxcm@ug.kth.se::fc38c1d0-2ce5-40e0-a335-34b1a9229426" providerId="AD" clId="Web-{9E4F4CF9-2286-7602-503A-16902C75FB48}" dt="2025-12-02T10:27:26.586" v="513" actId="1076"/>
          <ac:spMkLst>
            <pc:docMk/>
            <pc:sldMk cId="3485414127" sldId="282"/>
            <ac:spMk id="18" creationId="{8389FFDA-B2F8-E72D-2C60-8B574BC4A1B0}"/>
          </ac:spMkLst>
        </pc:spChg>
        <pc:spChg chg="mod">
          <ac:chgData name="Max Concellon Marimon" userId="S::maxcm@ug.kth.se::fc38c1d0-2ce5-40e0-a335-34b1a9229426" providerId="AD" clId="Web-{9E4F4CF9-2286-7602-503A-16902C75FB48}" dt="2025-12-02T10:27:26.727" v="515" actId="1076"/>
          <ac:spMkLst>
            <pc:docMk/>
            <pc:sldMk cId="3485414127" sldId="282"/>
            <ac:spMk id="23" creationId="{4F0F8B15-7B33-9568-15A1-7402C9C77486}"/>
          </ac:spMkLst>
        </pc:spChg>
        <pc:spChg chg="mod">
          <ac:chgData name="Max Concellon Marimon" userId="S::maxcm@ug.kth.se::fc38c1d0-2ce5-40e0-a335-34b1a9229426" providerId="AD" clId="Web-{9E4F4CF9-2286-7602-503A-16902C75FB48}" dt="2025-12-02T10:27:26.868" v="517" actId="1076"/>
          <ac:spMkLst>
            <pc:docMk/>
            <pc:sldMk cId="3485414127" sldId="282"/>
            <ac:spMk id="26" creationId="{B5F9413D-98AE-B9B5-DD7D-94807872DE85}"/>
          </ac:spMkLst>
        </pc:spChg>
        <pc:spChg chg="mod">
          <ac:chgData name="Max Concellon Marimon" userId="S::maxcm@ug.kth.se::fc38c1d0-2ce5-40e0-a335-34b1a9229426" providerId="AD" clId="Web-{9E4F4CF9-2286-7602-503A-16902C75FB48}" dt="2025-12-02T12:40:02.362" v="2895" actId="20577"/>
          <ac:spMkLst>
            <pc:docMk/>
            <pc:sldMk cId="3485414127" sldId="282"/>
            <ac:spMk id="38" creationId="{7D887712-65CE-B02F-62A4-60B56E74189F}"/>
          </ac:spMkLst>
        </pc:spChg>
        <pc:picChg chg="mod">
          <ac:chgData name="Max Concellon Marimon" userId="S::maxcm@ug.kth.se::fc38c1d0-2ce5-40e0-a335-34b1a9229426" providerId="AD" clId="Web-{9E4F4CF9-2286-7602-503A-16902C75FB48}" dt="2025-12-02T10:26:39.852" v="438" actId="1076"/>
          <ac:picMkLst>
            <pc:docMk/>
            <pc:sldMk cId="3485414127" sldId="282"/>
            <ac:picMk id="5" creationId="{5916EB80-4DCA-C475-F1CF-56BCA8C6FCF4}"/>
          </ac:picMkLst>
        </pc:picChg>
        <pc:picChg chg="mod">
          <ac:chgData name="Max Concellon Marimon" userId="S::maxcm@ug.kth.se::fc38c1d0-2ce5-40e0-a335-34b1a9229426" providerId="AD" clId="Web-{9E4F4CF9-2286-7602-503A-16902C75FB48}" dt="2025-12-02T12:27:52.502" v="2783" actId="1076"/>
          <ac:picMkLst>
            <pc:docMk/>
            <pc:sldMk cId="3485414127" sldId="282"/>
            <ac:picMk id="20" creationId="{6B3A8871-A4D9-CA25-BE19-186A89DB9337}"/>
          </ac:picMkLst>
        </pc:picChg>
        <pc:picChg chg="add mod">
          <ac:chgData name="Max Concellon Marimon" userId="S::maxcm@ug.kth.se::fc38c1d0-2ce5-40e0-a335-34b1a9229426" providerId="AD" clId="Web-{9E4F4CF9-2286-7602-503A-16902C75FB48}" dt="2025-12-02T10:26:35.383" v="437" actId="1076"/>
          <ac:picMkLst>
            <pc:docMk/>
            <pc:sldMk cId="3485414127" sldId="282"/>
            <ac:picMk id="21" creationId="{D7D163AF-0A26-ED20-A7D4-978B47099EF8}"/>
          </ac:picMkLst>
        </pc:picChg>
        <pc:picChg chg="add mod">
          <ac:chgData name="Max Concellon Marimon" userId="S::maxcm@ug.kth.se::fc38c1d0-2ce5-40e0-a335-34b1a9229426" providerId="AD" clId="Web-{9E4F4CF9-2286-7602-503A-16902C75FB48}" dt="2025-12-02T12:43:27.878" v="2911" actId="1076"/>
          <ac:picMkLst>
            <pc:docMk/>
            <pc:sldMk cId="3485414127" sldId="282"/>
            <ac:picMk id="22" creationId="{60631B67-CE2D-6610-DDE7-A118492A53BD}"/>
          </ac:picMkLst>
        </pc:picChg>
        <pc:picChg chg="add mod">
          <ac:chgData name="Max Concellon Marimon" userId="S::maxcm@ug.kth.se::fc38c1d0-2ce5-40e0-a335-34b1a9229426" providerId="AD" clId="Web-{9E4F4CF9-2286-7602-503A-16902C75FB48}" dt="2025-12-02T12:41:58.472" v="2900" actId="1076"/>
          <ac:picMkLst>
            <pc:docMk/>
            <pc:sldMk cId="3485414127" sldId="282"/>
            <ac:picMk id="28" creationId="{A5BDFA6E-E80B-75F9-F773-8E7BCF8D0901}"/>
          </ac:picMkLst>
        </pc:picChg>
        <pc:picChg chg="add mod">
          <ac:chgData name="Max Concellon Marimon" userId="S::maxcm@ug.kth.se::fc38c1d0-2ce5-40e0-a335-34b1a9229426" providerId="AD" clId="Web-{9E4F4CF9-2286-7602-503A-16902C75FB48}" dt="2025-12-02T12:42:58.769" v="2910" actId="14100"/>
          <ac:picMkLst>
            <pc:docMk/>
            <pc:sldMk cId="3485414127" sldId="282"/>
            <ac:picMk id="29" creationId="{C6C14FAB-19E5-BF0B-0254-019D42F3570C}"/>
          </ac:picMkLst>
        </pc:picChg>
        <pc:picChg chg="add mod">
          <ac:chgData name="Max Concellon Marimon" userId="S::maxcm@ug.kth.se::fc38c1d0-2ce5-40e0-a335-34b1a9229426" providerId="AD" clId="Web-{9E4F4CF9-2286-7602-503A-16902C75FB48}" dt="2025-12-02T12:42:48.503" v="2908" actId="1076"/>
          <ac:picMkLst>
            <pc:docMk/>
            <pc:sldMk cId="3485414127" sldId="282"/>
            <ac:picMk id="30" creationId="{825A2E5D-E145-E0DC-0C92-FF5795B8E5C0}"/>
          </ac:picMkLst>
        </pc:picChg>
        <pc:picChg chg="mod">
          <ac:chgData name="Max Concellon Marimon" userId="S::maxcm@ug.kth.se::fc38c1d0-2ce5-40e0-a335-34b1a9229426" providerId="AD" clId="Web-{9E4F4CF9-2286-7602-503A-16902C75FB48}" dt="2025-12-02T10:27:27.399" v="524" actId="1076"/>
          <ac:picMkLst>
            <pc:docMk/>
            <pc:sldMk cId="3485414127" sldId="282"/>
            <ac:picMk id="31" creationId="{0C351387-F95C-983E-63B3-41616F2E8BA4}"/>
          </ac:picMkLst>
        </pc:picChg>
        <pc:picChg chg="mod">
          <ac:chgData name="Max Concellon Marimon" userId="S::maxcm@ug.kth.se::fc38c1d0-2ce5-40e0-a335-34b1a9229426" providerId="AD" clId="Web-{9E4F4CF9-2286-7602-503A-16902C75FB48}" dt="2025-12-02T10:27:27.461" v="525" actId="1076"/>
          <ac:picMkLst>
            <pc:docMk/>
            <pc:sldMk cId="3485414127" sldId="282"/>
            <ac:picMk id="32" creationId="{0D0E0304-42CE-64F7-FE55-154DE25171B6}"/>
          </ac:picMkLst>
        </pc:picChg>
        <pc:picChg chg="mod">
          <ac:chgData name="Max Concellon Marimon" userId="S::maxcm@ug.kth.se::fc38c1d0-2ce5-40e0-a335-34b1a9229426" providerId="AD" clId="Web-{9E4F4CF9-2286-7602-503A-16902C75FB48}" dt="2025-12-02T10:27:27.524" v="526" actId="1076"/>
          <ac:picMkLst>
            <pc:docMk/>
            <pc:sldMk cId="3485414127" sldId="282"/>
            <ac:picMk id="33" creationId="{3C3D09DC-0322-E99F-531A-4A9DC16A1F78}"/>
          </ac:picMkLst>
        </pc:picChg>
        <pc:picChg chg="mod">
          <ac:chgData name="Max Concellon Marimon" userId="S::maxcm@ug.kth.se::fc38c1d0-2ce5-40e0-a335-34b1a9229426" providerId="AD" clId="Web-{9E4F4CF9-2286-7602-503A-16902C75FB48}" dt="2025-12-02T10:27:27.586" v="527" actId="1076"/>
          <ac:picMkLst>
            <pc:docMk/>
            <pc:sldMk cId="3485414127" sldId="282"/>
            <ac:picMk id="34" creationId="{EC17B9FF-2266-D640-72AF-740FAE7A4647}"/>
          </ac:picMkLst>
        </pc:picChg>
        <pc:picChg chg="mod">
          <ac:chgData name="Max Concellon Marimon" userId="S::maxcm@ug.kth.se::fc38c1d0-2ce5-40e0-a335-34b1a9229426" providerId="AD" clId="Web-{9E4F4CF9-2286-7602-503A-16902C75FB48}" dt="2025-12-02T10:27:27.649" v="528" actId="1076"/>
          <ac:picMkLst>
            <pc:docMk/>
            <pc:sldMk cId="3485414127" sldId="282"/>
            <ac:picMk id="35" creationId="{0E260115-E42B-5C13-FC24-1EC02704C25A}"/>
          </ac:picMkLst>
        </pc:picChg>
        <pc:picChg chg="mod">
          <ac:chgData name="Max Concellon Marimon" userId="S::maxcm@ug.kth.se::fc38c1d0-2ce5-40e0-a335-34b1a9229426" providerId="AD" clId="Web-{9E4F4CF9-2286-7602-503A-16902C75FB48}" dt="2025-12-02T10:27:27.711" v="529" actId="1076"/>
          <ac:picMkLst>
            <pc:docMk/>
            <pc:sldMk cId="3485414127" sldId="282"/>
            <ac:picMk id="36" creationId="{8B9EA81A-C49F-60F0-51AA-95EB84B2CEDD}"/>
          </ac:picMkLst>
        </pc:picChg>
        <pc:picChg chg="mod">
          <ac:chgData name="Max Concellon Marimon" userId="S::maxcm@ug.kth.se::fc38c1d0-2ce5-40e0-a335-34b1a9229426" providerId="AD" clId="Web-{9E4F4CF9-2286-7602-503A-16902C75FB48}" dt="2025-12-02T10:27:27.774" v="530" actId="1076"/>
          <ac:picMkLst>
            <pc:docMk/>
            <pc:sldMk cId="3485414127" sldId="282"/>
            <ac:picMk id="37" creationId="{CD8E5066-A298-FBDB-AA44-4CC477C4CE63}"/>
          </ac:picMkLst>
        </pc:picChg>
        <pc:picChg chg="mod">
          <ac:chgData name="Max Concellon Marimon" userId="S::maxcm@ug.kth.se::fc38c1d0-2ce5-40e0-a335-34b1a9229426" providerId="AD" clId="Web-{9E4F4CF9-2286-7602-503A-16902C75FB48}" dt="2025-12-02T10:27:27.836" v="531" actId="1076"/>
          <ac:picMkLst>
            <pc:docMk/>
            <pc:sldMk cId="3485414127" sldId="282"/>
            <ac:picMk id="40" creationId="{924A4888-1609-6E90-601B-D501FC87742E}"/>
          </ac:picMkLst>
        </pc:picChg>
        <pc:cxnChg chg="mod">
          <ac:chgData name="Max Concellon Marimon" userId="S::maxcm@ug.kth.se::fc38c1d0-2ce5-40e0-a335-34b1a9229426" providerId="AD" clId="Web-{9E4F4CF9-2286-7602-503A-16902C75FB48}" dt="2025-12-02T10:27:26.368" v="510" actId="1076"/>
          <ac:cxnSpMkLst>
            <pc:docMk/>
            <pc:sldMk cId="3485414127" sldId="282"/>
            <ac:cxnSpMk id="11" creationId="{358A6335-0FCF-DCF8-E319-D0B314261B52}"/>
          </ac:cxnSpMkLst>
        </pc:cxnChg>
        <pc:cxnChg chg="mod">
          <ac:chgData name="Max Concellon Marimon" userId="S::maxcm@ug.kth.se::fc38c1d0-2ce5-40e0-a335-34b1a9229426" providerId="AD" clId="Web-{9E4F4CF9-2286-7602-503A-16902C75FB48}" dt="2025-12-02T10:27:26.524" v="512" actId="1076"/>
          <ac:cxnSpMkLst>
            <pc:docMk/>
            <pc:sldMk cId="3485414127" sldId="282"/>
            <ac:cxnSpMk id="15" creationId="{DA8E4F97-2464-56F2-FA85-3900EBE8501E}"/>
          </ac:cxnSpMkLst>
        </pc:cxnChg>
        <pc:cxnChg chg="mod">
          <ac:chgData name="Max Concellon Marimon" userId="S::maxcm@ug.kth.se::fc38c1d0-2ce5-40e0-a335-34b1a9229426" providerId="AD" clId="Web-{9E4F4CF9-2286-7602-503A-16902C75FB48}" dt="2025-12-02T10:27:26.649" v="514" actId="1076"/>
          <ac:cxnSpMkLst>
            <pc:docMk/>
            <pc:sldMk cId="3485414127" sldId="282"/>
            <ac:cxnSpMk id="19" creationId="{43C1FC60-C5AC-899C-8735-31EC6806CC1C}"/>
          </ac:cxnSpMkLst>
        </pc:cxnChg>
        <pc:cxnChg chg="mod">
          <ac:chgData name="Max Concellon Marimon" userId="S::maxcm@ug.kth.se::fc38c1d0-2ce5-40e0-a335-34b1a9229426" providerId="AD" clId="Web-{9E4F4CF9-2286-7602-503A-16902C75FB48}" dt="2025-12-02T10:27:26.789" v="516" actId="1076"/>
          <ac:cxnSpMkLst>
            <pc:docMk/>
            <pc:sldMk cId="3485414127" sldId="282"/>
            <ac:cxnSpMk id="25" creationId="{AE35FD4D-F7E9-9E05-18FD-C0AFD5F9A025}"/>
          </ac:cxnSpMkLst>
        </pc:cxnChg>
        <pc:cxnChg chg="mod">
          <ac:chgData name="Max Concellon Marimon" userId="S::maxcm@ug.kth.se::fc38c1d0-2ce5-40e0-a335-34b1a9229426" providerId="AD" clId="Web-{9E4F4CF9-2286-7602-503A-16902C75FB48}" dt="2025-12-02T10:27:26.946" v="518" actId="1076"/>
          <ac:cxnSpMkLst>
            <pc:docMk/>
            <pc:sldMk cId="3485414127" sldId="282"/>
            <ac:cxnSpMk id="27" creationId="{CBA5F23D-A4BF-AFB5-D6DB-CAC87128F19C}"/>
          </ac:cxnSpMkLst>
        </pc:cxnChg>
        <pc:cxnChg chg="mod">
          <ac:chgData name="Max Concellon Marimon" userId="S::maxcm@ug.kth.se::fc38c1d0-2ce5-40e0-a335-34b1a9229426" providerId="AD" clId="Web-{9E4F4CF9-2286-7602-503A-16902C75FB48}" dt="2025-12-02T10:27:27.086" v="520" actId="1076"/>
          <ac:cxnSpMkLst>
            <pc:docMk/>
            <pc:sldMk cId="3485414127" sldId="282"/>
            <ac:cxnSpMk id="39" creationId="{94F41381-A43C-B4DA-58E1-C2E3C0DF88F7}"/>
          </ac:cxnSpMkLst>
        </pc:cxnChg>
      </pc:sldChg>
      <pc:sldChg chg="addSp delSp modSp add replId">
        <pc:chgData name="Max Concellon Marimon" userId="S::maxcm@ug.kth.se::fc38c1d0-2ce5-40e0-a335-34b1a9229426" providerId="AD" clId="Web-{9E4F4CF9-2286-7602-503A-16902C75FB48}" dt="2025-12-02T12:50:04.050" v="2965" actId="20577"/>
        <pc:sldMkLst>
          <pc:docMk/>
          <pc:sldMk cId="266142315" sldId="283"/>
        </pc:sldMkLst>
        <pc:spChg chg="mod">
          <ac:chgData name="Max Concellon Marimon" userId="S::maxcm@ug.kth.se::fc38c1d0-2ce5-40e0-a335-34b1a9229426" providerId="AD" clId="Web-{9E4F4CF9-2286-7602-503A-16902C75FB48}" dt="2025-12-02T12:50:04.050" v="2965" actId="20577"/>
          <ac:spMkLst>
            <pc:docMk/>
            <pc:sldMk cId="266142315" sldId="283"/>
            <ac:spMk id="2" creationId="{342AAD07-45A9-1AED-B4B3-53850DF9C356}"/>
          </ac:spMkLst>
        </pc:spChg>
        <pc:spChg chg="add mod">
          <ac:chgData name="Max Concellon Marimon" userId="S::maxcm@ug.kth.se::fc38c1d0-2ce5-40e0-a335-34b1a9229426" providerId="AD" clId="Web-{9E4F4CF9-2286-7602-503A-16902C75FB48}" dt="2025-12-02T10:24:46.727" v="417" actId="1076"/>
          <ac:spMkLst>
            <pc:docMk/>
            <pc:sldMk cId="266142315" sldId="283"/>
            <ac:spMk id="7" creationId="{54CC956A-BA59-7636-431A-A50EF9969C64}"/>
          </ac:spMkLst>
        </pc:spChg>
        <pc:spChg chg="add mod">
          <ac:chgData name="Max Concellon Marimon" userId="S::maxcm@ug.kth.se::fc38c1d0-2ce5-40e0-a335-34b1a9229426" providerId="AD" clId="Web-{9E4F4CF9-2286-7602-503A-16902C75FB48}" dt="2025-12-02T10:28:02.758" v="533" actId="20577"/>
          <ac:spMkLst>
            <pc:docMk/>
            <pc:sldMk cId="266142315" sldId="283"/>
            <ac:spMk id="18" creationId="{E4D02FFC-B314-3D9F-794E-D0501D603CB5}"/>
          </ac:spMkLst>
        </pc:spChg>
        <pc:spChg chg="add mod">
          <ac:chgData name="Max Concellon Marimon" userId="S::maxcm@ug.kth.se::fc38c1d0-2ce5-40e0-a335-34b1a9229426" providerId="AD" clId="Web-{9E4F4CF9-2286-7602-503A-16902C75FB48}" dt="2025-12-02T10:24:47.086" v="423" actId="1076"/>
          <ac:spMkLst>
            <pc:docMk/>
            <pc:sldMk cId="266142315" sldId="283"/>
            <ac:spMk id="22" creationId="{0F6BCAB5-596C-3980-63CE-5B10B2210382}"/>
          </ac:spMkLst>
        </pc:spChg>
        <pc:spChg chg="add mod ord">
          <ac:chgData name="Max Concellon Marimon" userId="S::maxcm@ug.kth.se::fc38c1d0-2ce5-40e0-a335-34b1a9229426" providerId="AD" clId="Web-{9E4F4CF9-2286-7602-503A-16902C75FB48}" dt="2025-12-02T10:24:10.633" v="415" actId="1076"/>
          <ac:spMkLst>
            <pc:docMk/>
            <pc:sldMk cId="266142315" sldId="283"/>
            <ac:spMk id="32" creationId="{CD9E926A-8209-04BB-9883-2D23C131F78F}"/>
          </ac:spMkLst>
        </pc:spChg>
        <pc:graphicFrameChg chg="mod modGraphic">
          <ac:chgData name="Max Concellon Marimon" userId="S::maxcm@ug.kth.se::fc38c1d0-2ce5-40e0-a335-34b1a9229426" providerId="AD" clId="Web-{9E4F4CF9-2286-7602-503A-16902C75FB48}" dt="2025-12-02T10:49:21.104" v="773"/>
          <ac:graphicFrameMkLst>
            <pc:docMk/>
            <pc:sldMk cId="266142315" sldId="283"/>
            <ac:graphicFrameMk id="5" creationId="{01369FEC-2B5B-2FF8-DAA3-177139548978}"/>
          </ac:graphicFrameMkLst>
        </pc:graphicFrameChg>
        <pc:picChg chg="add mod">
          <ac:chgData name="Max Concellon Marimon" userId="S::maxcm@ug.kth.se::fc38c1d0-2ce5-40e0-a335-34b1a9229426" providerId="AD" clId="Web-{9E4F4CF9-2286-7602-503A-16902C75FB48}" dt="2025-12-02T10:24:46.789" v="418" actId="1076"/>
          <ac:picMkLst>
            <pc:docMk/>
            <pc:sldMk cId="266142315" sldId="283"/>
            <ac:picMk id="10" creationId="{8E3FE5CA-FDDB-939E-4D62-EE627D251A74}"/>
          </ac:picMkLst>
        </pc:picChg>
        <pc:picChg chg="add mod">
          <ac:chgData name="Max Concellon Marimon" userId="S::maxcm@ug.kth.se::fc38c1d0-2ce5-40e0-a335-34b1a9229426" providerId="AD" clId="Web-{9E4F4CF9-2286-7602-503A-16902C75FB48}" dt="2025-12-02T10:24:46.867" v="419" actId="1076"/>
          <ac:picMkLst>
            <pc:docMk/>
            <pc:sldMk cId="266142315" sldId="283"/>
            <ac:picMk id="16" creationId="{5F5271A1-227E-2E4A-5F2D-715DFB38732C}"/>
          </ac:picMkLst>
        </pc:picChg>
        <pc:picChg chg="add mod">
          <ac:chgData name="Max Concellon Marimon" userId="S::maxcm@ug.kth.se::fc38c1d0-2ce5-40e0-a335-34b1a9229426" providerId="AD" clId="Web-{9E4F4CF9-2286-7602-503A-16902C75FB48}" dt="2025-12-02T10:24:46.914" v="420" actId="1076"/>
          <ac:picMkLst>
            <pc:docMk/>
            <pc:sldMk cId="266142315" sldId="283"/>
            <ac:picMk id="17" creationId="{AB85D88D-9A8B-325F-F05C-8FF8E5BB80FD}"/>
          </ac:picMkLst>
        </pc:picChg>
        <pc:picChg chg="add mod">
          <ac:chgData name="Max Concellon Marimon" userId="S::maxcm@ug.kth.se::fc38c1d0-2ce5-40e0-a335-34b1a9229426" providerId="AD" clId="Web-{9E4F4CF9-2286-7602-503A-16902C75FB48}" dt="2025-12-02T10:24:47.024" v="422" actId="1076"/>
          <ac:picMkLst>
            <pc:docMk/>
            <pc:sldMk cId="266142315" sldId="283"/>
            <ac:picMk id="21" creationId="{C017579F-CBEA-C710-640D-171D84B40F9C}"/>
          </ac:picMkLst>
        </pc:picChg>
        <pc:picChg chg="add mod">
          <ac:chgData name="Max Concellon Marimon" userId="S::maxcm@ug.kth.se::fc38c1d0-2ce5-40e0-a335-34b1a9229426" providerId="AD" clId="Web-{9E4F4CF9-2286-7602-503A-16902C75FB48}" dt="2025-12-02T10:24:47.149" v="424" actId="1076"/>
          <ac:picMkLst>
            <pc:docMk/>
            <pc:sldMk cId="266142315" sldId="283"/>
            <ac:picMk id="26" creationId="{8726E9E9-E075-274D-1BA7-D327CCD85F29}"/>
          </ac:picMkLst>
        </pc:picChg>
        <pc:picChg chg="add mod">
          <ac:chgData name="Max Concellon Marimon" userId="S::maxcm@ug.kth.se::fc38c1d0-2ce5-40e0-a335-34b1a9229426" providerId="AD" clId="Web-{9E4F4CF9-2286-7602-503A-16902C75FB48}" dt="2025-12-02T10:24:47.195" v="425" actId="1076"/>
          <ac:picMkLst>
            <pc:docMk/>
            <pc:sldMk cId="266142315" sldId="283"/>
            <ac:picMk id="27" creationId="{42D4C055-D093-77A3-8DD3-469AD19F1C51}"/>
          </ac:picMkLst>
        </pc:picChg>
        <pc:picChg chg="add mod">
          <ac:chgData name="Max Concellon Marimon" userId="S::maxcm@ug.kth.se::fc38c1d0-2ce5-40e0-a335-34b1a9229426" providerId="AD" clId="Web-{9E4F4CF9-2286-7602-503A-16902C75FB48}" dt="2025-12-02T10:24:47.242" v="426" actId="1076"/>
          <ac:picMkLst>
            <pc:docMk/>
            <pc:sldMk cId="266142315" sldId="283"/>
            <ac:picMk id="28" creationId="{15022B37-4FE7-DECE-79A4-A2D1B696B7F2}"/>
          </ac:picMkLst>
        </pc:picChg>
        <pc:picChg chg="add mod">
          <ac:chgData name="Max Concellon Marimon" userId="S::maxcm@ug.kth.se::fc38c1d0-2ce5-40e0-a335-34b1a9229426" providerId="AD" clId="Web-{9E4F4CF9-2286-7602-503A-16902C75FB48}" dt="2025-12-02T10:24:47.289" v="427" actId="1076"/>
          <ac:picMkLst>
            <pc:docMk/>
            <pc:sldMk cId="266142315" sldId="283"/>
            <ac:picMk id="29" creationId="{8AA9E48F-9079-F6CA-6EE6-5FA2937052C9}"/>
          </ac:picMkLst>
        </pc:picChg>
        <pc:picChg chg="add mod modCrop">
          <ac:chgData name="Max Concellon Marimon" userId="S::maxcm@ug.kth.se::fc38c1d0-2ce5-40e0-a335-34b1a9229426" providerId="AD" clId="Web-{9E4F4CF9-2286-7602-503A-16902C75FB48}" dt="2025-12-02T10:22:42.617" v="383" actId="14100"/>
          <ac:picMkLst>
            <pc:docMk/>
            <pc:sldMk cId="266142315" sldId="283"/>
            <ac:picMk id="31" creationId="{516163B7-EC0E-B5C6-C002-2E6F3F52A5B1}"/>
          </ac:picMkLst>
        </pc:picChg>
        <pc:picChg chg="add mod">
          <ac:chgData name="Max Concellon Marimon" userId="S::maxcm@ug.kth.se::fc38c1d0-2ce5-40e0-a335-34b1a9229426" providerId="AD" clId="Web-{9E4F4CF9-2286-7602-503A-16902C75FB48}" dt="2025-12-02T12:46:19.738" v="2917" actId="1076"/>
          <ac:picMkLst>
            <pc:docMk/>
            <pc:sldMk cId="266142315" sldId="283"/>
            <ac:picMk id="35" creationId="{CCEDD6DB-69F0-3930-4A72-927116992FC6}"/>
          </ac:picMkLst>
        </pc:picChg>
      </pc:sldChg>
      <pc:sldChg chg="addSp delSp modSp add replId">
        <pc:chgData name="Max Concellon Marimon" userId="S::maxcm@ug.kth.se::fc38c1d0-2ce5-40e0-a335-34b1a9229426" providerId="AD" clId="Web-{9E4F4CF9-2286-7602-503A-16902C75FB48}" dt="2025-12-02T12:37:01.283" v="2872" actId="20577"/>
        <pc:sldMkLst>
          <pc:docMk/>
          <pc:sldMk cId="2603457227" sldId="284"/>
        </pc:sldMkLst>
        <pc:spChg chg="add">
          <ac:chgData name="Max Concellon Marimon" userId="S::maxcm@ug.kth.se::fc38c1d0-2ce5-40e0-a335-34b1a9229426" providerId="AD" clId="Web-{9E4F4CF9-2286-7602-503A-16902C75FB48}" dt="2025-12-02T11:31:54.466" v="1701"/>
          <ac:spMkLst>
            <pc:docMk/>
            <pc:sldMk cId="2603457227" sldId="284"/>
            <ac:spMk id="14" creationId="{AA42C1CC-E155-BC62-692F-7A20DEAA47EC}"/>
          </ac:spMkLst>
        </pc:spChg>
        <pc:spChg chg="mod">
          <ac:chgData name="Max Concellon Marimon" userId="S::maxcm@ug.kth.se::fc38c1d0-2ce5-40e0-a335-34b1a9229426" providerId="AD" clId="Web-{9E4F4CF9-2286-7602-503A-16902C75FB48}" dt="2025-12-02T12:37:01.283" v="2872" actId="20577"/>
          <ac:spMkLst>
            <pc:docMk/>
            <pc:sldMk cId="2603457227" sldId="284"/>
            <ac:spMk id="24" creationId="{1092E3B6-339C-8BE4-3F90-83C376FBCF5A}"/>
          </ac:spMkLst>
        </pc:spChg>
      </pc:sldChg>
      <pc:sldChg chg="addSp delSp modSp add mod ord replId modShow">
        <pc:chgData name="Max Concellon Marimon" userId="S::maxcm@ug.kth.se::fc38c1d0-2ce5-40e0-a335-34b1a9229426" providerId="AD" clId="Web-{9E4F4CF9-2286-7602-503A-16902C75FB48}" dt="2025-12-02T12:54:19.675" v="3034"/>
        <pc:sldMkLst>
          <pc:docMk/>
          <pc:sldMk cId="1423589453" sldId="285"/>
        </pc:sldMkLst>
        <pc:spChg chg="add mod">
          <ac:chgData name="Max Concellon Marimon" userId="S::maxcm@ug.kth.se::fc38c1d0-2ce5-40e0-a335-34b1a9229426" providerId="AD" clId="Web-{9E4F4CF9-2286-7602-503A-16902C75FB48}" dt="2025-12-02T11:48:57.530" v="2096" actId="14100"/>
          <ac:spMkLst>
            <pc:docMk/>
            <pc:sldMk cId="1423589453" sldId="285"/>
            <ac:spMk id="20" creationId="{22866806-52F5-A806-6775-F22AB1BBAA77}"/>
          </ac:spMkLst>
        </pc:spChg>
        <pc:spChg chg="add mod">
          <ac:chgData name="Max Concellon Marimon" userId="S::maxcm@ug.kth.se::fc38c1d0-2ce5-40e0-a335-34b1a9229426" providerId="AD" clId="Web-{9E4F4CF9-2286-7602-503A-16902C75FB48}" dt="2025-12-02T11:49:01.858" v="2111" actId="1076"/>
          <ac:spMkLst>
            <pc:docMk/>
            <pc:sldMk cId="1423589453" sldId="285"/>
            <ac:spMk id="33" creationId="{AB686927-BF37-F3D3-C1C9-4D9862D8F10B}"/>
          </ac:spMkLst>
        </pc:spChg>
        <pc:spChg chg="add mod">
          <ac:chgData name="Max Concellon Marimon" userId="S::maxcm@ug.kth.se::fc38c1d0-2ce5-40e0-a335-34b1a9229426" providerId="AD" clId="Web-{9E4F4CF9-2286-7602-503A-16902C75FB48}" dt="2025-12-02T11:49:07.811" v="2123" actId="1076"/>
          <ac:spMkLst>
            <pc:docMk/>
            <pc:sldMk cId="1423589453" sldId="285"/>
            <ac:spMk id="49" creationId="{2A8C1A29-3F80-31B4-2C79-656F23AB8536}"/>
          </ac:spMkLst>
        </pc:spChg>
        <pc:spChg chg="add mod">
          <ac:chgData name="Max Concellon Marimon" userId="S::maxcm@ug.kth.se::fc38c1d0-2ce5-40e0-a335-34b1a9229426" providerId="AD" clId="Web-{9E4F4CF9-2286-7602-503A-16902C75FB48}" dt="2025-12-02T11:49:12.030" v="2131" actId="1076"/>
          <ac:spMkLst>
            <pc:docMk/>
            <pc:sldMk cId="1423589453" sldId="285"/>
            <ac:spMk id="62" creationId="{9A3C5A94-5EB1-2462-A738-D2998C088081}"/>
          </ac:spMkLst>
        </pc:spChg>
        <pc:graphicFrameChg chg="add mod modGraphic">
          <ac:chgData name="Max Concellon Marimon" userId="S::maxcm@ug.kth.se::fc38c1d0-2ce5-40e0-a335-34b1a9229426" providerId="AD" clId="Web-{9E4F4CF9-2286-7602-503A-16902C75FB48}" dt="2025-12-02T11:48:48.045" v="2095"/>
          <ac:graphicFrameMkLst>
            <pc:docMk/>
            <pc:sldMk cId="1423589453" sldId="285"/>
            <ac:graphicFrameMk id="14" creationId="{2F6D1388-B2A4-D47C-F388-F7AB1728199A}"/>
          </ac:graphicFrameMkLst>
        </pc:graphicFrameChg>
        <pc:picChg chg="add mod">
          <ac:chgData name="Max Concellon Marimon" userId="S::maxcm@ug.kth.se::fc38c1d0-2ce5-40e0-a335-34b1a9229426" providerId="AD" clId="Web-{9E4F4CF9-2286-7602-503A-16902C75FB48}" dt="2025-12-02T11:48:57.577" v="2097" actId="14100"/>
          <ac:picMkLst>
            <pc:docMk/>
            <pc:sldMk cId="1423589453" sldId="285"/>
            <ac:picMk id="26" creationId="{D81E0ED7-44C6-0619-2E6C-79AB83FD3B07}"/>
          </ac:picMkLst>
        </pc:picChg>
        <pc:picChg chg="add mod">
          <ac:chgData name="Max Concellon Marimon" userId="S::maxcm@ug.kth.se::fc38c1d0-2ce5-40e0-a335-34b1a9229426" providerId="AD" clId="Web-{9E4F4CF9-2286-7602-503A-16902C75FB48}" dt="2025-12-02T11:48:57.639" v="2098" actId="14100"/>
          <ac:picMkLst>
            <pc:docMk/>
            <pc:sldMk cId="1423589453" sldId="285"/>
            <ac:picMk id="29" creationId="{DFCA029F-F822-7CFF-F8DE-241925964B2E}"/>
          </ac:picMkLst>
        </pc:picChg>
        <pc:picChg chg="add mod">
          <ac:chgData name="Max Concellon Marimon" userId="S::maxcm@ug.kth.se::fc38c1d0-2ce5-40e0-a335-34b1a9229426" providerId="AD" clId="Web-{9E4F4CF9-2286-7602-503A-16902C75FB48}" dt="2025-12-02T11:49:07.874" v="2124" actId="1076"/>
          <ac:picMkLst>
            <pc:docMk/>
            <pc:sldMk cId="1423589453" sldId="285"/>
            <ac:picMk id="55" creationId="{B9B46989-3F45-1671-C542-5421C08C8546}"/>
          </ac:picMkLst>
        </pc:picChg>
        <pc:picChg chg="add mod">
          <ac:chgData name="Max Concellon Marimon" userId="S::maxcm@ug.kth.se::fc38c1d0-2ce5-40e0-a335-34b1a9229426" providerId="AD" clId="Web-{9E4F4CF9-2286-7602-503A-16902C75FB48}" dt="2025-12-02T11:49:12.077" v="2132" actId="1076"/>
          <ac:picMkLst>
            <pc:docMk/>
            <pc:sldMk cId="1423589453" sldId="285"/>
            <ac:picMk id="63" creationId="{F165EEAB-91DE-8BC8-A843-050E17E2E8F4}"/>
          </ac:picMkLst>
        </pc:picChg>
        <pc:picChg chg="add mod">
          <ac:chgData name="Max Concellon Marimon" userId="S::maxcm@ug.kth.se::fc38c1d0-2ce5-40e0-a335-34b1a9229426" providerId="AD" clId="Web-{9E4F4CF9-2286-7602-503A-16902C75FB48}" dt="2025-12-02T11:49:12.124" v="2133" actId="1076"/>
          <ac:picMkLst>
            <pc:docMk/>
            <pc:sldMk cId="1423589453" sldId="285"/>
            <ac:picMk id="65" creationId="{F0816085-8F98-E757-A4FC-B15B85A3F1FB}"/>
          </ac:picMkLst>
        </pc:picChg>
        <pc:picChg chg="add mod">
          <ac:chgData name="Max Concellon Marimon" userId="S::maxcm@ug.kth.se::fc38c1d0-2ce5-40e0-a335-34b1a9229426" providerId="AD" clId="Web-{9E4F4CF9-2286-7602-503A-16902C75FB48}" dt="2025-12-02T11:49:12.171" v="2134" actId="1076"/>
          <ac:picMkLst>
            <pc:docMk/>
            <pc:sldMk cId="1423589453" sldId="285"/>
            <ac:picMk id="66" creationId="{452F4991-2FDF-9377-F92D-AE86A18FC0B2}"/>
          </ac:picMkLst>
        </pc:picChg>
        <pc:picChg chg="add mod">
          <ac:chgData name="Max Concellon Marimon" userId="S::maxcm@ug.kth.se::fc38c1d0-2ce5-40e0-a335-34b1a9229426" providerId="AD" clId="Web-{9E4F4CF9-2286-7602-503A-16902C75FB48}" dt="2025-12-02T11:49:02.233" v="2119" actId="1076"/>
          <ac:picMkLst>
            <pc:docMk/>
            <pc:sldMk cId="1423589453" sldId="285"/>
            <ac:picMk id="67" creationId="{E038241D-1D39-A04E-4342-7B0EA1AE4189}"/>
          </ac:picMkLst>
        </pc:picChg>
        <pc:picChg chg="add mod">
          <ac:chgData name="Max Concellon Marimon" userId="S::maxcm@ug.kth.se::fc38c1d0-2ce5-40e0-a335-34b1a9229426" providerId="AD" clId="Web-{9E4F4CF9-2286-7602-503A-16902C75FB48}" dt="2025-12-02T11:46:42.467" v="2062" actId="1076"/>
          <ac:picMkLst>
            <pc:docMk/>
            <pc:sldMk cId="1423589453" sldId="285"/>
            <ac:picMk id="68" creationId="{160991EB-91FE-6953-2BBB-7D39E572651A}"/>
          </ac:picMkLst>
        </pc:picChg>
        <pc:picChg chg="add mod">
          <ac:chgData name="Max Concellon Marimon" userId="S::maxcm@ug.kth.se::fc38c1d0-2ce5-40e0-a335-34b1a9229426" providerId="AD" clId="Web-{9E4F4CF9-2286-7602-503A-16902C75FB48}" dt="2025-12-02T11:49:08.217" v="2130" actId="1076"/>
          <ac:picMkLst>
            <pc:docMk/>
            <pc:sldMk cId="1423589453" sldId="285"/>
            <ac:picMk id="69" creationId="{EB6F096A-2923-EE44-5A4D-5FA48569CF50}"/>
          </ac:picMkLst>
        </pc:picChg>
        <pc:picChg chg="add mod">
          <ac:chgData name="Max Concellon Marimon" userId="S::maxcm@ug.kth.se::fc38c1d0-2ce5-40e0-a335-34b1a9229426" providerId="AD" clId="Web-{9E4F4CF9-2286-7602-503A-16902C75FB48}" dt="2025-12-02T11:49:02.327" v="2121" actId="1076"/>
          <ac:picMkLst>
            <pc:docMk/>
            <pc:sldMk cId="1423589453" sldId="285"/>
            <ac:picMk id="70" creationId="{3558ADCC-0167-5A3B-3929-B88CBA3E9A3B}"/>
          </ac:picMkLst>
        </pc:picChg>
        <pc:picChg chg="add mod">
          <ac:chgData name="Max Concellon Marimon" userId="S::maxcm@ug.kth.se::fc38c1d0-2ce5-40e0-a335-34b1a9229426" providerId="AD" clId="Web-{9E4F4CF9-2286-7602-503A-16902C75FB48}" dt="2025-12-02T11:49:02.374" v="2122" actId="1076"/>
          <ac:picMkLst>
            <pc:docMk/>
            <pc:sldMk cId="1423589453" sldId="285"/>
            <ac:picMk id="71" creationId="{A55360FA-AD2C-DD1D-E011-B8ADFAB36751}"/>
          </ac:picMkLst>
        </pc:picChg>
        <pc:picChg chg="add mod">
          <ac:chgData name="Max Concellon Marimon" userId="S::maxcm@ug.kth.se::fc38c1d0-2ce5-40e0-a335-34b1a9229426" providerId="AD" clId="Web-{9E4F4CF9-2286-7602-503A-16902C75FB48}" dt="2025-12-02T11:49:50.514" v="2137" actId="1076"/>
          <ac:picMkLst>
            <pc:docMk/>
            <pc:sldMk cId="1423589453" sldId="285"/>
            <ac:picMk id="72" creationId="{02C1CE44-507C-F3B9-6B0C-1D7AEDAE1ED6}"/>
          </ac:picMkLst>
        </pc:picChg>
      </pc:sldChg>
      <pc:sldChg chg="addSp delSp modSp add replId">
        <pc:chgData name="Max Concellon Marimon" userId="S::maxcm@ug.kth.se::fc38c1d0-2ce5-40e0-a335-34b1a9229426" providerId="AD" clId="Web-{9E4F4CF9-2286-7602-503A-16902C75FB48}" dt="2025-12-02T12:46:50.753" v="2921" actId="1076"/>
        <pc:sldMkLst>
          <pc:docMk/>
          <pc:sldMk cId="3745492728" sldId="287"/>
        </pc:sldMkLst>
        <pc:spChg chg="add mod">
          <ac:chgData name="Max Concellon Marimon" userId="S::maxcm@ug.kth.se::fc38c1d0-2ce5-40e0-a335-34b1a9229426" providerId="AD" clId="Web-{9E4F4CF9-2286-7602-503A-16902C75FB48}" dt="2025-12-02T12:24:22.158" v="2765" actId="1076"/>
          <ac:spMkLst>
            <pc:docMk/>
            <pc:sldMk cId="3745492728" sldId="287"/>
            <ac:spMk id="3" creationId="{128F463C-2CFA-4FAD-C5C9-7FF130578F9F}"/>
          </ac:spMkLst>
        </pc:spChg>
        <pc:spChg chg="mod">
          <ac:chgData name="Max Concellon Marimon" userId="S::maxcm@ug.kth.se::fc38c1d0-2ce5-40e0-a335-34b1a9229426" providerId="AD" clId="Web-{9E4F4CF9-2286-7602-503A-16902C75FB48}" dt="2025-12-02T12:25:04.298" v="2766" actId="1076"/>
          <ac:spMkLst>
            <pc:docMk/>
            <pc:sldMk cId="3745492728" sldId="287"/>
            <ac:spMk id="20" creationId="{68473605-0E40-01B3-5ADF-E162D9BEFF67}"/>
          </ac:spMkLst>
        </pc:spChg>
        <pc:spChg chg="mod">
          <ac:chgData name="Max Concellon Marimon" userId="S::maxcm@ug.kth.se::fc38c1d0-2ce5-40e0-a335-34b1a9229426" providerId="AD" clId="Web-{9E4F4CF9-2286-7602-503A-16902C75FB48}" dt="2025-12-02T12:25:04.377" v="2769" actId="1076"/>
          <ac:spMkLst>
            <pc:docMk/>
            <pc:sldMk cId="3745492728" sldId="287"/>
            <ac:spMk id="33" creationId="{0F5CC5EC-CE22-E7B6-4070-2124BBBC7F12}"/>
          </ac:spMkLst>
        </pc:spChg>
        <pc:spChg chg="mod">
          <ac:chgData name="Max Concellon Marimon" userId="S::maxcm@ug.kth.se::fc38c1d0-2ce5-40e0-a335-34b1a9229426" providerId="AD" clId="Web-{9E4F4CF9-2286-7602-503A-16902C75FB48}" dt="2025-12-02T12:38:52.565" v="2877" actId="20577"/>
          <ac:spMkLst>
            <pc:docMk/>
            <pc:sldMk cId="3745492728" sldId="287"/>
            <ac:spMk id="49" creationId="{9937952F-80A2-0C18-E2EC-C35263258FB3}"/>
          </ac:spMkLst>
        </pc:spChg>
        <pc:spChg chg="mod">
          <ac:chgData name="Max Concellon Marimon" userId="S::maxcm@ug.kth.se::fc38c1d0-2ce5-40e0-a335-34b1a9229426" providerId="AD" clId="Web-{9E4F4CF9-2286-7602-503A-16902C75FB48}" dt="2025-12-02T12:39:13.565" v="2888" actId="20577"/>
          <ac:spMkLst>
            <pc:docMk/>
            <pc:sldMk cId="3745492728" sldId="287"/>
            <ac:spMk id="62" creationId="{9882D017-106A-CDBD-9B24-6F28CA191F6E}"/>
          </ac:spMkLst>
        </pc:spChg>
        <pc:picChg chg="add mod">
          <ac:chgData name="Max Concellon Marimon" userId="S::maxcm@ug.kth.se::fc38c1d0-2ce5-40e0-a335-34b1a9229426" providerId="AD" clId="Web-{9E4F4CF9-2286-7602-503A-16902C75FB48}" dt="2025-12-02T12:46:50.753" v="2921" actId="1076"/>
          <ac:picMkLst>
            <pc:docMk/>
            <pc:sldMk cId="3745492728" sldId="287"/>
            <ac:picMk id="7" creationId="{564224C7-BE6C-E499-7A3C-88EB4EB3A1F8}"/>
          </ac:picMkLst>
        </pc:picChg>
        <pc:picChg chg="mod">
          <ac:chgData name="Max Concellon Marimon" userId="S::maxcm@ug.kth.se::fc38c1d0-2ce5-40e0-a335-34b1a9229426" providerId="AD" clId="Web-{9E4F4CF9-2286-7602-503A-16902C75FB48}" dt="2025-12-02T12:25:04.330" v="2767" actId="1076"/>
          <ac:picMkLst>
            <pc:docMk/>
            <pc:sldMk cId="3745492728" sldId="287"/>
            <ac:picMk id="26" creationId="{A5383FC7-5303-9A33-566A-BF9DD4867BA3}"/>
          </ac:picMkLst>
        </pc:picChg>
        <pc:picChg chg="mod">
          <ac:chgData name="Max Concellon Marimon" userId="S::maxcm@ug.kth.se::fc38c1d0-2ce5-40e0-a335-34b1a9229426" providerId="AD" clId="Web-{9E4F4CF9-2286-7602-503A-16902C75FB48}" dt="2025-12-02T12:25:04.345" v="2768" actId="1076"/>
          <ac:picMkLst>
            <pc:docMk/>
            <pc:sldMk cId="3745492728" sldId="287"/>
            <ac:picMk id="29" creationId="{67E87D6F-0A81-4BDA-6857-B0148098AFEF}"/>
          </ac:picMkLst>
        </pc:picChg>
        <pc:picChg chg="mod">
          <ac:chgData name="Max Concellon Marimon" userId="S::maxcm@ug.kth.se::fc38c1d0-2ce5-40e0-a335-34b1a9229426" providerId="AD" clId="Web-{9E4F4CF9-2286-7602-503A-16902C75FB48}" dt="2025-12-02T12:25:04.439" v="2771" actId="1076"/>
          <ac:picMkLst>
            <pc:docMk/>
            <pc:sldMk cId="3745492728" sldId="287"/>
            <ac:picMk id="55" creationId="{1B7EB057-82D2-1907-543F-743A87C160CD}"/>
          </ac:picMkLst>
        </pc:picChg>
        <pc:picChg chg="mod">
          <ac:chgData name="Max Concellon Marimon" userId="S::maxcm@ug.kth.se::fc38c1d0-2ce5-40e0-a335-34b1a9229426" providerId="AD" clId="Web-{9E4F4CF9-2286-7602-503A-16902C75FB48}" dt="2025-12-02T12:25:04.517" v="2773" actId="1076"/>
          <ac:picMkLst>
            <pc:docMk/>
            <pc:sldMk cId="3745492728" sldId="287"/>
            <ac:picMk id="63" creationId="{4A7BC53B-26E8-8605-E5E8-FFE97EC27C6C}"/>
          </ac:picMkLst>
        </pc:picChg>
        <pc:picChg chg="mod">
          <ac:chgData name="Max Concellon Marimon" userId="S::maxcm@ug.kth.se::fc38c1d0-2ce5-40e0-a335-34b1a9229426" providerId="AD" clId="Web-{9E4F4CF9-2286-7602-503A-16902C75FB48}" dt="2025-12-02T12:25:04.548" v="2774" actId="1076"/>
          <ac:picMkLst>
            <pc:docMk/>
            <pc:sldMk cId="3745492728" sldId="287"/>
            <ac:picMk id="65" creationId="{B60A4754-2C9D-75B2-6722-9FE2ABE51AB5}"/>
          </ac:picMkLst>
        </pc:picChg>
        <pc:picChg chg="mod">
          <ac:chgData name="Max Concellon Marimon" userId="S::maxcm@ug.kth.se::fc38c1d0-2ce5-40e0-a335-34b1a9229426" providerId="AD" clId="Web-{9E4F4CF9-2286-7602-503A-16902C75FB48}" dt="2025-12-02T12:25:04.580" v="2775" actId="1076"/>
          <ac:picMkLst>
            <pc:docMk/>
            <pc:sldMk cId="3745492728" sldId="287"/>
            <ac:picMk id="66" creationId="{9688B61B-94F0-186E-DC1F-80418276E277}"/>
          </ac:picMkLst>
        </pc:picChg>
        <pc:picChg chg="mod">
          <ac:chgData name="Max Concellon Marimon" userId="S::maxcm@ug.kth.se::fc38c1d0-2ce5-40e0-a335-34b1a9229426" providerId="AD" clId="Web-{9E4F4CF9-2286-7602-503A-16902C75FB48}" dt="2025-12-02T12:25:04.611" v="2776" actId="1076"/>
          <ac:picMkLst>
            <pc:docMk/>
            <pc:sldMk cId="3745492728" sldId="287"/>
            <ac:picMk id="67" creationId="{15A4E594-D514-1851-2B5B-A96DA2A8A425}"/>
          </ac:picMkLst>
        </pc:picChg>
        <pc:picChg chg="mod">
          <ac:chgData name="Max Concellon Marimon" userId="S::maxcm@ug.kth.se::fc38c1d0-2ce5-40e0-a335-34b1a9229426" providerId="AD" clId="Web-{9E4F4CF9-2286-7602-503A-16902C75FB48}" dt="2025-12-02T12:25:04.642" v="2777" actId="1076"/>
          <ac:picMkLst>
            <pc:docMk/>
            <pc:sldMk cId="3745492728" sldId="287"/>
            <ac:picMk id="68" creationId="{2776CC96-36AF-3087-178A-6A9A85BC4F92}"/>
          </ac:picMkLst>
        </pc:picChg>
        <pc:picChg chg="mod">
          <ac:chgData name="Max Concellon Marimon" userId="S::maxcm@ug.kth.se::fc38c1d0-2ce5-40e0-a335-34b1a9229426" providerId="AD" clId="Web-{9E4F4CF9-2286-7602-503A-16902C75FB48}" dt="2025-12-02T12:25:04.673" v="2778" actId="1076"/>
          <ac:picMkLst>
            <pc:docMk/>
            <pc:sldMk cId="3745492728" sldId="287"/>
            <ac:picMk id="69" creationId="{87DDEC77-CB2B-920E-88D5-B87A316EE924}"/>
          </ac:picMkLst>
        </pc:picChg>
        <pc:picChg chg="mod">
          <ac:chgData name="Max Concellon Marimon" userId="S::maxcm@ug.kth.se::fc38c1d0-2ce5-40e0-a335-34b1a9229426" providerId="AD" clId="Web-{9E4F4CF9-2286-7602-503A-16902C75FB48}" dt="2025-12-02T12:25:04.736" v="2780" actId="1076"/>
          <ac:picMkLst>
            <pc:docMk/>
            <pc:sldMk cId="3745492728" sldId="287"/>
            <ac:picMk id="71" creationId="{A2A7B951-3F10-BAF4-F424-107C0E7D0808}"/>
          </ac:picMkLst>
        </pc:picChg>
        <pc:picChg chg="mod">
          <ac:chgData name="Max Concellon Marimon" userId="S::maxcm@ug.kth.se::fc38c1d0-2ce5-40e0-a335-34b1a9229426" providerId="AD" clId="Web-{9E4F4CF9-2286-7602-503A-16902C75FB48}" dt="2025-12-02T12:25:04.767" v="2781" actId="1076"/>
          <ac:picMkLst>
            <pc:docMk/>
            <pc:sldMk cId="3745492728" sldId="287"/>
            <ac:picMk id="72" creationId="{8037A188-EA55-3344-84C4-163B231D1434}"/>
          </ac:picMkLst>
        </pc:picChg>
      </pc:sldChg>
      <pc:sldChg chg="modSp add ord replId">
        <pc:chgData name="Max Concellon Marimon" userId="S::maxcm@ug.kth.se::fc38c1d0-2ce5-40e0-a335-34b1a9229426" providerId="AD" clId="Web-{9E4F4CF9-2286-7602-503A-16902C75FB48}" dt="2025-12-02T12:54:35.597" v="3050" actId="20577"/>
        <pc:sldMkLst>
          <pc:docMk/>
          <pc:sldMk cId="3115126841" sldId="290"/>
        </pc:sldMkLst>
        <pc:spChg chg="mod">
          <ac:chgData name="Max Concellon Marimon" userId="S::maxcm@ug.kth.se::fc38c1d0-2ce5-40e0-a335-34b1a9229426" providerId="AD" clId="Web-{9E4F4CF9-2286-7602-503A-16902C75FB48}" dt="2025-12-02T12:54:35.597" v="3050" actId="20577"/>
          <ac:spMkLst>
            <pc:docMk/>
            <pc:sldMk cId="3115126841" sldId="290"/>
            <ac:spMk id="2" creationId="{32A3F528-CAC7-FA72-3765-6103E2DD5C1A}"/>
          </ac:spMkLst>
        </pc:spChg>
      </pc:sldChg>
    </pc:docChg>
  </pc:docChgLst>
  <pc:docChgLst>
    <pc:chgData name="Max Concellon Marimon" userId="S::maxcm@ug.kth.se::fc38c1d0-2ce5-40e0-a335-34b1a9229426" providerId="AD" clId="Web-{0BBC65C0-345C-58B9-518B-29FCB72A7F27}"/>
    <pc:docChg chg="addSld modSld">
      <pc:chgData name="Max Concellon Marimon" userId="S::maxcm@ug.kth.se::fc38c1d0-2ce5-40e0-a335-34b1a9229426" providerId="AD" clId="Web-{0BBC65C0-345C-58B9-518B-29FCB72A7F27}" dt="2025-12-01T12:00:46.770" v="317" actId="20577"/>
      <pc:docMkLst>
        <pc:docMk/>
      </pc:docMkLst>
    </pc:docChg>
  </pc:docChgLst>
  <pc:docChgLst>
    <pc:chgData name="Alex Blandón" userId="7d795bfe-18ab-4902-aaf2-9e41080f467f" providerId="ADAL" clId="{BE1B04B7-6210-4212-BE6B-C5E8F8C166E2}"/>
    <pc:docChg chg="undo redo custSel addSld delSld modSld sldOrd">
      <pc:chgData name="Alex Blandón" userId="7d795bfe-18ab-4902-aaf2-9e41080f467f" providerId="ADAL" clId="{BE1B04B7-6210-4212-BE6B-C5E8F8C166E2}" dt="2025-12-03T21:35:44.848" v="4527"/>
      <pc:docMkLst>
        <pc:docMk/>
      </pc:docMkLst>
      <pc:sldChg chg="addSp delSp modSp mod modShow">
        <pc:chgData name="Alex Blandón" userId="7d795bfe-18ab-4902-aaf2-9e41080f467f" providerId="ADAL" clId="{BE1B04B7-6210-4212-BE6B-C5E8F8C166E2}" dt="2025-12-03T19:02:21.436" v="2435" actId="729"/>
        <pc:sldMkLst>
          <pc:docMk/>
          <pc:sldMk cId="1372419877" sldId="268"/>
        </pc:sldMkLst>
        <pc:spChg chg="mod">
          <ac:chgData name="Alex Blandón" userId="7d795bfe-18ab-4902-aaf2-9e41080f467f" providerId="ADAL" clId="{BE1B04B7-6210-4212-BE6B-C5E8F8C166E2}" dt="2025-12-03T12:18:44.037" v="26" actId="14100"/>
          <ac:spMkLst>
            <pc:docMk/>
            <pc:sldMk cId="1372419877" sldId="268"/>
            <ac:spMk id="3" creationId="{4D641700-1BB7-8405-C304-4C3919A174B4}"/>
          </ac:spMkLst>
        </pc:spChg>
        <pc:spChg chg="mod">
          <ac:chgData name="Alex Blandón" userId="7d795bfe-18ab-4902-aaf2-9e41080f467f" providerId="ADAL" clId="{BE1B04B7-6210-4212-BE6B-C5E8F8C166E2}" dt="2025-12-03T12:18:58.802" v="46" actId="1036"/>
          <ac:spMkLst>
            <pc:docMk/>
            <pc:sldMk cId="1372419877" sldId="268"/>
            <ac:spMk id="12" creationId="{0524A901-D935-E26B-1F21-B001C9D0C847}"/>
          </ac:spMkLst>
        </pc:spChg>
        <pc:grpChg chg="mod">
          <ac:chgData name="Alex Blandón" userId="7d795bfe-18ab-4902-aaf2-9e41080f467f" providerId="ADAL" clId="{BE1B04B7-6210-4212-BE6B-C5E8F8C166E2}" dt="2025-12-03T12:18:58.802" v="46" actId="1036"/>
          <ac:grpSpMkLst>
            <pc:docMk/>
            <pc:sldMk cId="1372419877" sldId="268"/>
            <ac:grpSpMk id="11" creationId="{C326ED2E-42A7-00CA-DEC4-A1FEA137574E}"/>
          </ac:grpSpMkLst>
        </pc:grpChg>
        <pc:graphicFrameChg chg="add mod">
          <ac:chgData name="Alex Blandón" userId="7d795bfe-18ab-4902-aaf2-9e41080f467f" providerId="ADAL" clId="{BE1B04B7-6210-4212-BE6B-C5E8F8C166E2}" dt="2025-12-03T12:51:38.642" v="185" actId="14100"/>
          <ac:graphicFrameMkLst>
            <pc:docMk/>
            <pc:sldMk cId="1372419877" sldId="268"/>
            <ac:graphicFrameMk id="16" creationId="{2E2FCF9A-8B17-893F-3E52-4C19B584A8A5}"/>
          </ac:graphicFrameMkLst>
        </pc:graphicFrameChg>
        <pc:graphicFrameChg chg="add mod">
          <ac:chgData name="Alex Blandón" userId="7d795bfe-18ab-4902-aaf2-9e41080f467f" providerId="ADAL" clId="{BE1B04B7-6210-4212-BE6B-C5E8F8C166E2}" dt="2025-12-03T12:53:23.343" v="249" actId="113"/>
          <ac:graphicFrameMkLst>
            <pc:docMk/>
            <pc:sldMk cId="1372419877" sldId="268"/>
            <ac:graphicFrameMk id="17" creationId="{E6AC891E-6531-ABB6-63E7-77CE2450ACE9}"/>
          </ac:graphicFrameMkLst>
        </pc:graphicFrameChg>
        <pc:cxnChg chg="mod">
          <ac:chgData name="Alex Blandón" userId="7d795bfe-18ab-4902-aaf2-9e41080f467f" providerId="ADAL" clId="{BE1B04B7-6210-4212-BE6B-C5E8F8C166E2}" dt="2025-12-03T12:18:58.802" v="46" actId="1036"/>
          <ac:cxnSpMkLst>
            <pc:docMk/>
            <pc:sldMk cId="1372419877" sldId="268"/>
            <ac:cxnSpMk id="6" creationId="{B9065D42-3DB7-521B-B20B-5CD2A93AA94B}"/>
          </ac:cxnSpMkLst>
        </pc:cxnChg>
      </pc:sldChg>
      <pc:sldChg chg="addSp delSp modSp mod ord">
        <pc:chgData name="Alex Blandón" userId="7d795bfe-18ab-4902-aaf2-9e41080f467f" providerId="ADAL" clId="{BE1B04B7-6210-4212-BE6B-C5E8F8C166E2}" dt="2025-12-03T21:35:44.848" v="4527"/>
        <pc:sldMkLst>
          <pc:docMk/>
          <pc:sldMk cId="966177561" sldId="274"/>
        </pc:sldMkLst>
        <pc:spChg chg="mod">
          <ac:chgData name="Alex Blandón" userId="7d795bfe-18ab-4902-aaf2-9e41080f467f" providerId="ADAL" clId="{BE1B04B7-6210-4212-BE6B-C5E8F8C166E2}" dt="2025-12-03T13:35:07.196" v="604" actId="20577"/>
          <ac:spMkLst>
            <pc:docMk/>
            <pc:sldMk cId="966177561" sldId="274"/>
            <ac:spMk id="5" creationId="{E670019F-B98F-4A5F-699A-32D5F2F0B66D}"/>
          </ac:spMkLst>
        </pc:spChg>
        <pc:spChg chg="mod">
          <ac:chgData name="Alex Blandón" userId="7d795bfe-18ab-4902-aaf2-9e41080f467f" providerId="ADAL" clId="{BE1B04B7-6210-4212-BE6B-C5E8F8C166E2}" dt="2025-12-03T21:34:16.952" v="4500" actId="1076"/>
          <ac:spMkLst>
            <pc:docMk/>
            <pc:sldMk cId="966177561" sldId="274"/>
            <ac:spMk id="6" creationId="{9FBAD36F-5A7E-3E40-92F9-85710D83889F}"/>
          </ac:spMkLst>
        </pc:spChg>
        <pc:picChg chg="add del mod ord">
          <ac:chgData name="Alex Blandón" userId="7d795bfe-18ab-4902-aaf2-9e41080f467f" providerId="ADAL" clId="{BE1B04B7-6210-4212-BE6B-C5E8F8C166E2}" dt="2025-12-03T21:34:47.479" v="4509" actId="2085"/>
          <ac:picMkLst>
            <pc:docMk/>
            <pc:sldMk cId="966177561" sldId="274"/>
            <ac:picMk id="4" creationId="{224F256D-AF6F-223C-3548-CCF6D4D5F8A5}"/>
          </ac:picMkLst>
        </pc:picChg>
        <pc:picChg chg="add mod ord">
          <ac:chgData name="Alex Blandón" userId="7d795bfe-18ab-4902-aaf2-9e41080f467f" providerId="ADAL" clId="{BE1B04B7-6210-4212-BE6B-C5E8F8C166E2}" dt="2025-12-03T21:34:53.029" v="4510" actId="167"/>
          <ac:picMkLst>
            <pc:docMk/>
            <pc:sldMk cId="966177561" sldId="274"/>
            <ac:picMk id="19" creationId="{CF9D61E5-39DA-DC0C-4D39-0D38363A1277}"/>
          </ac:picMkLst>
        </pc:picChg>
        <pc:picChg chg="add mod">
          <ac:chgData name="Alex Blandón" userId="7d795bfe-18ab-4902-aaf2-9e41080f467f" providerId="ADAL" clId="{BE1B04B7-6210-4212-BE6B-C5E8F8C166E2}" dt="2025-12-03T21:35:14.626" v="4516" actId="1076"/>
          <ac:picMkLst>
            <pc:docMk/>
            <pc:sldMk cId="966177561" sldId="274"/>
            <ac:picMk id="24" creationId="{96F10FE2-BCB8-5639-A247-ECFAC5D031CD}"/>
          </ac:picMkLst>
        </pc:picChg>
        <pc:picChg chg="add mod">
          <ac:chgData name="Alex Blandón" userId="7d795bfe-18ab-4902-aaf2-9e41080f467f" providerId="ADAL" clId="{BE1B04B7-6210-4212-BE6B-C5E8F8C166E2}" dt="2025-12-03T21:35:44.848" v="4527"/>
          <ac:picMkLst>
            <pc:docMk/>
            <pc:sldMk cId="966177561" sldId="274"/>
            <ac:picMk id="26" creationId="{5979C634-CBA9-7688-D3BD-0E7EE192ACC6}"/>
          </ac:picMkLst>
        </pc:picChg>
        <pc:cxnChg chg="mod">
          <ac:chgData name="Alex Blandón" userId="7d795bfe-18ab-4902-aaf2-9e41080f467f" providerId="ADAL" clId="{BE1B04B7-6210-4212-BE6B-C5E8F8C166E2}" dt="2025-12-03T18:07:11.483" v="2224" actId="14100"/>
          <ac:cxnSpMkLst>
            <pc:docMk/>
            <pc:sldMk cId="966177561" sldId="274"/>
            <ac:cxnSpMk id="29" creationId="{0172DBA1-B041-A9F1-4206-2B5B5D4851AF}"/>
          </ac:cxnSpMkLst>
        </pc:cxnChg>
      </pc:sldChg>
      <pc:sldChg chg="modSp mod">
        <pc:chgData name="Alex Blandón" userId="7d795bfe-18ab-4902-aaf2-9e41080f467f" providerId="ADAL" clId="{BE1B04B7-6210-4212-BE6B-C5E8F8C166E2}" dt="2025-12-03T18:29:26.124" v="2232" actId="14734"/>
        <pc:sldMkLst>
          <pc:docMk/>
          <pc:sldMk cId="2603457227" sldId="284"/>
        </pc:sldMkLst>
        <pc:spChg chg="mod">
          <ac:chgData name="Alex Blandón" userId="7d795bfe-18ab-4902-aaf2-9e41080f467f" providerId="ADAL" clId="{BE1B04B7-6210-4212-BE6B-C5E8F8C166E2}" dt="2025-12-03T18:25:20.356" v="2227" actId="20577"/>
          <ac:spMkLst>
            <pc:docMk/>
            <pc:sldMk cId="2603457227" sldId="284"/>
            <ac:spMk id="19" creationId="{792C0D39-90FC-2AEA-8626-E9D110C40B09}"/>
          </ac:spMkLst>
        </pc:spChg>
        <pc:graphicFrameChg chg="modGraphic">
          <ac:chgData name="Alex Blandón" userId="7d795bfe-18ab-4902-aaf2-9e41080f467f" providerId="ADAL" clId="{BE1B04B7-6210-4212-BE6B-C5E8F8C166E2}" dt="2025-12-03T18:29:26.124" v="2232" actId="14734"/>
          <ac:graphicFrameMkLst>
            <pc:docMk/>
            <pc:sldMk cId="2603457227" sldId="284"/>
            <ac:graphicFrameMk id="5" creationId="{6F2CE4CC-4546-AA1E-1D6B-8D2809AE903C}"/>
          </ac:graphicFrameMkLst>
        </pc:graphicFrameChg>
        <pc:picChg chg="mod">
          <ac:chgData name="Alex Blandón" userId="7d795bfe-18ab-4902-aaf2-9e41080f467f" providerId="ADAL" clId="{BE1B04B7-6210-4212-BE6B-C5E8F8C166E2}" dt="2025-12-03T18:28:22.222" v="2230" actId="1076"/>
          <ac:picMkLst>
            <pc:docMk/>
            <pc:sldMk cId="2603457227" sldId="284"/>
            <ac:picMk id="6" creationId="{A80656C6-9583-6E16-8BBF-35241F799E8B}"/>
          </ac:picMkLst>
        </pc:picChg>
        <pc:picChg chg="mod">
          <ac:chgData name="Alex Blandón" userId="7d795bfe-18ab-4902-aaf2-9e41080f467f" providerId="ADAL" clId="{BE1B04B7-6210-4212-BE6B-C5E8F8C166E2}" dt="2025-12-03T18:28:14.724" v="2228" actId="1076"/>
          <ac:picMkLst>
            <pc:docMk/>
            <pc:sldMk cId="2603457227" sldId="284"/>
            <ac:picMk id="7" creationId="{B83C1FA5-F8CB-AAB4-94AC-0D10BD7A7C7F}"/>
          </ac:picMkLst>
        </pc:picChg>
        <pc:picChg chg="mod">
          <ac:chgData name="Alex Blandón" userId="7d795bfe-18ab-4902-aaf2-9e41080f467f" providerId="ADAL" clId="{BE1B04B7-6210-4212-BE6B-C5E8F8C166E2}" dt="2025-12-03T18:28:23.706" v="2231" actId="1076"/>
          <ac:picMkLst>
            <pc:docMk/>
            <pc:sldMk cId="2603457227" sldId="284"/>
            <ac:picMk id="16" creationId="{359B583E-27DB-A77C-604E-1131CAA0E2C6}"/>
          </ac:picMkLst>
        </pc:picChg>
        <pc:picChg chg="mod">
          <ac:chgData name="Alex Blandón" userId="7d795bfe-18ab-4902-aaf2-9e41080f467f" providerId="ADAL" clId="{BE1B04B7-6210-4212-BE6B-C5E8F8C166E2}" dt="2025-12-03T18:28:18.569" v="2229" actId="1076"/>
          <ac:picMkLst>
            <pc:docMk/>
            <pc:sldMk cId="2603457227" sldId="284"/>
            <ac:picMk id="17" creationId="{6BC4F978-8B8C-6E40-EFA2-D4FCC9020721}"/>
          </ac:picMkLst>
        </pc:picChg>
        <pc:picChg chg="mod">
          <ac:chgData name="Alex Blandón" userId="7d795bfe-18ab-4902-aaf2-9e41080f467f" providerId="ADAL" clId="{BE1B04B7-6210-4212-BE6B-C5E8F8C166E2}" dt="2025-12-03T18:28:14.724" v="2228" actId="1076"/>
          <ac:picMkLst>
            <pc:docMk/>
            <pc:sldMk cId="2603457227" sldId="284"/>
            <ac:picMk id="38" creationId="{48426506-C0DE-5C60-AD55-4E8850AA8A34}"/>
          </ac:picMkLst>
        </pc:picChg>
        <pc:picChg chg="mod">
          <ac:chgData name="Alex Blandón" userId="7d795bfe-18ab-4902-aaf2-9e41080f467f" providerId="ADAL" clId="{BE1B04B7-6210-4212-BE6B-C5E8F8C166E2}" dt="2025-12-03T18:28:22.222" v="2230" actId="1076"/>
          <ac:picMkLst>
            <pc:docMk/>
            <pc:sldMk cId="2603457227" sldId="284"/>
            <ac:picMk id="39" creationId="{824963C5-3E5F-9FC3-CFC4-5C90E2125165}"/>
          </ac:picMkLst>
        </pc:picChg>
      </pc:sldChg>
      <pc:sldChg chg="mod ord modShow">
        <pc:chgData name="Alex Blandón" userId="7d795bfe-18ab-4902-aaf2-9e41080f467f" providerId="ADAL" clId="{BE1B04B7-6210-4212-BE6B-C5E8F8C166E2}" dt="2025-12-03T21:20:17.492" v="4488" actId="729"/>
        <pc:sldMkLst>
          <pc:docMk/>
          <pc:sldMk cId="834356660" sldId="298"/>
        </pc:sldMkLst>
      </pc:sldChg>
      <pc:sldChg chg="addSp delSp modSp add mod delAnim modAnim modNotesTx">
        <pc:chgData name="Alex Blandón" userId="7d795bfe-18ab-4902-aaf2-9e41080f467f" providerId="ADAL" clId="{BE1B04B7-6210-4212-BE6B-C5E8F8C166E2}" dt="2025-12-03T20:32:24.854" v="3103" actId="14100"/>
        <pc:sldMkLst>
          <pc:docMk/>
          <pc:sldMk cId="466171498" sldId="308"/>
        </pc:sldMkLst>
        <pc:spChg chg="add mod ord">
          <ac:chgData name="Alex Blandón" userId="7d795bfe-18ab-4902-aaf2-9e41080f467f" providerId="ADAL" clId="{BE1B04B7-6210-4212-BE6B-C5E8F8C166E2}" dt="2025-12-03T17:07:00.944" v="966" actId="164"/>
          <ac:spMkLst>
            <pc:docMk/>
            <pc:sldMk cId="466171498" sldId="308"/>
            <ac:spMk id="49" creationId="{89D8FC30-D71D-BA1C-BF86-96FEA8D07F8D}"/>
          </ac:spMkLst>
        </pc:spChg>
        <pc:spChg chg="add mod ord">
          <ac:chgData name="Alex Blandón" userId="7d795bfe-18ab-4902-aaf2-9e41080f467f" providerId="ADAL" clId="{BE1B04B7-6210-4212-BE6B-C5E8F8C166E2}" dt="2025-12-03T17:07:00.944" v="966" actId="164"/>
          <ac:spMkLst>
            <pc:docMk/>
            <pc:sldMk cId="466171498" sldId="308"/>
            <ac:spMk id="50" creationId="{F7940776-02A9-64D7-D764-E730BD4054E7}"/>
          </ac:spMkLst>
        </pc:spChg>
        <pc:spChg chg="add mod ord">
          <ac:chgData name="Alex Blandón" userId="7d795bfe-18ab-4902-aaf2-9e41080f467f" providerId="ADAL" clId="{BE1B04B7-6210-4212-BE6B-C5E8F8C166E2}" dt="2025-12-03T17:07:00.944" v="966" actId="164"/>
          <ac:spMkLst>
            <pc:docMk/>
            <pc:sldMk cId="466171498" sldId="308"/>
            <ac:spMk id="51" creationId="{D5C10E4E-CE3B-9DAF-DD5A-0ADD233F6F39}"/>
          </ac:spMkLst>
        </pc:spChg>
        <pc:spChg chg="add mod ord">
          <ac:chgData name="Alex Blandón" userId="7d795bfe-18ab-4902-aaf2-9e41080f467f" providerId="ADAL" clId="{BE1B04B7-6210-4212-BE6B-C5E8F8C166E2}" dt="2025-12-03T17:07:00.944" v="966" actId="164"/>
          <ac:spMkLst>
            <pc:docMk/>
            <pc:sldMk cId="466171498" sldId="308"/>
            <ac:spMk id="52" creationId="{498928C7-B190-2D3F-2298-313F587D3F41}"/>
          </ac:spMkLst>
        </pc:spChg>
        <pc:spChg chg="add mod">
          <ac:chgData name="Alex Blandón" userId="7d795bfe-18ab-4902-aaf2-9e41080f467f" providerId="ADAL" clId="{BE1B04B7-6210-4212-BE6B-C5E8F8C166E2}" dt="2025-12-03T20:32:24.854" v="3103" actId="14100"/>
          <ac:spMkLst>
            <pc:docMk/>
            <pc:sldMk cId="466171498" sldId="308"/>
            <ac:spMk id="55" creationId="{01BF7687-9D10-7999-BD3D-216432AED794}"/>
          </ac:spMkLst>
        </pc:spChg>
        <pc:grpChg chg="add mod ord">
          <ac:chgData name="Alex Blandón" userId="7d795bfe-18ab-4902-aaf2-9e41080f467f" providerId="ADAL" clId="{BE1B04B7-6210-4212-BE6B-C5E8F8C166E2}" dt="2025-12-03T17:07:02.977" v="967" actId="167"/>
          <ac:grpSpMkLst>
            <pc:docMk/>
            <pc:sldMk cId="466171498" sldId="308"/>
            <ac:grpSpMk id="57" creationId="{93D91A0E-1C04-AE38-CA10-2F33C1E139AE}"/>
          </ac:grpSpMkLst>
        </pc:grpChg>
        <pc:picChg chg="add mod">
          <ac:chgData name="Alex Blandón" userId="7d795bfe-18ab-4902-aaf2-9e41080f467f" providerId="ADAL" clId="{BE1B04B7-6210-4212-BE6B-C5E8F8C166E2}" dt="2025-12-03T19:05:01.011" v="2451" actId="207"/>
          <ac:picMkLst>
            <pc:docMk/>
            <pc:sldMk cId="466171498" sldId="308"/>
            <ac:picMk id="3" creationId="{800307D7-759B-D592-8787-1D6A7C7BADAB}"/>
          </ac:picMkLst>
        </pc:picChg>
        <pc:picChg chg="add mod">
          <ac:chgData name="Alex Blandón" userId="7d795bfe-18ab-4902-aaf2-9e41080f467f" providerId="ADAL" clId="{BE1B04B7-6210-4212-BE6B-C5E8F8C166E2}" dt="2025-12-03T16:55:55.727" v="745" actId="1076"/>
          <ac:picMkLst>
            <pc:docMk/>
            <pc:sldMk cId="466171498" sldId="308"/>
            <ac:picMk id="41" creationId="{8E71B5A6-3684-A638-095E-DCCE1F4029FC}"/>
          </ac:picMkLst>
        </pc:picChg>
        <pc:picChg chg="add mod ord topLvl">
          <ac:chgData name="Alex Blandón" userId="7d795bfe-18ab-4902-aaf2-9e41080f467f" providerId="ADAL" clId="{BE1B04B7-6210-4212-BE6B-C5E8F8C166E2}" dt="2025-12-03T17:13:10.622" v="1166" actId="165"/>
          <ac:picMkLst>
            <pc:docMk/>
            <pc:sldMk cId="466171498" sldId="308"/>
            <ac:picMk id="43" creationId="{F2204B33-26B4-8595-8B9F-9B27DA0BF0DD}"/>
          </ac:picMkLst>
        </pc:picChg>
        <pc:picChg chg="add mod ord topLvl">
          <ac:chgData name="Alex Blandón" userId="7d795bfe-18ab-4902-aaf2-9e41080f467f" providerId="ADAL" clId="{BE1B04B7-6210-4212-BE6B-C5E8F8C166E2}" dt="2025-12-03T17:13:10.622" v="1166" actId="165"/>
          <ac:picMkLst>
            <pc:docMk/>
            <pc:sldMk cId="466171498" sldId="308"/>
            <ac:picMk id="44" creationId="{BC0CFD52-6FE3-F973-3679-BDA7A79AB1BA}"/>
          </ac:picMkLst>
        </pc:picChg>
        <pc:picChg chg="add mod ord topLvl">
          <ac:chgData name="Alex Blandón" userId="7d795bfe-18ab-4902-aaf2-9e41080f467f" providerId="ADAL" clId="{BE1B04B7-6210-4212-BE6B-C5E8F8C166E2}" dt="2025-12-03T17:13:10.622" v="1166" actId="165"/>
          <ac:picMkLst>
            <pc:docMk/>
            <pc:sldMk cId="466171498" sldId="308"/>
            <ac:picMk id="45" creationId="{1D01A229-18C1-BD3C-A5BC-44820F645098}"/>
          </ac:picMkLst>
        </pc:picChg>
        <pc:picChg chg="add mod ord">
          <ac:chgData name="Alex Blandón" userId="7d795bfe-18ab-4902-aaf2-9e41080f467f" providerId="ADAL" clId="{BE1B04B7-6210-4212-BE6B-C5E8F8C166E2}" dt="2025-12-03T17:07:00.944" v="966" actId="164"/>
          <ac:picMkLst>
            <pc:docMk/>
            <pc:sldMk cId="466171498" sldId="308"/>
            <ac:picMk id="47" creationId="{D0EF59CF-C409-268C-C050-5A81DC2A50F6}"/>
          </ac:picMkLst>
        </pc:picChg>
        <pc:picChg chg="add mod">
          <ac:chgData name="Alex Blandón" userId="7d795bfe-18ab-4902-aaf2-9e41080f467f" providerId="ADAL" clId="{BE1B04B7-6210-4212-BE6B-C5E8F8C166E2}" dt="2025-12-03T17:02:55.064" v="821" actId="1076"/>
          <ac:picMkLst>
            <pc:docMk/>
            <pc:sldMk cId="466171498" sldId="308"/>
            <ac:picMk id="1026" creationId="{05941A05-A08F-C199-B8FB-006304DD30C8}"/>
          </ac:picMkLst>
        </pc:picChg>
      </pc:sldChg>
      <pc:sldChg chg="addSp delSp modSp add mod modAnim modNotesTx">
        <pc:chgData name="Alex Blandón" userId="7d795bfe-18ab-4902-aaf2-9e41080f467f" providerId="ADAL" clId="{BE1B04B7-6210-4212-BE6B-C5E8F8C166E2}" dt="2025-12-03T18:49:34.914" v="2332" actId="165"/>
        <pc:sldMkLst>
          <pc:docMk/>
          <pc:sldMk cId="2624732379" sldId="309"/>
        </pc:sldMkLst>
        <pc:spChg chg="mod">
          <ac:chgData name="Alex Blandón" userId="7d795bfe-18ab-4902-aaf2-9e41080f467f" providerId="ADAL" clId="{BE1B04B7-6210-4212-BE6B-C5E8F8C166E2}" dt="2025-12-03T17:47:27.285" v="1897" actId="1036"/>
          <ac:spMkLst>
            <pc:docMk/>
            <pc:sldMk cId="2624732379" sldId="309"/>
            <ac:spMk id="5" creationId="{CA0ABBE1-FE77-FD84-52D1-55BF72FE2D0D}"/>
          </ac:spMkLst>
        </pc:spChg>
        <pc:spChg chg="mod topLvl">
          <ac:chgData name="Alex Blandón" userId="7d795bfe-18ab-4902-aaf2-9e41080f467f" providerId="ADAL" clId="{BE1B04B7-6210-4212-BE6B-C5E8F8C166E2}" dt="2025-12-03T18:49:34.914" v="2332" actId="165"/>
          <ac:spMkLst>
            <pc:docMk/>
            <pc:sldMk cId="2624732379" sldId="309"/>
            <ac:spMk id="9" creationId="{2E2786DE-925E-F323-E9A3-F23BB42512D7}"/>
          </ac:spMkLst>
        </pc:spChg>
        <pc:spChg chg="mod topLvl">
          <ac:chgData name="Alex Blandón" userId="7d795bfe-18ab-4902-aaf2-9e41080f467f" providerId="ADAL" clId="{BE1B04B7-6210-4212-BE6B-C5E8F8C166E2}" dt="2025-12-03T18:49:34.914" v="2332" actId="165"/>
          <ac:spMkLst>
            <pc:docMk/>
            <pc:sldMk cId="2624732379" sldId="309"/>
            <ac:spMk id="16" creationId="{F8D6CE3C-76D5-F450-3F93-3C356A9D28C6}"/>
          </ac:spMkLst>
        </pc:spChg>
        <pc:spChg chg="mod topLvl">
          <ac:chgData name="Alex Blandón" userId="7d795bfe-18ab-4902-aaf2-9e41080f467f" providerId="ADAL" clId="{BE1B04B7-6210-4212-BE6B-C5E8F8C166E2}" dt="2025-12-03T18:49:34.914" v="2332" actId="165"/>
          <ac:spMkLst>
            <pc:docMk/>
            <pc:sldMk cId="2624732379" sldId="309"/>
            <ac:spMk id="20" creationId="{870C8DAD-AA66-7020-AAFD-AC336F1AB8DE}"/>
          </ac:spMkLst>
        </pc:spChg>
        <pc:spChg chg="add mod">
          <ac:chgData name="Alex Blandón" userId="7d795bfe-18ab-4902-aaf2-9e41080f467f" providerId="ADAL" clId="{BE1B04B7-6210-4212-BE6B-C5E8F8C166E2}" dt="2025-12-03T17:32:35.373" v="1725" actId="164"/>
          <ac:spMkLst>
            <pc:docMk/>
            <pc:sldMk cId="2624732379" sldId="309"/>
            <ac:spMk id="26" creationId="{014096F3-0CC5-6F7C-C80A-7E448C51814A}"/>
          </ac:spMkLst>
        </pc:spChg>
        <pc:spChg chg="add mod">
          <ac:chgData name="Alex Blandón" userId="7d795bfe-18ab-4902-aaf2-9e41080f467f" providerId="ADAL" clId="{BE1B04B7-6210-4212-BE6B-C5E8F8C166E2}" dt="2025-12-03T17:32:42.827" v="1726" actId="164"/>
          <ac:spMkLst>
            <pc:docMk/>
            <pc:sldMk cId="2624732379" sldId="309"/>
            <ac:spMk id="32" creationId="{0F2067AD-5CC5-6FCA-14EE-46754F74A032}"/>
          </ac:spMkLst>
        </pc:spChg>
        <pc:grpChg chg="add mod">
          <ac:chgData name="Alex Blandón" userId="7d795bfe-18ab-4902-aaf2-9e41080f467f" providerId="ADAL" clId="{BE1B04B7-6210-4212-BE6B-C5E8F8C166E2}" dt="2025-12-03T17:47:27.285" v="1897" actId="1036"/>
          <ac:grpSpMkLst>
            <pc:docMk/>
            <pc:sldMk cId="2624732379" sldId="309"/>
            <ac:grpSpMk id="45" creationId="{A342229B-80D9-A61C-0533-39EEB0D66538}"/>
          </ac:grpSpMkLst>
        </pc:grpChg>
        <pc:grpChg chg="add mod">
          <ac:chgData name="Alex Blandón" userId="7d795bfe-18ab-4902-aaf2-9e41080f467f" providerId="ADAL" clId="{BE1B04B7-6210-4212-BE6B-C5E8F8C166E2}" dt="2025-12-03T17:47:27.285" v="1897" actId="1036"/>
          <ac:grpSpMkLst>
            <pc:docMk/>
            <pc:sldMk cId="2624732379" sldId="309"/>
            <ac:grpSpMk id="46" creationId="{B70BDE4D-615C-BD94-5D88-0E69B5813E78}"/>
          </ac:grpSpMkLst>
        </pc:grpChg>
        <pc:picChg chg="add mod topLvl">
          <ac:chgData name="Alex Blandón" userId="7d795bfe-18ab-4902-aaf2-9e41080f467f" providerId="ADAL" clId="{BE1B04B7-6210-4212-BE6B-C5E8F8C166E2}" dt="2025-12-03T18:49:34.914" v="2332" actId="165"/>
          <ac:picMkLst>
            <pc:docMk/>
            <pc:sldMk cId="2624732379" sldId="309"/>
            <ac:picMk id="4" creationId="{F360D74A-E4EA-9CB4-9763-9870B399FADC}"/>
          </ac:picMkLst>
        </pc:picChg>
        <pc:picChg chg="mod">
          <ac:chgData name="Alex Blandón" userId="7d795bfe-18ab-4902-aaf2-9e41080f467f" providerId="ADAL" clId="{BE1B04B7-6210-4212-BE6B-C5E8F8C166E2}" dt="2025-12-03T17:32:42.827" v="1726" actId="164"/>
          <ac:picMkLst>
            <pc:docMk/>
            <pc:sldMk cId="2624732379" sldId="309"/>
            <ac:picMk id="13" creationId="{1DDF034E-B2B9-8D01-1EA7-DDA4392D1570}"/>
          </ac:picMkLst>
        </pc:picChg>
        <pc:picChg chg="add mod topLvl">
          <ac:chgData name="Alex Blandón" userId="7d795bfe-18ab-4902-aaf2-9e41080f467f" providerId="ADAL" clId="{BE1B04B7-6210-4212-BE6B-C5E8F8C166E2}" dt="2025-12-03T18:49:34.914" v="2332" actId="165"/>
          <ac:picMkLst>
            <pc:docMk/>
            <pc:sldMk cId="2624732379" sldId="309"/>
            <ac:picMk id="14" creationId="{8B509EF0-25B6-A48D-A24B-DC7EEF850142}"/>
          </ac:picMkLst>
        </pc:picChg>
        <pc:picChg chg="add mod topLvl">
          <ac:chgData name="Alex Blandón" userId="7d795bfe-18ab-4902-aaf2-9e41080f467f" providerId="ADAL" clId="{BE1B04B7-6210-4212-BE6B-C5E8F8C166E2}" dt="2025-12-03T18:49:34.914" v="2332" actId="165"/>
          <ac:picMkLst>
            <pc:docMk/>
            <pc:sldMk cId="2624732379" sldId="309"/>
            <ac:picMk id="17" creationId="{9B2CB51B-3C34-745D-2C64-28128405981C}"/>
          </ac:picMkLst>
        </pc:picChg>
        <pc:picChg chg="add mod">
          <ac:chgData name="Alex Blandón" userId="7d795bfe-18ab-4902-aaf2-9e41080f467f" providerId="ADAL" clId="{BE1B04B7-6210-4212-BE6B-C5E8F8C166E2}" dt="2025-12-03T17:32:35.373" v="1725" actId="164"/>
          <ac:picMkLst>
            <pc:docMk/>
            <pc:sldMk cId="2624732379" sldId="309"/>
            <ac:picMk id="19" creationId="{2C7238F8-F488-0130-3C88-FCB0FDCDF0D9}"/>
          </ac:picMkLst>
        </pc:picChg>
        <pc:picChg chg="add mod">
          <ac:chgData name="Alex Blandón" userId="7d795bfe-18ab-4902-aaf2-9e41080f467f" providerId="ADAL" clId="{BE1B04B7-6210-4212-BE6B-C5E8F8C166E2}" dt="2025-12-03T17:32:35.373" v="1725" actId="164"/>
          <ac:picMkLst>
            <pc:docMk/>
            <pc:sldMk cId="2624732379" sldId="309"/>
            <ac:picMk id="24" creationId="{69E0ACD5-D8DE-5178-056D-E1DB1D6FA693}"/>
          </ac:picMkLst>
        </pc:picChg>
      </pc:sldChg>
      <pc:sldChg chg="modSp add mod ord modAnim modShow">
        <pc:chgData name="Alex Blandón" userId="7d795bfe-18ab-4902-aaf2-9e41080f467f" providerId="ADAL" clId="{BE1B04B7-6210-4212-BE6B-C5E8F8C166E2}" dt="2025-12-03T21:20:09.478" v="4485" actId="729"/>
        <pc:sldMkLst>
          <pc:docMk/>
          <pc:sldMk cId="1616471928" sldId="310"/>
        </pc:sldMkLst>
        <pc:spChg chg="mod">
          <ac:chgData name="Alex Blandón" userId="7d795bfe-18ab-4902-aaf2-9e41080f467f" providerId="ADAL" clId="{BE1B04B7-6210-4212-BE6B-C5E8F8C166E2}" dt="2025-12-03T18:41:46.788" v="2272" actId="20577"/>
          <ac:spMkLst>
            <pc:docMk/>
            <pc:sldMk cId="1616471928" sldId="310"/>
            <ac:spMk id="2" creationId="{E7E59970-99BE-BFA7-7680-60BF07D964F0}"/>
          </ac:spMkLst>
        </pc:spChg>
        <pc:spChg chg="mod">
          <ac:chgData name="Alex Blandón" userId="7d795bfe-18ab-4902-aaf2-9e41080f467f" providerId="ADAL" clId="{BE1B04B7-6210-4212-BE6B-C5E8F8C166E2}" dt="2025-12-03T17:36:27.083" v="1751" actId="14100"/>
          <ac:spMkLst>
            <pc:docMk/>
            <pc:sldMk cId="1616471928" sldId="310"/>
            <ac:spMk id="4" creationId="{5EF1C49F-6C98-2648-55FB-569992CAD6E2}"/>
          </ac:spMkLst>
        </pc:spChg>
        <pc:spChg chg="mod">
          <ac:chgData name="Alex Blandón" userId="7d795bfe-18ab-4902-aaf2-9e41080f467f" providerId="ADAL" clId="{BE1B04B7-6210-4212-BE6B-C5E8F8C166E2}" dt="2025-12-03T17:36:59.020" v="1768" actId="1036"/>
          <ac:spMkLst>
            <pc:docMk/>
            <pc:sldMk cId="1616471928" sldId="310"/>
            <ac:spMk id="6" creationId="{B75037CC-ECEF-84AC-1D4F-86D9EE7F1F37}"/>
          </ac:spMkLst>
        </pc:spChg>
        <pc:spChg chg="mod">
          <ac:chgData name="Alex Blandón" userId="7d795bfe-18ab-4902-aaf2-9e41080f467f" providerId="ADAL" clId="{BE1B04B7-6210-4212-BE6B-C5E8F8C166E2}" dt="2025-12-03T17:36:59.020" v="1768" actId="1036"/>
          <ac:spMkLst>
            <pc:docMk/>
            <pc:sldMk cId="1616471928" sldId="310"/>
            <ac:spMk id="7" creationId="{FE23BCA8-5579-3AFC-9A7C-FACC01293DAD}"/>
          </ac:spMkLst>
        </pc:spChg>
        <pc:spChg chg="mod">
          <ac:chgData name="Alex Blandón" userId="7d795bfe-18ab-4902-aaf2-9e41080f467f" providerId="ADAL" clId="{BE1B04B7-6210-4212-BE6B-C5E8F8C166E2}" dt="2025-12-03T17:36:59.020" v="1768" actId="1036"/>
          <ac:spMkLst>
            <pc:docMk/>
            <pc:sldMk cId="1616471928" sldId="310"/>
            <ac:spMk id="18" creationId="{D93E0B77-3AB4-49FF-076C-521C91817110}"/>
          </ac:spMkLst>
        </pc:spChg>
        <pc:spChg chg="mod">
          <ac:chgData name="Alex Blandón" userId="7d795bfe-18ab-4902-aaf2-9e41080f467f" providerId="ADAL" clId="{BE1B04B7-6210-4212-BE6B-C5E8F8C166E2}" dt="2025-12-03T17:36:59.020" v="1768" actId="1036"/>
          <ac:spMkLst>
            <pc:docMk/>
            <pc:sldMk cId="1616471928" sldId="310"/>
            <ac:spMk id="22" creationId="{FA138663-6315-CD9F-9D22-08CF0BAF8949}"/>
          </ac:spMkLst>
        </pc:spChg>
        <pc:spChg chg="mod">
          <ac:chgData name="Alex Blandón" userId="7d795bfe-18ab-4902-aaf2-9e41080f467f" providerId="ADAL" clId="{BE1B04B7-6210-4212-BE6B-C5E8F8C166E2}" dt="2025-12-03T17:43:31.929" v="1798" actId="20577"/>
          <ac:spMkLst>
            <pc:docMk/>
            <pc:sldMk cId="1616471928" sldId="310"/>
            <ac:spMk id="32" creationId="{518C690E-14BC-025E-4B1E-E778B7973767}"/>
          </ac:spMkLst>
        </pc:spChg>
        <pc:picChg chg="mod">
          <ac:chgData name="Alex Blandón" userId="7d795bfe-18ab-4902-aaf2-9e41080f467f" providerId="ADAL" clId="{BE1B04B7-6210-4212-BE6B-C5E8F8C166E2}" dt="2025-12-03T17:36:59.020" v="1768" actId="1036"/>
          <ac:picMkLst>
            <pc:docMk/>
            <pc:sldMk cId="1616471928" sldId="310"/>
            <ac:picMk id="3" creationId="{C38F7A84-5655-09BC-9FB4-DDCD2246C91B}"/>
          </ac:picMkLst>
        </pc:picChg>
        <pc:picChg chg="mod">
          <ac:chgData name="Alex Blandón" userId="7d795bfe-18ab-4902-aaf2-9e41080f467f" providerId="ADAL" clId="{BE1B04B7-6210-4212-BE6B-C5E8F8C166E2}" dt="2025-12-03T17:36:29.151" v="1752" actId="1035"/>
          <ac:picMkLst>
            <pc:docMk/>
            <pc:sldMk cId="1616471928" sldId="310"/>
            <ac:picMk id="11" creationId="{3235580B-9F63-CDD4-BBE0-8B80B22E42A0}"/>
          </ac:picMkLst>
        </pc:picChg>
        <pc:picChg chg="mod">
          <ac:chgData name="Alex Blandón" userId="7d795bfe-18ab-4902-aaf2-9e41080f467f" providerId="ADAL" clId="{BE1B04B7-6210-4212-BE6B-C5E8F8C166E2}" dt="2025-12-03T17:36:59.020" v="1768" actId="1036"/>
          <ac:picMkLst>
            <pc:docMk/>
            <pc:sldMk cId="1616471928" sldId="310"/>
            <ac:picMk id="16" creationId="{C9E0BA11-4D21-D282-39FC-385DFB77E122}"/>
          </ac:picMkLst>
        </pc:picChg>
        <pc:picChg chg="mod">
          <ac:chgData name="Alex Blandón" userId="7d795bfe-18ab-4902-aaf2-9e41080f467f" providerId="ADAL" clId="{BE1B04B7-6210-4212-BE6B-C5E8F8C166E2}" dt="2025-12-03T17:36:59.020" v="1768" actId="1036"/>
          <ac:picMkLst>
            <pc:docMk/>
            <pc:sldMk cId="1616471928" sldId="310"/>
            <ac:picMk id="21" creationId="{D48B2A01-DC15-8A75-0641-70866094F385}"/>
          </ac:picMkLst>
        </pc:picChg>
        <pc:picChg chg="mod">
          <ac:chgData name="Alex Blandón" userId="7d795bfe-18ab-4902-aaf2-9e41080f467f" providerId="ADAL" clId="{BE1B04B7-6210-4212-BE6B-C5E8F8C166E2}" dt="2025-12-03T17:36:59.020" v="1768" actId="1036"/>
          <ac:picMkLst>
            <pc:docMk/>
            <pc:sldMk cId="1616471928" sldId="310"/>
            <ac:picMk id="29" creationId="{85E98306-58A5-F6BE-FC20-A3946F9B06DB}"/>
          </ac:picMkLst>
        </pc:picChg>
        <pc:picChg chg="mod">
          <ac:chgData name="Alex Blandón" userId="7d795bfe-18ab-4902-aaf2-9e41080f467f" providerId="ADAL" clId="{BE1B04B7-6210-4212-BE6B-C5E8F8C166E2}" dt="2025-12-03T17:43:40.621" v="1799" actId="1076"/>
          <ac:picMkLst>
            <pc:docMk/>
            <pc:sldMk cId="1616471928" sldId="310"/>
            <ac:picMk id="31" creationId="{44425291-468D-C5A8-53D9-B9C0683DE794}"/>
          </ac:picMkLst>
        </pc:picChg>
        <pc:picChg chg="mod">
          <ac:chgData name="Alex Blandón" userId="7d795bfe-18ab-4902-aaf2-9e41080f467f" providerId="ADAL" clId="{BE1B04B7-6210-4212-BE6B-C5E8F8C166E2}" dt="2025-12-03T17:36:59.020" v="1768" actId="1036"/>
          <ac:picMkLst>
            <pc:docMk/>
            <pc:sldMk cId="1616471928" sldId="310"/>
            <ac:picMk id="35" creationId="{808F6146-ED38-CC94-F8B7-38548F722906}"/>
          </ac:picMkLst>
        </pc:picChg>
      </pc:sldChg>
      <pc:sldChg chg="addSp delSp modSp add mod ord delAnim modAnim modShow">
        <pc:chgData name="Alex Blandón" userId="7d795bfe-18ab-4902-aaf2-9e41080f467f" providerId="ADAL" clId="{BE1B04B7-6210-4212-BE6B-C5E8F8C166E2}" dt="2025-12-03T21:18:22.523" v="4386" actId="165"/>
        <pc:sldMkLst>
          <pc:docMk/>
          <pc:sldMk cId="851786718" sldId="312"/>
        </pc:sldMkLst>
        <pc:spChg chg="mod">
          <ac:chgData name="Alex Blandón" userId="7d795bfe-18ab-4902-aaf2-9e41080f467f" providerId="ADAL" clId="{BE1B04B7-6210-4212-BE6B-C5E8F8C166E2}" dt="2025-12-03T20:50:43.727" v="3830"/>
          <ac:spMkLst>
            <pc:docMk/>
            <pc:sldMk cId="851786718" sldId="312"/>
            <ac:spMk id="2" creationId="{88708826-DE60-0ADC-0BA7-510BA5112E67}"/>
          </ac:spMkLst>
        </pc:spChg>
        <pc:spChg chg="mod">
          <ac:chgData name="Alex Blandón" userId="7d795bfe-18ab-4902-aaf2-9e41080f467f" providerId="ADAL" clId="{BE1B04B7-6210-4212-BE6B-C5E8F8C166E2}" dt="2025-12-03T18:48:26.641" v="2312" actId="1076"/>
          <ac:spMkLst>
            <pc:docMk/>
            <pc:sldMk cId="851786718" sldId="312"/>
            <ac:spMk id="15" creationId="{EB9E1CA7-6D5F-76B0-A9AF-6B5F32BEDC12}"/>
          </ac:spMkLst>
        </pc:spChg>
        <pc:spChg chg="mod">
          <ac:chgData name="Alex Blandón" userId="7d795bfe-18ab-4902-aaf2-9e41080f467f" providerId="ADAL" clId="{BE1B04B7-6210-4212-BE6B-C5E8F8C166E2}" dt="2025-12-03T18:48:22.536" v="2311" actId="1076"/>
          <ac:spMkLst>
            <pc:docMk/>
            <pc:sldMk cId="851786718" sldId="312"/>
            <ac:spMk id="19" creationId="{EA969B54-E6B8-BFF3-991D-2BA939ED4CD1}"/>
          </ac:spMkLst>
        </pc:spChg>
        <pc:spChg chg="add mod">
          <ac:chgData name="Alex Blandón" userId="7d795bfe-18ab-4902-aaf2-9e41080f467f" providerId="ADAL" clId="{BE1B04B7-6210-4212-BE6B-C5E8F8C166E2}" dt="2025-12-03T18:44:56.554" v="2281" actId="164"/>
          <ac:spMkLst>
            <pc:docMk/>
            <pc:sldMk cId="851786718" sldId="312"/>
            <ac:spMk id="24" creationId="{AF2E4830-DBE3-49A9-803A-2F5B6C532E99}"/>
          </ac:spMkLst>
        </pc:spChg>
        <pc:spChg chg="add mod topLvl">
          <ac:chgData name="Alex Blandón" userId="7d795bfe-18ab-4902-aaf2-9e41080f467f" providerId="ADAL" clId="{BE1B04B7-6210-4212-BE6B-C5E8F8C166E2}" dt="2025-12-03T21:18:22.523" v="4386" actId="165"/>
          <ac:spMkLst>
            <pc:docMk/>
            <pc:sldMk cId="851786718" sldId="312"/>
            <ac:spMk id="33" creationId="{1EF3204A-52A2-005A-00BA-0F67E78E2DE3}"/>
          </ac:spMkLst>
        </pc:spChg>
        <pc:spChg chg="mod topLvl">
          <ac:chgData name="Alex Blandón" userId="7d795bfe-18ab-4902-aaf2-9e41080f467f" providerId="ADAL" clId="{BE1B04B7-6210-4212-BE6B-C5E8F8C166E2}" dt="2025-12-03T19:10:41.097" v="2498" actId="164"/>
          <ac:spMkLst>
            <pc:docMk/>
            <pc:sldMk cId="851786718" sldId="312"/>
            <ac:spMk id="55" creationId="{B608683C-36E3-57AB-D471-0CF711B11064}"/>
          </ac:spMkLst>
        </pc:spChg>
        <pc:spChg chg="mod topLvl">
          <ac:chgData name="Alex Blandón" userId="7d795bfe-18ab-4902-aaf2-9e41080f467f" providerId="ADAL" clId="{BE1B04B7-6210-4212-BE6B-C5E8F8C166E2}" dt="2025-12-03T19:10:41.097" v="2498" actId="164"/>
          <ac:spMkLst>
            <pc:docMk/>
            <pc:sldMk cId="851786718" sldId="312"/>
            <ac:spMk id="56" creationId="{5D2272DA-C7C4-0DB1-B87A-F421DBB3D7AA}"/>
          </ac:spMkLst>
        </pc:spChg>
        <pc:spChg chg="mod topLvl">
          <ac:chgData name="Alex Blandón" userId="7d795bfe-18ab-4902-aaf2-9e41080f467f" providerId="ADAL" clId="{BE1B04B7-6210-4212-BE6B-C5E8F8C166E2}" dt="2025-12-03T19:10:41.097" v="2498" actId="164"/>
          <ac:spMkLst>
            <pc:docMk/>
            <pc:sldMk cId="851786718" sldId="312"/>
            <ac:spMk id="57" creationId="{E942A6F3-6CE9-9B43-5982-0F45A005DF6C}"/>
          </ac:spMkLst>
        </pc:spChg>
        <pc:spChg chg="mod topLvl">
          <ac:chgData name="Alex Blandón" userId="7d795bfe-18ab-4902-aaf2-9e41080f467f" providerId="ADAL" clId="{BE1B04B7-6210-4212-BE6B-C5E8F8C166E2}" dt="2025-12-03T19:10:41.097" v="2498" actId="164"/>
          <ac:spMkLst>
            <pc:docMk/>
            <pc:sldMk cId="851786718" sldId="312"/>
            <ac:spMk id="58" creationId="{56160C2D-9935-9858-2212-E54D46CE7DED}"/>
          </ac:spMkLst>
        </pc:spChg>
        <pc:spChg chg="mod topLvl">
          <ac:chgData name="Alex Blandón" userId="7d795bfe-18ab-4902-aaf2-9e41080f467f" providerId="ADAL" clId="{BE1B04B7-6210-4212-BE6B-C5E8F8C166E2}" dt="2025-12-03T19:10:41.097" v="2498" actId="164"/>
          <ac:spMkLst>
            <pc:docMk/>
            <pc:sldMk cId="851786718" sldId="312"/>
            <ac:spMk id="59" creationId="{1F398D8A-C7FD-0FA5-9780-98A5F7D86F5F}"/>
          </ac:spMkLst>
        </pc:spChg>
        <pc:spChg chg="mod topLvl">
          <ac:chgData name="Alex Blandón" userId="7d795bfe-18ab-4902-aaf2-9e41080f467f" providerId="ADAL" clId="{BE1B04B7-6210-4212-BE6B-C5E8F8C166E2}" dt="2025-12-03T19:10:41.097" v="2498" actId="164"/>
          <ac:spMkLst>
            <pc:docMk/>
            <pc:sldMk cId="851786718" sldId="312"/>
            <ac:spMk id="60" creationId="{62F13EE2-21CA-93A3-307A-19CF3C4A6C2B}"/>
          </ac:spMkLst>
        </pc:spChg>
        <pc:spChg chg="mod topLvl">
          <ac:chgData name="Alex Blandón" userId="7d795bfe-18ab-4902-aaf2-9e41080f467f" providerId="ADAL" clId="{BE1B04B7-6210-4212-BE6B-C5E8F8C166E2}" dt="2025-12-03T19:10:41.097" v="2498" actId="164"/>
          <ac:spMkLst>
            <pc:docMk/>
            <pc:sldMk cId="851786718" sldId="312"/>
            <ac:spMk id="61" creationId="{077C3F25-D663-0D6E-D771-BC8F2172C146}"/>
          </ac:spMkLst>
        </pc:spChg>
        <pc:spChg chg="mod topLvl">
          <ac:chgData name="Alex Blandón" userId="7d795bfe-18ab-4902-aaf2-9e41080f467f" providerId="ADAL" clId="{BE1B04B7-6210-4212-BE6B-C5E8F8C166E2}" dt="2025-12-03T19:10:41.097" v="2498" actId="164"/>
          <ac:spMkLst>
            <pc:docMk/>
            <pc:sldMk cId="851786718" sldId="312"/>
            <ac:spMk id="62" creationId="{C9D2E1F6-6CC4-5A9A-6608-7943BA84F876}"/>
          </ac:spMkLst>
        </pc:spChg>
        <pc:spChg chg="mod topLvl">
          <ac:chgData name="Alex Blandón" userId="7d795bfe-18ab-4902-aaf2-9e41080f467f" providerId="ADAL" clId="{BE1B04B7-6210-4212-BE6B-C5E8F8C166E2}" dt="2025-12-03T19:10:41.097" v="2498" actId="164"/>
          <ac:spMkLst>
            <pc:docMk/>
            <pc:sldMk cId="851786718" sldId="312"/>
            <ac:spMk id="63" creationId="{21130153-CA17-CE23-2BC9-17D2EE3D15C2}"/>
          </ac:spMkLst>
        </pc:spChg>
        <pc:spChg chg="mod topLvl">
          <ac:chgData name="Alex Blandón" userId="7d795bfe-18ab-4902-aaf2-9e41080f467f" providerId="ADAL" clId="{BE1B04B7-6210-4212-BE6B-C5E8F8C166E2}" dt="2025-12-03T19:10:41.097" v="2498" actId="164"/>
          <ac:spMkLst>
            <pc:docMk/>
            <pc:sldMk cId="851786718" sldId="312"/>
            <ac:spMk id="64" creationId="{C11746AE-0939-5F10-F375-3AE744F35303}"/>
          </ac:spMkLst>
        </pc:spChg>
        <pc:spChg chg="mod">
          <ac:chgData name="Alex Blandón" userId="7d795bfe-18ab-4902-aaf2-9e41080f467f" providerId="ADAL" clId="{BE1B04B7-6210-4212-BE6B-C5E8F8C166E2}" dt="2025-12-03T19:11:13.951" v="2501"/>
          <ac:spMkLst>
            <pc:docMk/>
            <pc:sldMk cId="851786718" sldId="312"/>
            <ac:spMk id="67" creationId="{0E4C5399-2B63-656B-E2C4-25FB7118422B}"/>
          </ac:spMkLst>
        </pc:spChg>
        <pc:spChg chg="mod">
          <ac:chgData name="Alex Blandón" userId="7d795bfe-18ab-4902-aaf2-9e41080f467f" providerId="ADAL" clId="{BE1B04B7-6210-4212-BE6B-C5E8F8C166E2}" dt="2025-12-03T19:11:13.951" v="2501"/>
          <ac:spMkLst>
            <pc:docMk/>
            <pc:sldMk cId="851786718" sldId="312"/>
            <ac:spMk id="68" creationId="{81A3100E-9C7E-7D47-959A-57CA3493AB19}"/>
          </ac:spMkLst>
        </pc:spChg>
        <pc:spChg chg="mod">
          <ac:chgData name="Alex Blandón" userId="7d795bfe-18ab-4902-aaf2-9e41080f467f" providerId="ADAL" clId="{BE1B04B7-6210-4212-BE6B-C5E8F8C166E2}" dt="2025-12-03T19:11:13.951" v="2501"/>
          <ac:spMkLst>
            <pc:docMk/>
            <pc:sldMk cId="851786718" sldId="312"/>
            <ac:spMk id="69" creationId="{AFEBBC3F-AE97-110C-B83E-54CA37A28E0A}"/>
          </ac:spMkLst>
        </pc:spChg>
        <pc:spChg chg="mod">
          <ac:chgData name="Alex Blandón" userId="7d795bfe-18ab-4902-aaf2-9e41080f467f" providerId="ADAL" clId="{BE1B04B7-6210-4212-BE6B-C5E8F8C166E2}" dt="2025-12-03T19:11:13.951" v="2501"/>
          <ac:spMkLst>
            <pc:docMk/>
            <pc:sldMk cId="851786718" sldId="312"/>
            <ac:spMk id="70" creationId="{FA7A7596-845E-C43D-FC63-E50EFA701D9C}"/>
          </ac:spMkLst>
        </pc:spChg>
        <pc:spChg chg="mod">
          <ac:chgData name="Alex Blandón" userId="7d795bfe-18ab-4902-aaf2-9e41080f467f" providerId="ADAL" clId="{BE1B04B7-6210-4212-BE6B-C5E8F8C166E2}" dt="2025-12-03T19:11:13.951" v="2501"/>
          <ac:spMkLst>
            <pc:docMk/>
            <pc:sldMk cId="851786718" sldId="312"/>
            <ac:spMk id="71" creationId="{6677A738-954F-E0F7-6B8F-2ED90B02FC76}"/>
          </ac:spMkLst>
        </pc:spChg>
        <pc:spChg chg="mod">
          <ac:chgData name="Alex Blandón" userId="7d795bfe-18ab-4902-aaf2-9e41080f467f" providerId="ADAL" clId="{BE1B04B7-6210-4212-BE6B-C5E8F8C166E2}" dt="2025-12-03T19:11:13.951" v="2501"/>
          <ac:spMkLst>
            <pc:docMk/>
            <pc:sldMk cId="851786718" sldId="312"/>
            <ac:spMk id="72" creationId="{21E4D27D-82CE-BF86-CE48-68D164A78FC9}"/>
          </ac:spMkLst>
        </pc:spChg>
        <pc:spChg chg="mod">
          <ac:chgData name="Alex Blandón" userId="7d795bfe-18ab-4902-aaf2-9e41080f467f" providerId="ADAL" clId="{BE1B04B7-6210-4212-BE6B-C5E8F8C166E2}" dt="2025-12-03T19:11:13.951" v="2501"/>
          <ac:spMkLst>
            <pc:docMk/>
            <pc:sldMk cId="851786718" sldId="312"/>
            <ac:spMk id="73" creationId="{03FF1C24-2702-AB03-E84D-DCA12C670402}"/>
          </ac:spMkLst>
        </pc:spChg>
        <pc:spChg chg="mod">
          <ac:chgData name="Alex Blandón" userId="7d795bfe-18ab-4902-aaf2-9e41080f467f" providerId="ADAL" clId="{BE1B04B7-6210-4212-BE6B-C5E8F8C166E2}" dt="2025-12-03T19:11:13.951" v="2501"/>
          <ac:spMkLst>
            <pc:docMk/>
            <pc:sldMk cId="851786718" sldId="312"/>
            <ac:spMk id="74" creationId="{96D291B4-450A-476A-56A7-95BEBA092846}"/>
          </ac:spMkLst>
        </pc:spChg>
        <pc:spChg chg="mod">
          <ac:chgData name="Alex Blandón" userId="7d795bfe-18ab-4902-aaf2-9e41080f467f" providerId="ADAL" clId="{BE1B04B7-6210-4212-BE6B-C5E8F8C166E2}" dt="2025-12-03T19:11:13.951" v="2501"/>
          <ac:spMkLst>
            <pc:docMk/>
            <pc:sldMk cId="851786718" sldId="312"/>
            <ac:spMk id="75" creationId="{80B7FDE5-E3A5-FB9A-CF98-B738C30432B8}"/>
          </ac:spMkLst>
        </pc:spChg>
        <pc:spChg chg="add mod topLvl">
          <ac:chgData name="Alex Blandón" userId="7d795bfe-18ab-4902-aaf2-9e41080f467f" providerId="ADAL" clId="{BE1B04B7-6210-4212-BE6B-C5E8F8C166E2}" dt="2025-12-03T21:18:22.523" v="4386" actId="165"/>
          <ac:spMkLst>
            <pc:docMk/>
            <pc:sldMk cId="851786718" sldId="312"/>
            <ac:spMk id="85" creationId="{892752F7-1FA5-F1C4-6E17-F8D59874D09D}"/>
          </ac:spMkLst>
        </pc:spChg>
        <pc:spChg chg="add mod topLvl">
          <ac:chgData name="Alex Blandón" userId="7d795bfe-18ab-4902-aaf2-9e41080f467f" providerId="ADAL" clId="{BE1B04B7-6210-4212-BE6B-C5E8F8C166E2}" dt="2025-12-03T21:18:22.523" v="4386" actId="165"/>
          <ac:spMkLst>
            <pc:docMk/>
            <pc:sldMk cId="851786718" sldId="312"/>
            <ac:spMk id="107" creationId="{84257569-D4DC-9991-6514-C5CB45A67440}"/>
          </ac:spMkLst>
        </pc:spChg>
        <pc:spChg chg="mod">
          <ac:chgData name="Alex Blandón" userId="7d795bfe-18ab-4902-aaf2-9e41080f467f" providerId="ADAL" clId="{BE1B04B7-6210-4212-BE6B-C5E8F8C166E2}" dt="2025-12-03T19:30:48.219" v="2713" actId="165"/>
          <ac:spMkLst>
            <pc:docMk/>
            <pc:sldMk cId="851786718" sldId="312"/>
            <ac:spMk id="122" creationId="{AFFB1E61-E31C-B4D7-547F-1B5676F2837D}"/>
          </ac:spMkLst>
        </pc:spChg>
        <pc:spChg chg="mod">
          <ac:chgData name="Alex Blandón" userId="7d795bfe-18ab-4902-aaf2-9e41080f467f" providerId="ADAL" clId="{BE1B04B7-6210-4212-BE6B-C5E8F8C166E2}" dt="2025-12-03T19:30:48.219" v="2713" actId="165"/>
          <ac:spMkLst>
            <pc:docMk/>
            <pc:sldMk cId="851786718" sldId="312"/>
            <ac:spMk id="123" creationId="{5A8DBC0B-F402-D9D2-DCDD-362E178A3BF4}"/>
          </ac:spMkLst>
        </pc:spChg>
        <pc:spChg chg="mod">
          <ac:chgData name="Alex Blandón" userId="7d795bfe-18ab-4902-aaf2-9e41080f467f" providerId="ADAL" clId="{BE1B04B7-6210-4212-BE6B-C5E8F8C166E2}" dt="2025-12-03T19:30:48.219" v="2713" actId="165"/>
          <ac:spMkLst>
            <pc:docMk/>
            <pc:sldMk cId="851786718" sldId="312"/>
            <ac:spMk id="124" creationId="{98231C1F-7C24-76BF-9D4A-36B31CEBEC66}"/>
          </ac:spMkLst>
        </pc:spChg>
        <pc:spChg chg="mod">
          <ac:chgData name="Alex Blandón" userId="7d795bfe-18ab-4902-aaf2-9e41080f467f" providerId="ADAL" clId="{BE1B04B7-6210-4212-BE6B-C5E8F8C166E2}" dt="2025-12-03T19:30:48.219" v="2713" actId="165"/>
          <ac:spMkLst>
            <pc:docMk/>
            <pc:sldMk cId="851786718" sldId="312"/>
            <ac:spMk id="127" creationId="{DD10DCB5-2C97-2CDB-0B4F-33BAA74B605D}"/>
          </ac:spMkLst>
        </pc:spChg>
        <pc:spChg chg="mod">
          <ac:chgData name="Alex Blandón" userId="7d795bfe-18ab-4902-aaf2-9e41080f467f" providerId="ADAL" clId="{BE1B04B7-6210-4212-BE6B-C5E8F8C166E2}" dt="2025-12-03T19:30:48.219" v="2713" actId="165"/>
          <ac:spMkLst>
            <pc:docMk/>
            <pc:sldMk cId="851786718" sldId="312"/>
            <ac:spMk id="129" creationId="{9F432E77-F6A9-31AA-8429-00BF4E1EBD28}"/>
          </ac:spMkLst>
        </pc:spChg>
        <pc:spChg chg="mod">
          <ac:chgData name="Alex Blandón" userId="7d795bfe-18ab-4902-aaf2-9e41080f467f" providerId="ADAL" clId="{BE1B04B7-6210-4212-BE6B-C5E8F8C166E2}" dt="2025-12-03T19:30:48.219" v="2713" actId="165"/>
          <ac:spMkLst>
            <pc:docMk/>
            <pc:sldMk cId="851786718" sldId="312"/>
            <ac:spMk id="132" creationId="{440E2BF2-CE16-6A89-80B1-CC9BBD050D15}"/>
          </ac:spMkLst>
        </pc:spChg>
        <pc:spChg chg="mod">
          <ac:chgData name="Alex Blandón" userId="7d795bfe-18ab-4902-aaf2-9e41080f467f" providerId="ADAL" clId="{BE1B04B7-6210-4212-BE6B-C5E8F8C166E2}" dt="2025-12-03T19:30:48.219" v="2713" actId="165"/>
          <ac:spMkLst>
            <pc:docMk/>
            <pc:sldMk cId="851786718" sldId="312"/>
            <ac:spMk id="134" creationId="{E01AD1A9-9C70-870C-1180-01A67D9CB598}"/>
          </ac:spMkLst>
        </pc:spChg>
        <pc:spChg chg="mod">
          <ac:chgData name="Alex Blandón" userId="7d795bfe-18ab-4902-aaf2-9e41080f467f" providerId="ADAL" clId="{BE1B04B7-6210-4212-BE6B-C5E8F8C166E2}" dt="2025-12-03T19:30:48.219" v="2713" actId="165"/>
          <ac:spMkLst>
            <pc:docMk/>
            <pc:sldMk cId="851786718" sldId="312"/>
            <ac:spMk id="137" creationId="{C2BD29EF-2338-12F2-322D-813E40F87CF0}"/>
          </ac:spMkLst>
        </pc:spChg>
        <pc:spChg chg="mod">
          <ac:chgData name="Alex Blandón" userId="7d795bfe-18ab-4902-aaf2-9e41080f467f" providerId="ADAL" clId="{BE1B04B7-6210-4212-BE6B-C5E8F8C166E2}" dt="2025-12-03T19:30:48.219" v="2713" actId="165"/>
          <ac:spMkLst>
            <pc:docMk/>
            <pc:sldMk cId="851786718" sldId="312"/>
            <ac:spMk id="139" creationId="{3DA8F472-9AA5-13CF-77EF-2E07B9A90CFE}"/>
          </ac:spMkLst>
        </pc:spChg>
        <pc:spChg chg="mod">
          <ac:chgData name="Alex Blandón" userId="7d795bfe-18ab-4902-aaf2-9e41080f467f" providerId="ADAL" clId="{BE1B04B7-6210-4212-BE6B-C5E8F8C166E2}" dt="2025-12-03T19:30:48.219" v="2713" actId="165"/>
          <ac:spMkLst>
            <pc:docMk/>
            <pc:sldMk cId="851786718" sldId="312"/>
            <ac:spMk id="140" creationId="{20CF1BAA-A1DC-1A76-F3FD-5EEA8FCA582B}"/>
          </ac:spMkLst>
        </pc:spChg>
        <pc:spChg chg="add mod">
          <ac:chgData name="Alex Blandón" userId="7d795bfe-18ab-4902-aaf2-9e41080f467f" providerId="ADAL" clId="{BE1B04B7-6210-4212-BE6B-C5E8F8C166E2}" dt="2025-12-03T21:09:46.587" v="4018" actId="1035"/>
          <ac:spMkLst>
            <pc:docMk/>
            <pc:sldMk cId="851786718" sldId="312"/>
            <ac:spMk id="150" creationId="{3B9A21E3-648D-774B-CF83-380C7D95E81A}"/>
          </ac:spMkLst>
        </pc:spChg>
        <pc:spChg chg="add mod">
          <ac:chgData name="Alex Blandón" userId="7d795bfe-18ab-4902-aaf2-9e41080f467f" providerId="ADAL" clId="{BE1B04B7-6210-4212-BE6B-C5E8F8C166E2}" dt="2025-12-03T20:47:46.417" v="3389" actId="164"/>
          <ac:spMkLst>
            <pc:docMk/>
            <pc:sldMk cId="851786718" sldId="312"/>
            <ac:spMk id="159" creationId="{61B20281-093D-0488-4EE8-624005ADEEA5}"/>
          </ac:spMkLst>
        </pc:spChg>
        <pc:spChg chg="add mod">
          <ac:chgData name="Alex Blandón" userId="7d795bfe-18ab-4902-aaf2-9e41080f467f" providerId="ADAL" clId="{BE1B04B7-6210-4212-BE6B-C5E8F8C166E2}" dt="2025-12-03T20:36:52.748" v="3261" actId="14100"/>
          <ac:spMkLst>
            <pc:docMk/>
            <pc:sldMk cId="851786718" sldId="312"/>
            <ac:spMk id="160" creationId="{FD091B0F-036C-99EE-6257-A1A399FE9F86}"/>
          </ac:spMkLst>
        </pc:spChg>
        <pc:spChg chg="add mod">
          <ac:chgData name="Alex Blandón" userId="7d795bfe-18ab-4902-aaf2-9e41080f467f" providerId="ADAL" clId="{BE1B04B7-6210-4212-BE6B-C5E8F8C166E2}" dt="2025-12-03T20:39:39.068" v="3377" actId="20577"/>
          <ac:spMkLst>
            <pc:docMk/>
            <pc:sldMk cId="851786718" sldId="312"/>
            <ac:spMk id="161" creationId="{E6968C08-C594-1E77-3471-22ED13C9E970}"/>
          </ac:spMkLst>
        </pc:spChg>
        <pc:spChg chg="add mod">
          <ac:chgData name="Alex Blandón" userId="7d795bfe-18ab-4902-aaf2-9e41080f467f" providerId="ADAL" clId="{BE1B04B7-6210-4212-BE6B-C5E8F8C166E2}" dt="2025-12-03T20:51:36.859" v="3850" actId="113"/>
          <ac:spMkLst>
            <pc:docMk/>
            <pc:sldMk cId="851786718" sldId="312"/>
            <ac:spMk id="251" creationId="{51916490-AFD6-7ECB-98B4-2141CE2C137D}"/>
          </ac:spMkLst>
        </pc:spChg>
        <pc:spChg chg="add mod">
          <ac:chgData name="Alex Blandón" userId="7d795bfe-18ab-4902-aaf2-9e41080f467f" providerId="ADAL" clId="{BE1B04B7-6210-4212-BE6B-C5E8F8C166E2}" dt="2025-12-03T20:51:44.927" v="3854" actId="20577"/>
          <ac:spMkLst>
            <pc:docMk/>
            <pc:sldMk cId="851786718" sldId="312"/>
            <ac:spMk id="252" creationId="{577655D5-6F7E-EB89-ACB0-847B4AB1A96B}"/>
          </ac:spMkLst>
        </pc:spChg>
        <pc:spChg chg="add mod">
          <ac:chgData name="Alex Blandón" userId="7d795bfe-18ab-4902-aaf2-9e41080f467f" providerId="ADAL" clId="{BE1B04B7-6210-4212-BE6B-C5E8F8C166E2}" dt="2025-12-03T20:51:57.709" v="3858" actId="20577"/>
          <ac:spMkLst>
            <pc:docMk/>
            <pc:sldMk cId="851786718" sldId="312"/>
            <ac:spMk id="253" creationId="{C88941C0-2838-0546-5751-48998B85EF1B}"/>
          </ac:spMkLst>
        </pc:spChg>
        <pc:spChg chg="add mod">
          <ac:chgData name="Alex Blandón" userId="7d795bfe-18ab-4902-aaf2-9e41080f467f" providerId="ADAL" clId="{BE1B04B7-6210-4212-BE6B-C5E8F8C166E2}" dt="2025-12-03T21:09:42.735" v="3999" actId="1035"/>
          <ac:spMkLst>
            <pc:docMk/>
            <pc:sldMk cId="851786718" sldId="312"/>
            <ac:spMk id="254" creationId="{39A1AB31-ACEC-5670-5E6A-4D3848A55EFF}"/>
          </ac:spMkLst>
        </pc:spChg>
        <pc:spChg chg="add mod">
          <ac:chgData name="Alex Blandón" userId="7d795bfe-18ab-4902-aaf2-9e41080f467f" providerId="ADAL" clId="{BE1B04B7-6210-4212-BE6B-C5E8F8C166E2}" dt="2025-12-03T21:09:42.735" v="3999" actId="1035"/>
          <ac:spMkLst>
            <pc:docMk/>
            <pc:sldMk cId="851786718" sldId="312"/>
            <ac:spMk id="255" creationId="{9A3C2048-A906-F578-0D75-B706A70AFE37}"/>
          </ac:spMkLst>
        </pc:spChg>
        <pc:spChg chg="add mod">
          <ac:chgData name="Alex Blandón" userId="7d795bfe-18ab-4902-aaf2-9e41080f467f" providerId="ADAL" clId="{BE1B04B7-6210-4212-BE6B-C5E8F8C166E2}" dt="2025-12-03T21:09:42.735" v="3999" actId="1035"/>
          <ac:spMkLst>
            <pc:docMk/>
            <pc:sldMk cId="851786718" sldId="312"/>
            <ac:spMk id="256" creationId="{3F4C40F6-BCFD-1359-8C65-2A924D15A82C}"/>
          </ac:spMkLst>
        </pc:spChg>
        <pc:grpChg chg="add mod">
          <ac:chgData name="Alex Blandón" userId="7d795bfe-18ab-4902-aaf2-9e41080f467f" providerId="ADAL" clId="{BE1B04B7-6210-4212-BE6B-C5E8F8C166E2}" dt="2025-12-03T18:44:56.554" v="2281" actId="164"/>
          <ac:grpSpMkLst>
            <pc:docMk/>
            <pc:sldMk cId="851786718" sldId="312"/>
            <ac:grpSpMk id="13" creationId="{1B42FA2B-0034-079E-9910-FA14BCB90BC3}"/>
          </ac:grpSpMkLst>
        </pc:grpChg>
        <pc:grpChg chg="add mod">
          <ac:chgData name="Alex Blandón" userId="7d795bfe-18ab-4902-aaf2-9e41080f467f" providerId="ADAL" clId="{BE1B04B7-6210-4212-BE6B-C5E8F8C166E2}" dt="2025-12-03T20:47:46.417" v="3389" actId="164"/>
          <ac:grpSpMkLst>
            <pc:docMk/>
            <pc:sldMk cId="851786718" sldId="312"/>
            <ac:grpSpMk id="25" creationId="{A80E67C8-652E-B604-08A5-B015E48AC313}"/>
          </ac:grpSpMkLst>
        </pc:grpChg>
        <pc:grpChg chg="mod">
          <ac:chgData name="Alex Blandón" userId="7d795bfe-18ab-4902-aaf2-9e41080f467f" providerId="ADAL" clId="{BE1B04B7-6210-4212-BE6B-C5E8F8C166E2}" dt="2025-12-03T19:12:44.790" v="2517" actId="164"/>
          <ac:grpSpMkLst>
            <pc:docMk/>
            <pc:sldMk cId="851786718" sldId="312"/>
            <ac:grpSpMk id="65" creationId="{4F94B7D2-1A3E-024B-E05A-4E79A8B41EBA}"/>
          </ac:grpSpMkLst>
        </pc:grpChg>
        <pc:grpChg chg="add mod">
          <ac:chgData name="Alex Blandón" userId="7d795bfe-18ab-4902-aaf2-9e41080f467f" providerId="ADAL" clId="{BE1B04B7-6210-4212-BE6B-C5E8F8C166E2}" dt="2025-12-03T19:12:44.790" v="2517" actId="164"/>
          <ac:grpSpMkLst>
            <pc:docMk/>
            <pc:sldMk cId="851786718" sldId="312"/>
            <ac:grpSpMk id="66" creationId="{716451ED-F5C8-6460-5050-1EC77839333F}"/>
          </ac:grpSpMkLst>
        </pc:grpChg>
        <pc:grpChg chg="mod">
          <ac:chgData name="Alex Blandón" userId="7d795bfe-18ab-4902-aaf2-9e41080f467f" providerId="ADAL" clId="{BE1B04B7-6210-4212-BE6B-C5E8F8C166E2}" dt="2025-12-03T20:47:27.843" v="3386" actId="164"/>
          <ac:grpSpMkLst>
            <pc:docMk/>
            <pc:sldMk cId="851786718" sldId="312"/>
            <ac:grpSpMk id="119" creationId="{882DE193-1379-47AF-C61A-6D22B94A022C}"/>
          </ac:grpSpMkLst>
        </pc:grpChg>
        <pc:grpChg chg="mod">
          <ac:chgData name="Alex Blandón" userId="7d795bfe-18ab-4902-aaf2-9e41080f467f" providerId="ADAL" clId="{BE1B04B7-6210-4212-BE6B-C5E8F8C166E2}" dt="2025-12-03T20:47:27.843" v="3386" actId="164"/>
          <ac:grpSpMkLst>
            <pc:docMk/>
            <pc:sldMk cId="851786718" sldId="312"/>
            <ac:grpSpMk id="120" creationId="{003CDDD1-FCDD-8BE9-53D4-DF8213DAB0FE}"/>
          </ac:grpSpMkLst>
        </pc:grpChg>
        <pc:grpChg chg="add mod">
          <ac:chgData name="Alex Blandón" userId="7d795bfe-18ab-4902-aaf2-9e41080f467f" providerId="ADAL" clId="{BE1B04B7-6210-4212-BE6B-C5E8F8C166E2}" dt="2025-12-03T20:49:45.902" v="3771" actId="1036"/>
          <ac:grpSpMkLst>
            <pc:docMk/>
            <pc:sldMk cId="851786718" sldId="312"/>
            <ac:grpSpMk id="169" creationId="{EF8DA014-877B-6305-73B2-2FC306D28C07}"/>
          </ac:grpSpMkLst>
        </pc:grpChg>
        <pc:picChg chg="mod">
          <ac:chgData name="Alex Blandón" userId="7d795bfe-18ab-4902-aaf2-9e41080f467f" providerId="ADAL" clId="{BE1B04B7-6210-4212-BE6B-C5E8F8C166E2}" dt="2025-12-03T18:44:51.968" v="2280"/>
          <ac:picMkLst>
            <pc:docMk/>
            <pc:sldMk cId="851786718" sldId="312"/>
            <ac:picMk id="14" creationId="{8ECE84C0-FA80-DB41-757C-1CF9DE00DE6F}"/>
          </ac:picMkLst>
        </pc:picChg>
        <pc:picChg chg="add mod">
          <ac:chgData name="Alex Blandón" userId="7d795bfe-18ab-4902-aaf2-9e41080f467f" providerId="ADAL" clId="{BE1B04B7-6210-4212-BE6B-C5E8F8C166E2}" dt="2025-12-03T20:47:13.477" v="3383" actId="164"/>
          <ac:picMkLst>
            <pc:docMk/>
            <pc:sldMk cId="851786718" sldId="312"/>
            <ac:picMk id="38" creationId="{443C6D9F-BE88-FBC9-81D4-C34E40BAD348}"/>
          </ac:picMkLst>
        </pc:picChg>
        <pc:picChg chg="add mod topLvl">
          <ac:chgData name="Alex Blandón" userId="7d795bfe-18ab-4902-aaf2-9e41080f467f" providerId="ADAL" clId="{BE1B04B7-6210-4212-BE6B-C5E8F8C166E2}" dt="2025-12-03T21:18:22.523" v="4386" actId="165"/>
          <ac:picMkLst>
            <pc:docMk/>
            <pc:sldMk cId="851786718" sldId="312"/>
            <ac:picMk id="39" creationId="{07DB4B95-D41F-43C4-B3B5-3732584B5260}"/>
          </ac:picMkLst>
        </pc:picChg>
        <pc:picChg chg="add mod topLvl">
          <ac:chgData name="Alex Blandón" userId="7d795bfe-18ab-4902-aaf2-9e41080f467f" providerId="ADAL" clId="{BE1B04B7-6210-4212-BE6B-C5E8F8C166E2}" dt="2025-12-03T21:18:22.523" v="4386" actId="165"/>
          <ac:picMkLst>
            <pc:docMk/>
            <pc:sldMk cId="851786718" sldId="312"/>
            <ac:picMk id="40" creationId="{C2FD59D1-5CB0-FAD8-7FEB-F287F7170DB6}"/>
          </ac:picMkLst>
        </pc:picChg>
        <pc:picChg chg="add mod">
          <ac:chgData name="Alex Blandón" userId="7d795bfe-18ab-4902-aaf2-9e41080f467f" providerId="ADAL" clId="{BE1B04B7-6210-4212-BE6B-C5E8F8C166E2}" dt="2025-12-03T19:12:48.658" v="2518" actId="164"/>
          <ac:picMkLst>
            <pc:docMk/>
            <pc:sldMk cId="851786718" sldId="312"/>
            <ac:picMk id="51" creationId="{7CE418AA-BCAD-BC5A-FE3C-7BD3836719A5}"/>
          </ac:picMkLst>
        </pc:picChg>
        <pc:picChg chg="add mod">
          <ac:chgData name="Alex Blandón" userId="7d795bfe-18ab-4902-aaf2-9e41080f467f" providerId="ADAL" clId="{BE1B04B7-6210-4212-BE6B-C5E8F8C166E2}" dt="2025-12-03T19:12:48.658" v="2518" actId="164"/>
          <ac:picMkLst>
            <pc:docMk/>
            <pc:sldMk cId="851786718" sldId="312"/>
            <ac:picMk id="53" creationId="{DE2A0C7B-C3B7-5629-37AD-28BABEB88A80}"/>
          </ac:picMkLst>
        </pc:picChg>
        <pc:picChg chg="add mod">
          <ac:chgData name="Alex Blandón" userId="7d795bfe-18ab-4902-aaf2-9e41080f467f" providerId="ADAL" clId="{BE1B04B7-6210-4212-BE6B-C5E8F8C166E2}" dt="2025-12-03T19:12:44.790" v="2517" actId="164"/>
          <ac:picMkLst>
            <pc:docMk/>
            <pc:sldMk cId="851786718" sldId="312"/>
            <ac:picMk id="77" creationId="{3C2B0FC6-E19A-3CCE-CD13-5255079109F1}"/>
          </ac:picMkLst>
        </pc:picChg>
        <pc:picChg chg="add mod">
          <ac:chgData name="Alex Blandón" userId="7d795bfe-18ab-4902-aaf2-9e41080f467f" providerId="ADAL" clId="{BE1B04B7-6210-4212-BE6B-C5E8F8C166E2}" dt="2025-12-03T19:12:40.881" v="2516" actId="164"/>
          <ac:picMkLst>
            <pc:docMk/>
            <pc:sldMk cId="851786718" sldId="312"/>
            <ac:picMk id="80" creationId="{EACF0688-C2A0-DE87-5617-370DD7F762A4}"/>
          </ac:picMkLst>
        </pc:picChg>
        <pc:picChg chg="add mod">
          <ac:chgData name="Alex Blandón" userId="7d795bfe-18ab-4902-aaf2-9e41080f467f" providerId="ADAL" clId="{BE1B04B7-6210-4212-BE6B-C5E8F8C166E2}" dt="2025-12-03T20:47:17.568" v="3384" actId="164"/>
          <ac:picMkLst>
            <pc:docMk/>
            <pc:sldMk cId="851786718" sldId="312"/>
            <ac:picMk id="86" creationId="{E92BC962-665C-E291-2895-18F6DDEC71E5}"/>
          </ac:picMkLst>
        </pc:picChg>
        <pc:picChg chg="add mod">
          <ac:chgData name="Alex Blandón" userId="7d795bfe-18ab-4902-aaf2-9e41080f467f" providerId="ADAL" clId="{BE1B04B7-6210-4212-BE6B-C5E8F8C166E2}" dt="2025-12-03T20:47:17.568" v="3384" actId="164"/>
          <ac:picMkLst>
            <pc:docMk/>
            <pc:sldMk cId="851786718" sldId="312"/>
            <ac:picMk id="87" creationId="{6B5058A0-6D97-129C-3262-E8C5CC8D4402}"/>
          </ac:picMkLst>
        </pc:picChg>
        <pc:picChg chg="add mod">
          <ac:chgData name="Alex Blandón" userId="7d795bfe-18ab-4902-aaf2-9e41080f467f" providerId="ADAL" clId="{BE1B04B7-6210-4212-BE6B-C5E8F8C166E2}" dt="2025-12-03T20:47:17.568" v="3384" actId="164"/>
          <ac:picMkLst>
            <pc:docMk/>
            <pc:sldMk cId="851786718" sldId="312"/>
            <ac:picMk id="88" creationId="{B86E934D-D847-AF2A-9888-9707063B5ABE}"/>
          </ac:picMkLst>
        </pc:picChg>
        <pc:picChg chg="add mod">
          <ac:chgData name="Alex Blandón" userId="7d795bfe-18ab-4902-aaf2-9e41080f467f" providerId="ADAL" clId="{BE1B04B7-6210-4212-BE6B-C5E8F8C166E2}" dt="2025-12-03T20:47:13.477" v="3383" actId="164"/>
          <ac:picMkLst>
            <pc:docMk/>
            <pc:sldMk cId="851786718" sldId="312"/>
            <ac:picMk id="97" creationId="{70C3EBD6-181C-9354-1FC1-232DE06FBE8E}"/>
          </ac:picMkLst>
        </pc:picChg>
        <pc:picChg chg="add mod">
          <ac:chgData name="Alex Blandón" userId="7d795bfe-18ab-4902-aaf2-9e41080f467f" providerId="ADAL" clId="{BE1B04B7-6210-4212-BE6B-C5E8F8C166E2}" dt="2025-12-03T20:47:13.477" v="3383" actId="164"/>
          <ac:picMkLst>
            <pc:docMk/>
            <pc:sldMk cId="851786718" sldId="312"/>
            <ac:picMk id="98" creationId="{ED309ABC-B770-299B-366B-07576F88343B}"/>
          </ac:picMkLst>
        </pc:picChg>
        <pc:picChg chg="add mod">
          <ac:chgData name="Alex Blandón" userId="7d795bfe-18ab-4902-aaf2-9e41080f467f" providerId="ADAL" clId="{BE1B04B7-6210-4212-BE6B-C5E8F8C166E2}" dt="2025-12-03T20:47:17.568" v="3384" actId="164"/>
          <ac:picMkLst>
            <pc:docMk/>
            <pc:sldMk cId="851786718" sldId="312"/>
            <ac:picMk id="99" creationId="{CBEE3E69-593B-AB09-14E8-D4A283A56C67}"/>
          </ac:picMkLst>
        </pc:picChg>
        <pc:picChg chg="add mod">
          <ac:chgData name="Alex Blandón" userId="7d795bfe-18ab-4902-aaf2-9e41080f467f" providerId="ADAL" clId="{BE1B04B7-6210-4212-BE6B-C5E8F8C166E2}" dt="2025-12-03T20:47:17.568" v="3384" actId="164"/>
          <ac:picMkLst>
            <pc:docMk/>
            <pc:sldMk cId="851786718" sldId="312"/>
            <ac:picMk id="100" creationId="{C580693B-D8EB-E9AB-4E18-30218974E3E3}"/>
          </ac:picMkLst>
        </pc:picChg>
        <pc:picChg chg="add mod topLvl">
          <ac:chgData name="Alex Blandón" userId="7d795bfe-18ab-4902-aaf2-9e41080f467f" providerId="ADAL" clId="{BE1B04B7-6210-4212-BE6B-C5E8F8C166E2}" dt="2025-12-03T21:18:22.523" v="4386" actId="165"/>
          <ac:picMkLst>
            <pc:docMk/>
            <pc:sldMk cId="851786718" sldId="312"/>
            <ac:picMk id="102" creationId="{9C514F5A-5765-3108-535F-AD80342BFE79}"/>
          </ac:picMkLst>
        </pc:picChg>
        <pc:picChg chg="add mod topLvl">
          <ac:chgData name="Alex Blandón" userId="7d795bfe-18ab-4902-aaf2-9e41080f467f" providerId="ADAL" clId="{BE1B04B7-6210-4212-BE6B-C5E8F8C166E2}" dt="2025-12-03T21:18:22.523" v="4386" actId="165"/>
          <ac:picMkLst>
            <pc:docMk/>
            <pc:sldMk cId="851786718" sldId="312"/>
            <ac:picMk id="108" creationId="{AFE07CAE-4DE4-3024-2C92-A43C11C567D6}"/>
          </ac:picMkLst>
        </pc:picChg>
        <pc:picChg chg="add mod">
          <ac:chgData name="Alex Blandón" userId="7d795bfe-18ab-4902-aaf2-9e41080f467f" providerId="ADAL" clId="{BE1B04B7-6210-4212-BE6B-C5E8F8C166E2}" dt="2025-12-03T20:47:21.337" v="3385" actId="164"/>
          <ac:picMkLst>
            <pc:docMk/>
            <pc:sldMk cId="851786718" sldId="312"/>
            <ac:picMk id="109" creationId="{8463082D-13F9-DA41-4B7A-75CACAAB6B5D}"/>
          </ac:picMkLst>
        </pc:picChg>
        <pc:picChg chg="add mod topLvl">
          <ac:chgData name="Alex Blandón" userId="7d795bfe-18ab-4902-aaf2-9e41080f467f" providerId="ADAL" clId="{BE1B04B7-6210-4212-BE6B-C5E8F8C166E2}" dt="2025-12-03T21:18:22.523" v="4386" actId="165"/>
          <ac:picMkLst>
            <pc:docMk/>
            <pc:sldMk cId="851786718" sldId="312"/>
            <ac:picMk id="110" creationId="{FE2A9333-06EF-DC37-8614-4FCEF00B3DDD}"/>
          </ac:picMkLst>
        </pc:picChg>
        <pc:picChg chg="add mod topLvl">
          <ac:chgData name="Alex Blandón" userId="7d795bfe-18ab-4902-aaf2-9e41080f467f" providerId="ADAL" clId="{BE1B04B7-6210-4212-BE6B-C5E8F8C166E2}" dt="2025-12-03T21:18:22.523" v="4386" actId="165"/>
          <ac:picMkLst>
            <pc:docMk/>
            <pc:sldMk cId="851786718" sldId="312"/>
            <ac:picMk id="111" creationId="{CF59AAFF-6617-8D6E-D4C9-03520D2737AF}"/>
          </ac:picMkLst>
        </pc:picChg>
        <pc:picChg chg="add mod">
          <ac:chgData name="Alex Blandón" userId="7d795bfe-18ab-4902-aaf2-9e41080f467f" providerId="ADAL" clId="{BE1B04B7-6210-4212-BE6B-C5E8F8C166E2}" dt="2025-12-03T20:47:21.337" v="3385" actId="164"/>
          <ac:picMkLst>
            <pc:docMk/>
            <pc:sldMk cId="851786718" sldId="312"/>
            <ac:picMk id="114" creationId="{09020E09-5B89-BCC2-28D0-4AF5A716514D}"/>
          </ac:picMkLst>
        </pc:picChg>
        <pc:picChg chg="mod">
          <ac:chgData name="Alex Blandón" userId="7d795bfe-18ab-4902-aaf2-9e41080f467f" providerId="ADAL" clId="{BE1B04B7-6210-4212-BE6B-C5E8F8C166E2}" dt="2025-12-03T19:30:58.150" v="2716"/>
          <ac:picMkLst>
            <pc:docMk/>
            <pc:sldMk cId="851786718" sldId="312"/>
            <ac:picMk id="142" creationId="{B286051C-46E8-D23E-6792-E3D27B4F868F}"/>
          </ac:picMkLst>
        </pc:picChg>
        <pc:picChg chg="mod">
          <ac:chgData name="Alex Blandón" userId="7d795bfe-18ab-4902-aaf2-9e41080f467f" providerId="ADAL" clId="{BE1B04B7-6210-4212-BE6B-C5E8F8C166E2}" dt="2025-12-03T19:31:24.297" v="2726" actId="1076"/>
          <ac:picMkLst>
            <pc:docMk/>
            <pc:sldMk cId="851786718" sldId="312"/>
            <ac:picMk id="143" creationId="{591E860F-7347-AE9A-CDF0-232FE821D859}"/>
          </ac:picMkLst>
        </pc:picChg>
        <pc:picChg chg="add mod">
          <ac:chgData name="Alex Blandón" userId="7d795bfe-18ab-4902-aaf2-9e41080f467f" providerId="ADAL" clId="{BE1B04B7-6210-4212-BE6B-C5E8F8C166E2}" dt="2025-12-03T20:47:27.843" v="3386" actId="164"/>
          <ac:picMkLst>
            <pc:docMk/>
            <pc:sldMk cId="851786718" sldId="312"/>
            <ac:picMk id="147" creationId="{46575F3D-F5DB-B21E-6F3B-29D8D7D1010A}"/>
          </ac:picMkLst>
        </pc:picChg>
        <pc:picChg chg="add mod ord">
          <ac:chgData name="Alex Blandón" userId="7d795bfe-18ab-4902-aaf2-9e41080f467f" providerId="ADAL" clId="{BE1B04B7-6210-4212-BE6B-C5E8F8C166E2}" dt="2025-12-03T20:47:38.370" v="3388" actId="164"/>
          <ac:picMkLst>
            <pc:docMk/>
            <pc:sldMk cId="851786718" sldId="312"/>
            <ac:picMk id="148" creationId="{9D6AEAB0-88A9-9B79-E6DB-C8D21596F263}"/>
          </ac:picMkLst>
        </pc:picChg>
        <pc:picChg chg="add mod">
          <ac:chgData name="Alex Blandón" userId="7d795bfe-18ab-4902-aaf2-9e41080f467f" providerId="ADAL" clId="{BE1B04B7-6210-4212-BE6B-C5E8F8C166E2}" dt="2025-12-03T20:47:27.843" v="3386" actId="164"/>
          <ac:picMkLst>
            <pc:docMk/>
            <pc:sldMk cId="851786718" sldId="312"/>
            <ac:picMk id="149" creationId="{9773AD65-F8D5-B616-CC30-680005FBA8FF}"/>
          </ac:picMkLst>
        </pc:picChg>
        <pc:picChg chg="add mod">
          <ac:chgData name="Alex Blandón" userId="7d795bfe-18ab-4902-aaf2-9e41080f467f" providerId="ADAL" clId="{BE1B04B7-6210-4212-BE6B-C5E8F8C166E2}" dt="2025-12-03T21:09:46.587" v="4018" actId="1035"/>
          <ac:picMkLst>
            <pc:docMk/>
            <pc:sldMk cId="851786718" sldId="312"/>
            <ac:picMk id="151" creationId="{F34336D3-E4F1-CA77-CBCB-F6F58B9BFB38}"/>
          </ac:picMkLst>
        </pc:picChg>
        <pc:picChg chg="add mod">
          <ac:chgData name="Alex Blandón" userId="7d795bfe-18ab-4902-aaf2-9e41080f467f" providerId="ADAL" clId="{BE1B04B7-6210-4212-BE6B-C5E8F8C166E2}" dt="2025-12-03T21:09:46.587" v="4018" actId="1035"/>
          <ac:picMkLst>
            <pc:docMk/>
            <pc:sldMk cId="851786718" sldId="312"/>
            <ac:picMk id="152" creationId="{8EAFEC1F-B8BF-1F23-85A5-1B83F9F50257}"/>
          </ac:picMkLst>
        </pc:picChg>
        <pc:picChg chg="add mod">
          <ac:chgData name="Alex Blandón" userId="7d795bfe-18ab-4902-aaf2-9e41080f467f" providerId="ADAL" clId="{BE1B04B7-6210-4212-BE6B-C5E8F8C166E2}" dt="2025-12-03T21:09:46.587" v="4018" actId="1035"/>
          <ac:picMkLst>
            <pc:docMk/>
            <pc:sldMk cId="851786718" sldId="312"/>
            <ac:picMk id="153" creationId="{43BD20BD-1A07-844E-077D-B252E7B03A64}"/>
          </ac:picMkLst>
        </pc:picChg>
        <pc:picChg chg="add mod">
          <ac:chgData name="Alex Blandón" userId="7d795bfe-18ab-4902-aaf2-9e41080f467f" providerId="ADAL" clId="{BE1B04B7-6210-4212-BE6B-C5E8F8C166E2}" dt="2025-12-03T21:09:46.587" v="4018" actId="1035"/>
          <ac:picMkLst>
            <pc:docMk/>
            <pc:sldMk cId="851786718" sldId="312"/>
            <ac:picMk id="154" creationId="{2421A05C-5762-1581-D5FA-833F27FF827B}"/>
          </ac:picMkLst>
        </pc:picChg>
        <pc:picChg chg="add mod">
          <ac:chgData name="Alex Blandón" userId="7d795bfe-18ab-4902-aaf2-9e41080f467f" providerId="ADAL" clId="{BE1B04B7-6210-4212-BE6B-C5E8F8C166E2}" dt="2025-12-03T21:09:46.587" v="4018" actId="1035"/>
          <ac:picMkLst>
            <pc:docMk/>
            <pc:sldMk cId="851786718" sldId="312"/>
            <ac:picMk id="157" creationId="{656955B3-090F-6891-ABA3-06044C7BA9B8}"/>
          </ac:picMkLst>
        </pc:picChg>
        <pc:picChg chg="add mod">
          <ac:chgData name="Alex Blandón" userId="7d795bfe-18ab-4902-aaf2-9e41080f467f" providerId="ADAL" clId="{BE1B04B7-6210-4212-BE6B-C5E8F8C166E2}" dt="2025-12-03T21:09:46.587" v="4018" actId="1035"/>
          <ac:picMkLst>
            <pc:docMk/>
            <pc:sldMk cId="851786718" sldId="312"/>
            <ac:picMk id="158" creationId="{1280F31C-4C24-85D2-8543-7B4846CC6AF2}"/>
          </ac:picMkLst>
        </pc:picChg>
        <pc:picChg chg="add mod">
          <ac:chgData name="Alex Blandón" userId="7d795bfe-18ab-4902-aaf2-9e41080f467f" providerId="ADAL" clId="{BE1B04B7-6210-4212-BE6B-C5E8F8C166E2}" dt="2025-12-03T20:36:44.108" v="3260" actId="1037"/>
          <ac:picMkLst>
            <pc:docMk/>
            <pc:sldMk cId="851786718" sldId="312"/>
            <ac:picMk id="163" creationId="{7E98DB22-3F98-4E15-6656-0BC411AA8BDA}"/>
          </ac:picMkLst>
        </pc:picChg>
        <pc:cxnChg chg="mod">
          <ac:chgData name="Alex Blandón" userId="7d795bfe-18ab-4902-aaf2-9e41080f467f" providerId="ADAL" clId="{BE1B04B7-6210-4212-BE6B-C5E8F8C166E2}" dt="2025-12-03T18:48:30.664" v="2313" actId="1076"/>
          <ac:cxnSpMkLst>
            <pc:docMk/>
            <pc:sldMk cId="851786718" sldId="312"/>
            <ac:cxnSpMk id="20" creationId="{5CC4606E-849D-A7CF-65C5-24A0A95C410A}"/>
          </ac:cxnSpMkLst>
        </pc:cxnChg>
        <pc:cxnChg chg="add mod">
          <ac:chgData name="Alex Blandón" userId="7d795bfe-18ab-4902-aaf2-9e41080f467f" providerId="ADAL" clId="{BE1B04B7-6210-4212-BE6B-C5E8F8C166E2}" dt="2025-12-03T18:44:56.554" v="2281" actId="164"/>
          <ac:cxnSpMkLst>
            <pc:docMk/>
            <pc:sldMk cId="851786718" sldId="312"/>
            <ac:cxnSpMk id="23" creationId="{81081592-A2EE-9FF0-E96E-4551DF5F6BCD}"/>
          </ac:cxnSpMkLst>
        </pc:cxnChg>
        <pc:cxnChg chg="add mod">
          <ac:chgData name="Alex Blandón" userId="7d795bfe-18ab-4902-aaf2-9e41080f467f" providerId="ADAL" clId="{BE1B04B7-6210-4212-BE6B-C5E8F8C166E2}" dt="2025-12-03T20:50:20.395" v="3827" actId="553"/>
          <ac:cxnSpMkLst>
            <pc:docMk/>
            <pc:sldMk cId="851786718" sldId="312"/>
            <ac:cxnSpMk id="28" creationId="{EABEB2F6-BE2E-9068-D05B-88DB617E2EEA}"/>
          </ac:cxnSpMkLst>
        </pc:cxnChg>
        <pc:cxnChg chg="add mod">
          <ac:chgData name="Alex Blandón" userId="7d795bfe-18ab-4902-aaf2-9e41080f467f" providerId="ADAL" clId="{BE1B04B7-6210-4212-BE6B-C5E8F8C166E2}" dt="2025-12-03T20:50:32.992" v="3829" actId="553"/>
          <ac:cxnSpMkLst>
            <pc:docMk/>
            <pc:sldMk cId="851786718" sldId="312"/>
            <ac:cxnSpMk id="46" creationId="{758DB95B-35C3-01AF-F917-474F714FFA7F}"/>
          </ac:cxnSpMkLst>
        </pc:cxnChg>
        <pc:cxnChg chg="add mod">
          <ac:chgData name="Alex Blandón" userId="7d795bfe-18ab-4902-aaf2-9e41080f467f" providerId="ADAL" clId="{BE1B04B7-6210-4212-BE6B-C5E8F8C166E2}" dt="2025-12-03T20:50:25.196" v="3828" actId="465"/>
          <ac:cxnSpMkLst>
            <pc:docMk/>
            <pc:sldMk cId="851786718" sldId="312"/>
            <ac:cxnSpMk id="84" creationId="{BE161B19-C64B-79E9-D6E2-1E35366900D8}"/>
          </ac:cxnSpMkLst>
        </pc:cxnChg>
        <pc:cxnChg chg="add mod">
          <ac:chgData name="Alex Blandón" userId="7d795bfe-18ab-4902-aaf2-9e41080f467f" providerId="ADAL" clId="{BE1B04B7-6210-4212-BE6B-C5E8F8C166E2}" dt="2025-12-03T20:50:32.992" v="3829" actId="553"/>
          <ac:cxnSpMkLst>
            <pc:docMk/>
            <pc:sldMk cId="851786718" sldId="312"/>
            <ac:cxnSpMk id="103" creationId="{B279CF21-8501-00F3-19DB-9C1436D17132}"/>
          </ac:cxnSpMkLst>
        </pc:cxnChg>
        <pc:cxnChg chg="add mod">
          <ac:chgData name="Alex Blandón" userId="7d795bfe-18ab-4902-aaf2-9e41080f467f" providerId="ADAL" clId="{BE1B04B7-6210-4212-BE6B-C5E8F8C166E2}" dt="2025-12-03T20:50:20.395" v="3827" actId="553"/>
          <ac:cxnSpMkLst>
            <pc:docMk/>
            <pc:sldMk cId="851786718" sldId="312"/>
            <ac:cxnSpMk id="106" creationId="{C9976197-41A9-C6A2-1C6E-3E03DC88A66D}"/>
          </ac:cxnSpMkLst>
        </pc:cxnChg>
        <pc:cxnChg chg="add mod">
          <ac:chgData name="Alex Blandón" userId="7d795bfe-18ab-4902-aaf2-9e41080f467f" providerId="ADAL" clId="{BE1B04B7-6210-4212-BE6B-C5E8F8C166E2}" dt="2025-12-03T20:50:32.992" v="3829" actId="553"/>
          <ac:cxnSpMkLst>
            <pc:docMk/>
            <pc:sldMk cId="851786718" sldId="312"/>
            <ac:cxnSpMk id="115" creationId="{BA84A6F4-CCBC-C24F-67E9-754369C03259}"/>
          </ac:cxnSpMkLst>
        </pc:cxnChg>
      </pc:sldChg>
      <pc:sldChg chg="addSp modSp add mod ord modShow">
        <pc:chgData name="Alex Blandón" userId="7d795bfe-18ab-4902-aaf2-9e41080f467f" providerId="ADAL" clId="{BE1B04B7-6210-4212-BE6B-C5E8F8C166E2}" dt="2025-12-03T21:19:55.964" v="4478" actId="729"/>
        <pc:sldMkLst>
          <pc:docMk/>
          <pc:sldMk cId="2130770908" sldId="314"/>
        </pc:sldMkLst>
        <pc:spChg chg="add mod">
          <ac:chgData name="Alex Blandón" userId="7d795bfe-18ab-4902-aaf2-9e41080f467f" providerId="ADAL" clId="{BE1B04B7-6210-4212-BE6B-C5E8F8C166E2}" dt="2025-12-03T18:57:53.945" v="2432" actId="1076"/>
          <ac:spMkLst>
            <pc:docMk/>
            <pc:sldMk cId="2130770908" sldId="314"/>
            <ac:spMk id="3" creationId="{F842BD04-1023-0B18-6B7B-958AE8B8A09E}"/>
          </ac:spMkLst>
        </pc:spChg>
        <pc:spChg chg="add mod">
          <ac:chgData name="Alex Blandón" userId="7d795bfe-18ab-4902-aaf2-9e41080f467f" providerId="ADAL" clId="{BE1B04B7-6210-4212-BE6B-C5E8F8C166E2}" dt="2025-12-03T18:57:52.252" v="2431" actId="1076"/>
          <ac:spMkLst>
            <pc:docMk/>
            <pc:sldMk cId="2130770908" sldId="314"/>
            <ac:spMk id="4" creationId="{F91D3C38-C640-80B6-A3DA-BE005148D954}"/>
          </ac:spMkLst>
        </pc:spChg>
        <pc:spChg chg="mod">
          <ac:chgData name="Alex Blandón" userId="7d795bfe-18ab-4902-aaf2-9e41080f467f" providerId="ADAL" clId="{BE1B04B7-6210-4212-BE6B-C5E8F8C166E2}" dt="2025-12-03T18:57:47.458" v="2429" actId="1076"/>
          <ac:spMkLst>
            <pc:docMk/>
            <pc:sldMk cId="2130770908" sldId="314"/>
            <ac:spMk id="6" creationId="{62DD065C-402D-E68B-4759-9EFFB6E78A59}"/>
          </ac:spMkLst>
        </pc:spChg>
        <pc:spChg chg="add mod">
          <ac:chgData name="Alex Blandón" userId="7d795bfe-18ab-4902-aaf2-9e41080f467f" providerId="ADAL" clId="{BE1B04B7-6210-4212-BE6B-C5E8F8C166E2}" dt="2025-12-03T18:57:55.354" v="2433" actId="1076"/>
          <ac:spMkLst>
            <pc:docMk/>
            <pc:sldMk cId="2130770908" sldId="314"/>
            <ac:spMk id="7" creationId="{09B19200-8C97-EFAD-33D7-3723EC733334}"/>
          </ac:spMkLst>
        </pc:spChg>
        <pc:spChg chg="mod">
          <ac:chgData name="Alex Blandón" userId="7d795bfe-18ab-4902-aaf2-9e41080f467f" providerId="ADAL" clId="{BE1B04B7-6210-4212-BE6B-C5E8F8C166E2}" dt="2025-12-03T18:58:03.221" v="2434" actId="1076"/>
          <ac:spMkLst>
            <pc:docMk/>
            <pc:sldMk cId="2130770908" sldId="314"/>
            <ac:spMk id="13" creationId="{60F24CDF-202D-716A-C1E7-864A604FD978}"/>
          </ac:spMkLst>
        </pc:spChg>
        <pc:spChg chg="mod">
          <ac:chgData name="Alex Blandón" userId="7d795bfe-18ab-4902-aaf2-9e41080f467f" providerId="ADAL" clId="{BE1B04B7-6210-4212-BE6B-C5E8F8C166E2}" dt="2025-12-03T18:58:03.221" v="2434" actId="1076"/>
          <ac:spMkLst>
            <pc:docMk/>
            <pc:sldMk cId="2130770908" sldId="314"/>
            <ac:spMk id="14" creationId="{A85C834F-A35E-0A65-D9C7-BE43BCCDD952}"/>
          </ac:spMkLst>
        </pc:spChg>
        <pc:spChg chg="mod">
          <ac:chgData name="Alex Blandón" userId="7d795bfe-18ab-4902-aaf2-9e41080f467f" providerId="ADAL" clId="{BE1B04B7-6210-4212-BE6B-C5E8F8C166E2}" dt="2025-12-03T18:58:03.221" v="2434" actId="1076"/>
          <ac:spMkLst>
            <pc:docMk/>
            <pc:sldMk cId="2130770908" sldId="314"/>
            <ac:spMk id="15" creationId="{3CC7E69C-A869-349A-FFF1-74EBE7EED9CB}"/>
          </ac:spMkLst>
        </pc:spChg>
        <pc:spChg chg="mod">
          <ac:chgData name="Alex Blandón" userId="7d795bfe-18ab-4902-aaf2-9e41080f467f" providerId="ADAL" clId="{BE1B04B7-6210-4212-BE6B-C5E8F8C166E2}" dt="2025-12-03T18:58:03.221" v="2434" actId="1076"/>
          <ac:spMkLst>
            <pc:docMk/>
            <pc:sldMk cId="2130770908" sldId="314"/>
            <ac:spMk id="19" creationId="{E664B766-3FBF-1A80-6328-A1EAA2346578}"/>
          </ac:spMkLst>
        </pc:spChg>
        <pc:spChg chg="mod">
          <ac:chgData name="Alex Blandón" userId="7d795bfe-18ab-4902-aaf2-9e41080f467f" providerId="ADAL" clId="{BE1B04B7-6210-4212-BE6B-C5E8F8C166E2}" dt="2025-12-03T18:58:03.221" v="2434" actId="1076"/>
          <ac:spMkLst>
            <pc:docMk/>
            <pc:sldMk cId="2130770908" sldId="314"/>
            <ac:spMk id="20" creationId="{972CA0B8-E1F5-B860-07A7-EC5C8F92BF7B}"/>
          </ac:spMkLst>
        </pc:spChg>
        <pc:spChg chg="mod">
          <ac:chgData name="Alex Blandón" userId="7d795bfe-18ab-4902-aaf2-9e41080f467f" providerId="ADAL" clId="{BE1B04B7-6210-4212-BE6B-C5E8F8C166E2}" dt="2025-12-03T18:58:03.221" v="2434" actId="1076"/>
          <ac:spMkLst>
            <pc:docMk/>
            <pc:sldMk cId="2130770908" sldId="314"/>
            <ac:spMk id="21" creationId="{6DA00136-0A3E-13A1-8A78-E63346D7AC7A}"/>
          </ac:spMkLst>
        </pc:spChg>
        <pc:graphicFrameChg chg="mod">
          <ac:chgData name="Alex Blandón" userId="7d795bfe-18ab-4902-aaf2-9e41080f467f" providerId="ADAL" clId="{BE1B04B7-6210-4212-BE6B-C5E8F8C166E2}" dt="2025-12-03T18:57:47.458" v="2429" actId="1076"/>
          <ac:graphicFrameMkLst>
            <pc:docMk/>
            <pc:sldMk cId="2130770908" sldId="314"/>
            <ac:graphicFrameMk id="12" creationId="{C3F0CB30-FBD6-AA2C-2E03-C9B90D3DA674}"/>
          </ac:graphicFrameMkLst>
        </pc:graphicFrameChg>
        <pc:picChg chg="mod">
          <ac:chgData name="Alex Blandón" userId="7d795bfe-18ab-4902-aaf2-9e41080f467f" providerId="ADAL" clId="{BE1B04B7-6210-4212-BE6B-C5E8F8C166E2}" dt="2025-12-03T18:58:03.221" v="2434" actId="1076"/>
          <ac:picMkLst>
            <pc:docMk/>
            <pc:sldMk cId="2130770908" sldId="314"/>
            <ac:picMk id="23" creationId="{CE79DDD2-8807-E55F-7935-90A3FE40AC8B}"/>
          </ac:picMkLst>
        </pc:picChg>
        <pc:picChg chg="mod">
          <ac:chgData name="Alex Blandón" userId="7d795bfe-18ab-4902-aaf2-9e41080f467f" providerId="ADAL" clId="{BE1B04B7-6210-4212-BE6B-C5E8F8C166E2}" dt="2025-12-03T18:58:03.221" v="2434" actId="1076"/>
          <ac:picMkLst>
            <pc:docMk/>
            <pc:sldMk cId="2130770908" sldId="314"/>
            <ac:picMk id="24" creationId="{6ED56708-6BAF-4744-B7E9-A9588246DBFD}"/>
          </ac:picMkLst>
        </pc:picChg>
        <pc:picChg chg="mod">
          <ac:chgData name="Alex Blandón" userId="7d795bfe-18ab-4902-aaf2-9e41080f467f" providerId="ADAL" clId="{BE1B04B7-6210-4212-BE6B-C5E8F8C166E2}" dt="2025-12-03T18:58:03.221" v="2434" actId="1076"/>
          <ac:picMkLst>
            <pc:docMk/>
            <pc:sldMk cId="2130770908" sldId="314"/>
            <ac:picMk id="26" creationId="{D3FD43B7-BC45-8EBE-D6F1-6F28972FA091}"/>
          </ac:picMkLst>
        </pc:picChg>
        <pc:picChg chg="mod">
          <ac:chgData name="Alex Blandón" userId="7d795bfe-18ab-4902-aaf2-9e41080f467f" providerId="ADAL" clId="{BE1B04B7-6210-4212-BE6B-C5E8F8C166E2}" dt="2025-12-03T18:58:03.221" v="2434" actId="1076"/>
          <ac:picMkLst>
            <pc:docMk/>
            <pc:sldMk cId="2130770908" sldId="314"/>
            <ac:picMk id="29" creationId="{498E247C-BA2E-F00E-ADDB-30EAE852C1D1}"/>
          </ac:picMkLst>
        </pc:picChg>
      </pc:sldChg>
      <pc:sldChg chg="addSp delSp modSp add mod delAnim">
        <pc:chgData name="Alex Blandón" userId="7d795bfe-18ab-4902-aaf2-9e41080f467f" providerId="ADAL" clId="{BE1B04B7-6210-4212-BE6B-C5E8F8C166E2}" dt="2025-12-03T20:14:57.539" v="2933" actId="1076"/>
        <pc:sldMkLst>
          <pc:docMk/>
          <pc:sldMk cId="3259187233" sldId="316"/>
        </pc:sldMkLst>
        <pc:picChg chg="mod">
          <ac:chgData name="Alex Blandón" userId="7d795bfe-18ab-4902-aaf2-9e41080f467f" providerId="ADAL" clId="{BE1B04B7-6210-4212-BE6B-C5E8F8C166E2}" dt="2025-12-03T20:14:35.050" v="2924" actId="1076"/>
          <ac:picMkLst>
            <pc:docMk/>
            <pc:sldMk cId="3259187233" sldId="316"/>
            <ac:picMk id="7" creationId="{A07EBF0E-835D-E13D-326E-49919D597199}"/>
          </ac:picMkLst>
        </pc:picChg>
      </pc:sldChg>
      <pc:sldChg chg="addSp delSp modSp add mod ord modShow">
        <pc:chgData name="Alex Blandón" userId="7d795bfe-18ab-4902-aaf2-9e41080f467f" providerId="ADAL" clId="{BE1B04B7-6210-4212-BE6B-C5E8F8C166E2}" dt="2025-12-03T21:20:02.073" v="4480" actId="729"/>
        <pc:sldMkLst>
          <pc:docMk/>
          <pc:sldMk cId="2311047263" sldId="320"/>
        </pc:sldMkLst>
        <pc:spChg chg="add mod">
          <ac:chgData name="Alex Blandón" userId="7d795bfe-18ab-4902-aaf2-9e41080f467f" providerId="ADAL" clId="{BE1B04B7-6210-4212-BE6B-C5E8F8C166E2}" dt="2025-12-03T20:35:44.296" v="3210" actId="14100"/>
          <ac:spMkLst>
            <pc:docMk/>
            <pc:sldMk cId="2311047263" sldId="320"/>
            <ac:spMk id="3" creationId="{BE9BF921-3DB8-D8C5-23AF-7FA6F905D0EB}"/>
          </ac:spMkLst>
        </pc:spChg>
        <pc:spChg chg="mod">
          <ac:chgData name="Alex Blandón" userId="7d795bfe-18ab-4902-aaf2-9e41080f467f" providerId="ADAL" clId="{BE1B04B7-6210-4212-BE6B-C5E8F8C166E2}" dt="2025-12-03T21:10:44.166" v="4025" actId="20577"/>
          <ac:spMkLst>
            <pc:docMk/>
            <pc:sldMk cId="2311047263" sldId="320"/>
            <ac:spMk id="4" creationId="{F0D9BFB4-FA89-E73E-5537-59F260A7B66F}"/>
          </ac:spMkLst>
        </pc:spChg>
        <pc:picChg chg="add mod">
          <ac:chgData name="Alex Blandón" userId="7d795bfe-18ab-4902-aaf2-9e41080f467f" providerId="ADAL" clId="{BE1B04B7-6210-4212-BE6B-C5E8F8C166E2}" dt="2025-12-03T21:11:11.796" v="4079" actId="1037"/>
          <ac:picMkLst>
            <pc:docMk/>
            <pc:sldMk cId="2311047263" sldId="320"/>
            <ac:picMk id="5" creationId="{45175710-3D1D-3678-B564-414352DFE438}"/>
          </ac:picMkLst>
        </pc:picChg>
        <pc:picChg chg="mod">
          <ac:chgData name="Alex Blandón" userId="7d795bfe-18ab-4902-aaf2-9e41080f467f" providerId="ADAL" clId="{BE1B04B7-6210-4212-BE6B-C5E8F8C166E2}" dt="2025-12-03T21:11:10.502" v="4076" actId="1037"/>
          <ac:picMkLst>
            <pc:docMk/>
            <pc:sldMk cId="2311047263" sldId="320"/>
            <ac:picMk id="11" creationId="{E1396ECA-05C4-C59A-C489-4F8E81179F49}"/>
          </ac:picMkLst>
        </pc:picChg>
      </pc:sldChg>
      <pc:sldChg chg="addSp delSp modSp add mod modShow">
        <pc:chgData name="Alex Blandón" userId="7d795bfe-18ab-4902-aaf2-9e41080f467f" providerId="ADAL" clId="{BE1B04B7-6210-4212-BE6B-C5E8F8C166E2}" dt="2025-12-03T21:19:52.453" v="4477" actId="729"/>
        <pc:sldMkLst>
          <pc:docMk/>
          <pc:sldMk cId="888422313" sldId="321"/>
        </pc:sldMkLst>
        <pc:spChg chg="add mod ord">
          <ac:chgData name="Alex Blandón" userId="7d795bfe-18ab-4902-aaf2-9e41080f467f" providerId="ADAL" clId="{BE1B04B7-6210-4212-BE6B-C5E8F8C166E2}" dt="2025-12-03T20:39:41.456" v="3378" actId="20577"/>
          <ac:spMkLst>
            <pc:docMk/>
            <pc:sldMk cId="888422313" sldId="321"/>
            <ac:spMk id="4" creationId="{D0836C7D-C755-B666-F20E-24147C5214BC}"/>
          </ac:spMkLst>
        </pc:spChg>
        <pc:picChg chg="add mod">
          <ac:chgData name="Alex Blandón" userId="7d795bfe-18ab-4902-aaf2-9e41080f467f" providerId="ADAL" clId="{BE1B04B7-6210-4212-BE6B-C5E8F8C166E2}" dt="2025-12-03T20:38:35.678" v="3354" actId="1037"/>
          <ac:picMkLst>
            <pc:docMk/>
            <pc:sldMk cId="888422313" sldId="321"/>
            <ac:picMk id="3" creationId="{D4F19E0D-23D1-2298-56A4-C54026FD12A8}"/>
          </ac:picMkLst>
        </pc:picChg>
      </pc:sldChg>
      <pc:sldChg chg="addSp delSp modSp add mod delAnim modAnim modShow">
        <pc:chgData name="Alex Blandón" userId="7d795bfe-18ab-4902-aaf2-9e41080f467f" providerId="ADAL" clId="{BE1B04B7-6210-4212-BE6B-C5E8F8C166E2}" dt="2025-12-03T21:19:58.289" v="4479" actId="729"/>
        <pc:sldMkLst>
          <pc:docMk/>
          <pc:sldMk cId="732224054" sldId="322"/>
        </pc:sldMkLst>
        <pc:spChg chg="mod">
          <ac:chgData name="Alex Blandón" userId="7d795bfe-18ab-4902-aaf2-9e41080f467f" providerId="ADAL" clId="{BE1B04B7-6210-4212-BE6B-C5E8F8C166E2}" dt="2025-12-03T20:39:45.822" v="3380" actId="20577"/>
          <ac:spMkLst>
            <pc:docMk/>
            <pc:sldMk cId="732224054" sldId="322"/>
            <ac:spMk id="4" creationId="{066D4FF1-8BF0-5A57-6AB7-4CBA02DD5DF5}"/>
          </ac:spMkLst>
        </pc:spChg>
        <pc:spChg chg="add mod">
          <ac:chgData name="Alex Blandón" userId="7d795bfe-18ab-4902-aaf2-9e41080f467f" providerId="ADAL" clId="{BE1B04B7-6210-4212-BE6B-C5E8F8C166E2}" dt="2025-12-03T21:19:10.404" v="4450" actId="1035"/>
          <ac:spMkLst>
            <pc:docMk/>
            <pc:sldMk cId="732224054" sldId="322"/>
            <ac:spMk id="9" creationId="{B4443694-B45D-7304-910F-F4D3BC596020}"/>
          </ac:spMkLst>
        </pc:spChg>
        <pc:spChg chg="add mod">
          <ac:chgData name="Alex Blandón" userId="7d795bfe-18ab-4902-aaf2-9e41080f467f" providerId="ADAL" clId="{BE1B04B7-6210-4212-BE6B-C5E8F8C166E2}" dt="2025-12-03T21:19:28.395" v="4474" actId="1076"/>
          <ac:spMkLst>
            <pc:docMk/>
            <pc:sldMk cId="732224054" sldId="322"/>
            <ac:spMk id="29" creationId="{87974E97-21D5-847F-E3D3-3713CEB177C6}"/>
          </ac:spMkLst>
        </pc:spChg>
        <pc:spChg chg="mod">
          <ac:chgData name="Alex Blandón" userId="7d795bfe-18ab-4902-aaf2-9e41080f467f" providerId="ADAL" clId="{BE1B04B7-6210-4212-BE6B-C5E8F8C166E2}" dt="2025-12-03T21:13:36.121" v="4168"/>
          <ac:spMkLst>
            <pc:docMk/>
            <pc:sldMk cId="732224054" sldId="322"/>
            <ac:spMk id="31" creationId="{B4C34040-42A3-9913-AC9C-00E9F2B5B945}"/>
          </ac:spMkLst>
        </pc:spChg>
        <pc:spChg chg="add mod">
          <ac:chgData name="Alex Blandón" userId="7d795bfe-18ab-4902-aaf2-9e41080f467f" providerId="ADAL" clId="{BE1B04B7-6210-4212-BE6B-C5E8F8C166E2}" dt="2025-12-03T21:19:24.116" v="4473" actId="1076"/>
          <ac:spMkLst>
            <pc:docMk/>
            <pc:sldMk cId="732224054" sldId="322"/>
            <ac:spMk id="34" creationId="{1B0CA9DB-AA90-9305-E306-86E1C6F65505}"/>
          </ac:spMkLst>
        </pc:spChg>
        <pc:spChg chg="add mod">
          <ac:chgData name="Alex Blandón" userId="7d795bfe-18ab-4902-aaf2-9e41080f467f" providerId="ADAL" clId="{BE1B04B7-6210-4212-BE6B-C5E8F8C166E2}" dt="2025-12-03T21:17:15.484" v="4256" actId="1076"/>
          <ac:spMkLst>
            <pc:docMk/>
            <pc:sldMk cId="732224054" sldId="322"/>
            <ac:spMk id="35" creationId="{F0154A74-3C3A-87CB-6586-3ED1BFACDFC2}"/>
          </ac:spMkLst>
        </pc:spChg>
        <pc:spChg chg="add mod">
          <ac:chgData name="Alex Blandón" userId="7d795bfe-18ab-4902-aaf2-9e41080f467f" providerId="ADAL" clId="{BE1B04B7-6210-4212-BE6B-C5E8F8C166E2}" dt="2025-12-03T21:17:19.546" v="4257" actId="1076"/>
          <ac:spMkLst>
            <pc:docMk/>
            <pc:sldMk cId="732224054" sldId="322"/>
            <ac:spMk id="36" creationId="{B3C690DF-1757-ABC0-FBB7-E76B4661DF54}"/>
          </ac:spMkLst>
        </pc:spChg>
        <pc:spChg chg="add mod">
          <ac:chgData name="Alex Blandón" userId="7d795bfe-18ab-4902-aaf2-9e41080f467f" providerId="ADAL" clId="{BE1B04B7-6210-4212-BE6B-C5E8F8C166E2}" dt="2025-12-03T21:19:10.404" v="4450" actId="1035"/>
          <ac:spMkLst>
            <pc:docMk/>
            <pc:sldMk cId="732224054" sldId="322"/>
            <ac:spMk id="37" creationId="{63CEB008-0619-95E4-C429-9F148D7D18FB}"/>
          </ac:spMkLst>
        </pc:spChg>
        <pc:spChg chg="add mod">
          <ac:chgData name="Alex Blandón" userId="7d795bfe-18ab-4902-aaf2-9e41080f467f" providerId="ADAL" clId="{BE1B04B7-6210-4212-BE6B-C5E8F8C166E2}" dt="2025-12-03T21:19:10.404" v="4450" actId="1035"/>
          <ac:spMkLst>
            <pc:docMk/>
            <pc:sldMk cId="732224054" sldId="322"/>
            <ac:spMk id="41" creationId="{36E3B4FF-8FB8-AE10-E943-42CE50665966}"/>
          </ac:spMkLst>
        </pc:spChg>
        <pc:spChg chg="add mod">
          <ac:chgData name="Alex Blandón" userId="7d795bfe-18ab-4902-aaf2-9e41080f467f" providerId="ADAL" clId="{BE1B04B7-6210-4212-BE6B-C5E8F8C166E2}" dt="2025-12-03T21:19:10.404" v="4450" actId="1035"/>
          <ac:spMkLst>
            <pc:docMk/>
            <pc:sldMk cId="732224054" sldId="322"/>
            <ac:spMk id="42" creationId="{CAD679B2-AAB6-6924-B3AA-121DCBEB373C}"/>
          </ac:spMkLst>
        </pc:spChg>
        <pc:spChg chg="mod">
          <ac:chgData name="Alex Blandón" userId="7d795bfe-18ab-4902-aaf2-9e41080f467f" providerId="ADAL" clId="{BE1B04B7-6210-4212-BE6B-C5E8F8C166E2}" dt="2025-12-03T20:39:44.381" v="3379" actId="20577"/>
          <ac:spMkLst>
            <pc:docMk/>
            <pc:sldMk cId="732224054" sldId="322"/>
            <ac:spMk id="160" creationId="{85D2FCCE-CFF1-C3F1-8036-F52AD27AF08E}"/>
          </ac:spMkLst>
        </pc:spChg>
        <pc:grpChg chg="add mod">
          <ac:chgData name="Alex Blandón" userId="7d795bfe-18ab-4902-aaf2-9e41080f467f" providerId="ADAL" clId="{BE1B04B7-6210-4212-BE6B-C5E8F8C166E2}" dt="2025-12-03T21:13:44.684" v="4239" actId="1036"/>
          <ac:grpSpMkLst>
            <pc:docMk/>
            <pc:sldMk cId="732224054" sldId="322"/>
            <ac:grpSpMk id="30" creationId="{28191196-1CF2-4E10-DB3F-CC6ECED2D9C2}"/>
          </ac:grpSpMkLst>
        </pc:grpChg>
        <pc:graphicFrameChg chg="mod">
          <ac:chgData name="Alex Blandón" userId="7d795bfe-18ab-4902-aaf2-9e41080f467f" providerId="ADAL" clId="{BE1B04B7-6210-4212-BE6B-C5E8F8C166E2}" dt="2025-12-03T21:19:10.404" v="4450" actId="1035"/>
          <ac:graphicFrameMkLst>
            <pc:docMk/>
            <pc:sldMk cId="732224054" sldId="322"/>
            <ac:graphicFrameMk id="17" creationId="{59AB6FFD-F4BC-D0DC-97A6-DAE648C708EE}"/>
          </ac:graphicFrameMkLst>
        </pc:graphicFrameChg>
        <pc:graphicFrameChg chg="mod">
          <ac:chgData name="Alex Blandón" userId="7d795bfe-18ab-4902-aaf2-9e41080f467f" providerId="ADAL" clId="{BE1B04B7-6210-4212-BE6B-C5E8F8C166E2}" dt="2025-12-03T21:16:53.313" v="4253"/>
          <ac:graphicFrameMkLst>
            <pc:docMk/>
            <pc:sldMk cId="732224054" sldId="322"/>
            <ac:graphicFrameMk id="32" creationId="{70B02654-1AF4-23E8-1E10-4F3FC4839FF9}"/>
          </ac:graphicFrameMkLst>
        </pc:graphicFrameChg>
        <pc:picChg chg="add mod">
          <ac:chgData name="Alex Blandón" userId="7d795bfe-18ab-4902-aaf2-9e41080f467f" providerId="ADAL" clId="{BE1B04B7-6210-4212-BE6B-C5E8F8C166E2}" dt="2025-12-03T20:39:24.829" v="3373" actId="1076"/>
          <ac:picMkLst>
            <pc:docMk/>
            <pc:sldMk cId="732224054" sldId="322"/>
            <ac:picMk id="5" creationId="{54747C5F-0D9A-7D44-DA2A-B6167A2ABB12}"/>
          </ac:picMkLst>
        </pc:picChg>
      </pc:sldChg>
    </pc:docChg>
  </pc:docChgLst>
  <pc:docChgLst>
    <pc:chgData name="Jonas Levi Doll" userId="92d2a49d-aab1-486b-93c4-75a11db4f71a" providerId="ADAL" clId="{BD6CFCEF-88BE-5713-B16D-0DCD36AA211E}"/>
    <pc:docChg chg="undo custSel addSld delSld modSld sldOrd">
      <pc:chgData name="Jonas Levi Doll" userId="92d2a49d-aab1-486b-93c4-75a11db4f71a" providerId="ADAL" clId="{BD6CFCEF-88BE-5713-B16D-0DCD36AA211E}" dt="2025-12-04T20:45:43.808" v="2375" actId="207"/>
      <pc:docMkLst>
        <pc:docMk/>
      </pc:docMkLst>
      <pc:sldChg chg="addSp delSp mod">
        <pc:chgData name="Jonas Levi Doll" userId="92d2a49d-aab1-486b-93c4-75a11db4f71a" providerId="ADAL" clId="{BD6CFCEF-88BE-5713-B16D-0DCD36AA211E}" dt="2025-12-02T23:27:38.786" v="160" actId="478"/>
        <pc:sldMkLst>
          <pc:docMk/>
          <pc:sldMk cId="266142315" sldId="283"/>
        </pc:sldMkLst>
        <pc:spChg chg="add del">
          <ac:chgData name="Jonas Levi Doll" userId="92d2a49d-aab1-486b-93c4-75a11db4f71a" providerId="ADAL" clId="{BD6CFCEF-88BE-5713-B16D-0DCD36AA211E}" dt="2025-12-02T23:27:38.786" v="160" actId="478"/>
          <ac:spMkLst>
            <pc:docMk/>
            <pc:sldMk cId="266142315" sldId="283"/>
            <ac:spMk id="32" creationId="{CD9E926A-8209-04BB-9883-2D23C131F78F}"/>
          </ac:spMkLst>
        </pc:spChg>
        <pc:picChg chg="add del">
          <ac:chgData name="Jonas Levi Doll" userId="92d2a49d-aab1-486b-93c4-75a11db4f71a" providerId="ADAL" clId="{BD6CFCEF-88BE-5713-B16D-0DCD36AA211E}" dt="2025-12-02T23:27:38.142" v="159" actId="478"/>
          <ac:picMkLst>
            <pc:docMk/>
            <pc:sldMk cId="266142315" sldId="283"/>
            <ac:picMk id="31" creationId="{516163B7-EC0E-B5C6-C002-2E6F3F52A5B1}"/>
          </ac:picMkLst>
        </pc:picChg>
      </pc:sldChg>
      <pc:sldChg chg="modSp mod">
        <pc:chgData name="Jonas Levi Doll" userId="92d2a49d-aab1-486b-93c4-75a11db4f71a" providerId="ADAL" clId="{BD6CFCEF-88BE-5713-B16D-0DCD36AA211E}" dt="2025-12-03T11:58:13.403" v="1317" actId="20577"/>
        <pc:sldMkLst>
          <pc:docMk/>
          <pc:sldMk cId="2499878178" sldId="297"/>
        </pc:sldMkLst>
        <pc:spChg chg="mod">
          <ac:chgData name="Jonas Levi Doll" userId="92d2a49d-aab1-486b-93c4-75a11db4f71a" providerId="ADAL" clId="{BD6CFCEF-88BE-5713-B16D-0DCD36AA211E}" dt="2025-12-03T11:58:13.403" v="1317" actId="20577"/>
          <ac:spMkLst>
            <pc:docMk/>
            <pc:sldMk cId="2499878178" sldId="297"/>
            <ac:spMk id="22" creationId="{C5BBF3EB-184B-58E7-0CEF-5E61B946A898}"/>
          </ac:spMkLst>
        </pc:spChg>
        <pc:graphicFrameChg chg="modGraphic">
          <ac:chgData name="Jonas Levi Doll" userId="92d2a49d-aab1-486b-93c4-75a11db4f71a" providerId="ADAL" clId="{BD6CFCEF-88BE-5713-B16D-0DCD36AA211E}" dt="2025-12-03T11:41:42.360" v="1301" actId="20577"/>
          <ac:graphicFrameMkLst>
            <pc:docMk/>
            <pc:sldMk cId="2499878178" sldId="297"/>
            <ac:graphicFrameMk id="5" creationId="{9BA8A4AF-AEC3-9A63-AF96-E01177856FF0}"/>
          </ac:graphicFrameMkLst>
        </pc:graphicFrameChg>
      </pc:sldChg>
      <pc:sldChg chg="addSp delSp modSp add mod ord">
        <pc:chgData name="Jonas Levi Doll" userId="92d2a49d-aab1-486b-93c4-75a11db4f71a" providerId="ADAL" clId="{BD6CFCEF-88BE-5713-B16D-0DCD36AA211E}" dt="2025-12-03T10:43:45.885" v="1060" actId="27918"/>
        <pc:sldMkLst>
          <pc:docMk/>
          <pc:sldMk cId="834356660" sldId="298"/>
        </pc:sldMkLst>
        <pc:picChg chg="add del mod">
          <ac:chgData name="Jonas Levi Doll" userId="92d2a49d-aab1-486b-93c4-75a11db4f71a" providerId="ADAL" clId="{BD6CFCEF-88BE-5713-B16D-0DCD36AA211E}" dt="2025-12-03T10:12:10.338" v="998" actId="1038"/>
          <ac:picMkLst>
            <pc:docMk/>
            <pc:sldMk cId="834356660" sldId="298"/>
            <ac:picMk id="10" creationId="{85C94A1A-A19F-A893-0F87-54EC1C45821C}"/>
          </ac:picMkLst>
        </pc:picChg>
        <pc:picChg chg="add mod">
          <ac:chgData name="Jonas Levi Doll" userId="92d2a49d-aab1-486b-93c4-75a11db4f71a" providerId="ADAL" clId="{BD6CFCEF-88BE-5713-B16D-0DCD36AA211E}" dt="2025-12-03T10:12:10.338" v="998" actId="1038"/>
          <ac:picMkLst>
            <pc:docMk/>
            <pc:sldMk cId="834356660" sldId="298"/>
            <ac:picMk id="15" creationId="{99832443-9431-07D2-D346-C97DEEB9A396}"/>
          </ac:picMkLst>
        </pc:picChg>
        <pc:picChg chg="mod">
          <ac:chgData name="Jonas Levi Doll" userId="92d2a49d-aab1-486b-93c4-75a11db4f71a" providerId="ADAL" clId="{BD6CFCEF-88BE-5713-B16D-0DCD36AA211E}" dt="2025-12-03T10:12:10.338" v="998" actId="1038"/>
          <ac:picMkLst>
            <pc:docMk/>
            <pc:sldMk cId="834356660" sldId="298"/>
            <ac:picMk id="16" creationId="{690FC843-44C4-680B-5283-E178E355D310}"/>
          </ac:picMkLst>
        </pc:picChg>
        <pc:picChg chg="mod">
          <ac:chgData name="Jonas Levi Doll" userId="92d2a49d-aab1-486b-93c4-75a11db4f71a" providerId="ADAL" clId="{BD6CFCEF-88BE-5713-B16D-0DCD36AA211E}" dt="2025-12-03T10:11:09.467" v="987" actId="1038"/>
          <ac:picMkLst>
            <pc:docMk/>
            <pc:sldMk cId="834356660" sldId="298"/>
            <ac:picMk id="17" creationId="{FAA34654-F680-052B-D182-00D09836A98D}"/>
          </ac:picMkLst>
        </pc:picChg>
      </pc:sldChg>
      <pc:sldChg chg="addSp delSp modSp add mod">
        <pc:chgData name="Jonas Levi Doll" userId="92d2a49d-aab1-486b-93c4-75a11db4f71a" providerId="ADAL" clId="{BD6CFCEF-88BE-5713-B16D-0DCD36AA211E}" dt="2025-12-03T10:20:57.242" v="1004" actId="478"/>
        <pc:sldMkLst>
          <pc:docMk/>
          <pc:sldMk cId="2056833546" sldId="299"/>
        </pc:sldMkLst>
        <pc:graphicFrameChg chg="modGraphic">
          <ac:chgData name="Jonas Levi Doll" userId="92d2a49d-aab1-486b-93c4-75a11db4f71a" providerId="ADAL" clId="{BD6CFCEF-88BE-5713-B16D-0DCD36AA211E}" dt="2025-12-03T08:33:11.367" v="800" actId="20577"/>
          <ac:graphicFrameMkLst>
            <pc:docMk/>
            <pc:sldMk cId="2056833546" sldId="299"/>
            <ac:graphicFrameMk id="5" creationId="{070B7DD1-3145-CCB9-14B9-5F20D252B2B1}"/>
          </ac:graphicFrameMkLst>
        </pc:graphicFrameChg>
        <pc:picChg chg="add mod">
          <ac:chgData name="Jonas Levi Doll" userId="92d2a49d-aab1-486b-93c4-75a11db4f71a" providerId="ADAL" clId="{BD6CFCEF-88BE-5713-B16D-0DCD36AA211E}" dt="2025-12-03T10:07:39.988" v="831" actId="1076"/>
          <ac:picMkLst>
            <pc:docMk/>
            <pc:sldMk cId="2056833546" sldId="299"/>
            <ac:picMk id="13" creationId="{7AA88B7E-671E-3998-EFFD-F07C6D0C4F34}"/>
          </ac:picMkLst>
        </pc:picChg>
      </pc:sldChg>
      <pc:sldChg chg="modAnim">
        <pc:chgData name="Jonas Levi Doll" userId="92d2a49d-aab1-486b-93c4-75a11db4f71a" providerId="ADAL" clId="{BD6CFCEF-88BE-5713-B16D-0DCD36AA211E}" dt="2025-12-04T20:21:37.991" v="2361"/>
        <pc:sldMkLst>
          <pc:docMk/>
          <pc:sldMk cId="3259187233" sldId="316"/>
        </pc:sldMkLst>
      </pc:sldChg>
      <pc:sldChg chg="addSp modSp mod modAnim">
        <pc:chgData name="Jonas Levi Doll" userId="92d2a49d-aab1-486b-93c4-75a11db4f71a" providerId="ADAL" clId="{BD6CFCEF-88BE-5713-B16D-0DCD36AA211E}" dt="2025-12-04T12:09:23.763" v="1377" actId="207"/>
        <pc:sldMkLst>
          <pc:docMk/>
          <pc:sldMk cId="732224054" sldId="322"/>
        </pc:sldMkLst>
        <pc:spChg chg="mod">
          <ac:chgData name="Jonas Levi Doll" userId="92d2a49d-aab1-486b-93c4-75a11db4f71a" providerId="ADAL" clId="{BD6CFCEF-88BE-5713-B16D-0DCD36AA211E}" dt="2025-12-04T11:58:59.254" v="1375" actId="164"/>
          <ac:spMkLst>
            <pc:docMk/>
            <pc:sldMk cId="732224054" sldId="322"/>
            <ac:spMk id="34" creationId="{1B0CA9DB-AA90-9305-E306-86E1C6F65505}"/>
          </ac:spMkLst>
        </pc:spChg>
        <pc:spChg chg="mod">
          <ac:chgData name="Jonas Levi Doll" userId="92d2a49d-aab1-486b-93c4-75a11db4f71a" providerId="ADAL" clId="{BD6CFCEF-88BE-5713-B16D-0DCD36AA211E}" dt="2025-12-04T11:58:59.254" v="1375" actId="164"/>
          <ac:spMkLst>
            <pc:docMk/>
            <pc:sldMk cId="732224054" sldId="322"/>
            <ac:spMk id="35" creationId="{F0154A74-3C3A-87CB-6586-3ED1BFACDFC2}"/>
          </ac:spMkLst>
        </pc:spChg>
        <pc:spChg chg="mod">
          <ac:chgData name="Jonas Levi Doll" userId="92d2a49d-aab1-486b-93c4-75a11db4f71a" providerId="ADAL" clId="{BD6CFCEF-88BE-5713-B16D-0DCD36AA211E}" dt="2025-12-04T12:09:23.763" v="1377" actId="207"/>
          <ac:spMkLst>
            <pc:docMk/>
            <pc:sldMk cId="732224054" sldId="322"/>
            <ac:spMk id="36" creationId="{B3C690DF-1757-ABC0-FBB7-E76B4661DF54}"/>
          </ac:spMkLst>
        </pc:spChg>
        <pc:grpChg chg="mod">
          <ac:chgData name="Jonas Levi Doll" userId="92d2a49d-aab1-486b-93c4-75a11db4f71a" providerId="ADAL" clId="{BD6CFCEF-88BE-5713-B16D-0DCD36AA211E}" dt="2025-12-04T11:31:59.271" v="1329" actId="1076"/>
          <ac:grpSpMkLst>
            <pc:docMk/>
            <pc:sldMk cId="732224054" sldId="322"/>
            <ac:grpSpMk id="3" creationId="{B843C76A-6B85-4F09-0153-9A7A79E3A1A8}"/>
          </ac:grpSpMkLst>
        </pc:grpChg>
        <pc:graphicFrameChg chg="mod">
          <ac:chgData name="Jonas Levi Doll" userId="92d2a49d-aab1-486b-93c4-75a11db4f71a" providerId="ADAL" clId="{BD6CFCEF-88BE-5713-B16D-0DCD36AA211E}" dt="2025-12-04T11:33:34.572" v="1333"/>
          <ac:graphicFrameMkLst>
            <pc:docMk/>
            <pc:sldMk cId="732224054" sldId="322"/>
            <ac:graphicFrameMk id="17" creationId="{59AB6FFD-F4BC-D0DC-97A6-DAE648C708EE}"/>
          </ac:graphicFrameMkLst>
        </pc:graphicFrameChg>
        <pc:graphicFrameChg chg="mod">
          <ac:chgData name="Jonas Levi Doll" userId="92d2a49d-aab1-486b-93c4-75a11db4f71a" providerId="ADAL" clId="{BD6CFCEF-88BE-5713-B16D-0DCD36AA211E}" dt="2025-12-04T11:31:32.406" v="1328" actId="403"/>
          <ac:graphicFrameMkLst>
            <pc:docMk/>
            <pc:sldMk cId="732224054" sldId="322"/>
            <ac:graphicFrameMk id="32" creationId="{70B02654-1AF4-23E8-1E10-4F3FC4839FF9}"/>
          </ac:graphicFrameMkLst>
        </pc:graphicFrameChg>
      </pc:sldChg>
      <pc:sldChg chg="addSp delSp modSp add mod ord modAnim">
        <pc:chgData name="Jonas Levi Doll" userId="92d2a49d-aab1-486b-93c4-75a11db4f71a" providerId="ADAL" clId="{BD6CFCEF-88BE-5713-B16D-0DCD36AA211E}" dt="2025-12-04T20:45:43.808" v="2375" actId="207"/>
        <pc:sldMkLst>
          <pc:docMk/>
          <pc:sldMk cId="1122107205" sldId="327"/>
        </pc:sldMkLst>
        <pc:grpChg chg="add mod">
          <ac:chgData name="Jonas Levi Doll" userId="92d2a49d-aab1-486b-93c4-75a11db4f71a" providerId="ADAL" clId="{BD6CFCEF-88BE-5713-B16D-0DCD36AA211E}" dt="2025-12-04T20:40:51.559" v="2366" actId="164"/>
          <ac:grpSpMkLst>
            <pc:docMk/>
            <pc:sldMk cId="1122107205" sldId="327"/>
            <ac:grpSpMk id="5" creationId="{91D05DF4-FEE1-7CEC-607D-8FA8CD6AED6C}"/>
          </ac:grpSpMkLst>
        </pc:grpChg>
        <pc:grpChg chg="mod">
          <ac:chgData name="Jonas Levi Doll" userId="92d2a49d-aab1-486b-93c4-75a11db4f71a" providerId="ADAL" clId="{BD6CFCEF-88BE-5713-B16D-0DCD36AA211E}" dt="2025-12-04T20:40:51.559" v="2366" actId="164"/>
          <ac:grpSpMkLst>
            <pc:docMk/>
            <pc:sldMk cId="1122107205" sldId="327"/>
            <ac:grpSpMk id="94" creationId="{50E8ADCA-A081-DB52-3CC3-C4896D57BDEA}"/>
          </ac:grpSpMkLst>
        </pc:grpChg>
        <pc:grpChg chg="mod">
          <ac:chgData name="Jonas Levi Doll" userId="92d2a49d-aab1-486b-93c4-75a11db4f71a" providerId="ADAL" clId="{BD6CFCEF-88BE-5713-B16D-0DCD36AA211E}" dt="2025-12-04T20:40:51.559" v="2366" actId="164"/>
          <ac:grpSpMkLst>
            <pc:docMk/>
            <pc:sldMk cId="1122107205" sldId="327"/>
            <ac:grpSpMk id="96" creationId="{769EE239-230D-3237-CB14-8FE9EFE2179C}"/>
          </ac:grpSpMkLst>
        </pc:grpChg>
        <pc:picChg chg="mod">
          <ac:chgData name="Jonas Levi Doll" userId="92d2a49d-aab1-486b-93c4-75a11db4f71a" providerId="ADAL" clId="{BD6CFCEF-88BE-5713-B16D-0DCD36AA211E}" dt="2025-12-04T20:45:43.808" v="2375" actId="207"/>
          <ac:picMkLst>
            <pc:docMk/>
            <pc:sldMk cId="1122107205" sldId="327"/>
            <ac:picMk id="25" creationId="{41458E0B-36E3-750E-CC73-00AF4BF9EEBD}"/>
          </ac:picMkLst>
        </pc:picChg>
        <pc:picChg chg="mod">
          <ac:chgData name="Jonas Levi Doll" userId="92d2a49d-aab1-486b-93c4-75a11db4f71a" providerId="ADAL" clId="{BD6CFCEF-88BE-5713-B16D-0DCD36AA211E}" dt="2025-12-04T20:45:39.845" v="2374" actId="207"/>
          <ac:picMkLst>
            <pc:docMk/>
            <pc:sldMk cId="1122107205" sldId="327"/>
            <ac:picMk id="29" creationId="{77CE3715-C43E-CFAD-E069-772B89CA2967}"/>
          </ac:picMkLst>
        </pc:picChg>
        <pc:picChg chg="mod">
          <ac:chgData name="Jonas Levi Doll" userId="92d2a49d-aab1-486b-93c4-75a11db4f71a" providerId="ADAL" clId="{BD6CFCEF-88BE-5713-B16D-0DCD36AA211E}" dt="2025-12-04T20:45:27.444" v="2373" actId="2085"/>
          <ac:picMkLst>
            <pc:docMk/>
            <pc:sldMk cId="1122107205" sldId="327"/>
            <ac:picMk id="33" creationId="{E5A8FC6E-2E70-2A4D-FCEE-D3008CB0334C}"/>
          </ac:picMkLst>
        </pc:picChg>
      </pc:sldChg>
    </pc:docChg>
  </pc:docChgLst>
  <pc:docChgLst>
    <pc:chgData name="Max Concellon Marimon" userId="S::maxcm@ug.kth.se::fc38c1d0-2ce5-40e0-a335-34b1a9229426" providerId="AD" clId="Web-{A3EE1C30-A485-5CE9-C547-AD6E1D057F7E}"/>
    <pc:docChg chg="modSld">
      <pc:chgData name="Max Concellon Marimon" userId="S::maxcm@ug.kth.se::fc38c1d0-2ce5-40e0-a335-34b1a9229426" providerId="AD" clId="Web-{A3EE1C30-A485-5CE9-C547-AD6E1D057F7E}" dt="2025-12-05T08:45:10.009" v="1839"/>
      <pc:docMkLst>
        <pc:docMk/>
      </pc:docMkLst>
      <pc:sldChg chg="modNotes">
        <pc:chgData name="Max Concellon Marimon" userId="S::maxcm@ug.kth.se::fc38c1d0-2ce5-40e0-a335-34b1a9229426" providerId="AD" clId="Web-{A3EE1C30-A485-5CE9-C547-AD6E1D057F7E}" dt="2025-12-05T08:40:02.150" v="791"/>
        <pc:sldMkLst>
          <pc:docMk/>
          <pc:sldMk cId="2142073009" sldId="325"/>
        </pc:sldMkLst>
      </pc:sldChg>
      <pc:sldChg chg="modNotes">
        <pc:chgData name="Max Concellon Marimon" userId="S::maxcm@ug.kth.se::fc38c1d0-2ce5-40e0-a335-34b1a9229426" providerId="AD" clId="Web-{A3EE1C30-A485-5CE9-C547-AD6E1D057F7E}" dt="2025-12-05T08:45:10.009" v="1839"/>
        <pc:sldMkLst>
          <pc:docMk/>
          <pc:sldMk cId="840361931" sldId="326"/>
        </pc:sldMkLst>
      </pc:sldChg>
    </pc:docChg>
  </pc:docChgLst>
  <pc:docChgLst>
    <pc:chgData name="Jonas Levi Doll" userId="92d2a49d-aab1-486b-93c4-75a11db4f71a" providerId="ADAL" clId="{C94638E0-2939-4DE1-AE9D-1E85EDA79197}"/>
    <pc:docChg chg="custSel addSld modSld">
      <pc:chgData name="Jonas Levi Doll" userId="92d2a49d-aab1-486b-93c4-75a11db4f71a" providerId="ADAL" clId="{C94638E0-2939-4DE1-AE9D-1E85EDA79197}" dt="2025-12-03T13:09:58.814" v="52" actId="729"/>
      <pc:docMkLst>
        <pc:docMk/>
      </pc:docMkLst>
    </pc:docChg>
  </pc:docChgLst>
  <pc:docChgLst>
    <pc:chgData name="Max Concellon Marimon" userId="S::maxcm@ug.kth.se::fc38c1d0-2ce5-40e0-a335-34b1a9229426" providerId="AD" clId="Web-{5C38F0A9-8C05-9BA3-1104-5AE16A525F72}"/>
    <pc:docChg chg="addSld modSld sldOrd">
      <pc:chgData name="Max Concellon Marimon" userId="S::maxcm@ug.kth.se::fc38c1d0-2ce5-40e0-a335-34b1a9229426" providerId="AD" clId="Web-{5C38F0A9-8C05-9BA3-1104-5AE16A525F72}" dt="2025-12-04T13:43:50.973" v="1045" actId="14100"/>
      <pc:docMkLst>
        <pc:docMk/>
      </pc:docMkLst>
      <pc:sldChg chg="ord">
        <pc:chgData name="Max Concellon Marimon" userId="S::maxcm@ug.kth.se::fc38c1d0-2ce5-40e0-a335-34b1a9229426" providerId="AD" clId="Web-{5C38F0A9-8C05-9BA3-1104-5AE16A525F72}" dt="2025-12-04T12:19:05.146" v="77"/>
        <pc:sldMkLst>
          <pc:docMk/>
          <pc:sldMk cId="208122748" sldId="256"/>
        </pc:sldMkLst>
      </pc:sldChg>
      <pc:sldChg chg="modSp">
        <pc:chgData name="Max Concellon Marimon" userId="S::maxcm@ug.kth.se::fc38c1d0-2ce5-40e0-a335-34b1a9229426" providerId="AD" clId="Web-{5C38F0A9-8C05-9BA3-1104-5AE16A525F72}" dt="2025-12-04T12:04:42.919" v="60" actId="20577"/>
        <pc:sldMkLst>
          <pc:docMk/>
          <pc:sldMk cId="844338237" sldId="264"/>
        </pc:sldMkLst>
        <pc:spChg chg="mod">
          <ac:chgData name="Max Concellon Marimon" userId="S::maxcm@ug.kth.se::fc38c1d0-2ce5-40e0-a335-34b1a9229426" providerId="AD" clId="Web-{5C38F0A9-8C05-9BA3-1104-5AE16A525F72}" dt="2025-12-04T12:04:42.919" v="60" actId="20577"/>
          <ac:spMkLst>
            <pc:docMk/>
            <pc:sldMk cId="844338237" sldId="264"/>
            <ac:spMk id="2" creationId="{B0DB2B7B-ED52-C95D-E455-0CFB8040CA2A}"/>
          </ac:spMkLst>
        </pc:spChg>
      </pc:sldChg>
      <pc:sldChg chg="delSp modSp mod ord modShow">
        <pc:chgData name="Max Concellon Marimon" userId="S::maxcm@ug.kth.se::fc38c1d0-2ce5-40e0-a335-34b1a9229426" providerId="AD" clId="Web-{5C38F0A9-8C05-9BA3-1104-5AE16A525F72}" dt="2025-12-04T13:27:50.933" v="961"/>
        <pc:sldMkLst>
          <pc:docMk/>
          <pc:sldMk cId="2603457227" sldId="284"/>
        </pc:sldMkLst>
        <pc:spChg chg="mod">
          <ac:chgData name="Max Concellon Marimon" userId="S::maxcm@ug.kth.se::fc38c1d0-2ce5-40e0-a335-34b1a9229426" providerId="AD" clId="Web-{5C38F0A9-8C05-9BA3-1104-5AE16A525F72}" dt="2025-12-04T12:13:20.570" v="76" actId="1076"/>
          <ac:spMkLst>
            <pc:docMk/>
            <pc:sldMk cId="2603457227" sldId="284"/>
            <ac:spMk id="24" creationId="{1092E3B6-339C-8BE4-3F90-83C376FBCF5A}"/>
          </ac:spMkLst>
        </pc:spChg>
      </pc:sldChg>
      <pc:sldChg chg="modSp">
        <pc:chgData name="Max Concellon Marimon" userId="S::maxcm@ug.kth.se::fc38c1d0-2ce5-40e0-a335-34b1a9229426" providerId="AD" clId="Web-{5C38F0A9-8C05-9BA3-1104-5AE16A525F72}" dt="2025-12-04T11:33:18.257" v="4" actId="20577"/>
        <pc:sldMkLst>
          <pc:docMk/>
          <pc:sldMk cId="2624732379" sldId="309"/>
        </pc:sldMkLst>
        <pc:spChg chg="mod">
          <ac:chgData name="Max Concellon Marimon" userId="S::maxcm@ug.kth.se::fc38c1d0-2ce5-40e0-a335-34b1a9229426" providerId="AD" clId="Web-{5C38F0A9-8C05-9BA3-1104-5AE16A525F72}" dt="2025-12-04T11:33:18.257" v="4" actId="20577"/>
          <ac:spMkLst>
            <pc:docMk/>
            <pc:sldMk cId="2624732379" sldId="309"/>
            <ac:spMk id="5" creationId="{CA0ABBE1-FE77-FD84-52D1-55BF72FE2D0D}"/>
          </ac:spMkLst>
        </pc:spChg>
      </pc:sldChg>
      <pc:sldChg chg="addSp modSp">
        <pc:chgData name="Max Concellon Marimon" userId="S::maxcm@ug.kth.se::fc38c1d0-2ce5-40e0-a335-34b1a9229426" providerId="AD" clId="Web-{5C38F0A9-8C05-9BA3-1104-5AE16A525F72}" dt="2025-12-04T13:37:22.959" v="991" actId="20577"/>
        <pc:sldMkLst>
          <pc:docMk/>
          <pc:sldMk cId="2311047263" sldId="320"/>
        </pc:sldMkLst>
        <pc:spChg chg="mod">
          <ac:chgData name="Max Concellon Marimon" userId="S::maxcm@ug.kth.se::fc38c1d0-2ce5-40e0-a335-34b1a9229426" providerId="AD" clId="Web-{5C38F0A9-8C05-9BA3-1104-5AE16A525F72}" dt="2025-12-04T13:37:22.959" v="991" actId="20577"/>
          <ac:spMkLst>
            <pc:docMk/>
            <pc:sldMk cId="2311047263" sldId="320"/>
            <ac:spMk id="32" creationId="{62D60E34-267D-9A51-3399-396205F15B1F}"/>
          </ac:spMkLst>
        </pc:spChg>
        <pc:spChg chg="mod">
          <ac:chgData name="Max Concellon Marimon" userId="S::maxcm@ug.kth.se::fc38c1d0-2ce5-40e0-a335-34b1a9229426" providerId="AD" clId="Web-{5C38F0A9-8C05-9BA3-1104-5AE16A525F72}" dt="2025-12-04T11:58:26.513" v="55" actId="20577"/>
          <ac:spMkLst>
            <pc:docMk/>
            <pc:sldMk cId="2311047263" sldId="320"/>
            <ac:spMk id="33" creationId="{A61CC050-3014-E302-F69E-CC8A0DEDE162}"/>
          </ac:spMkLst>
        </pc:spChg>
        <pc:spChg chg="mod">
          <ac:chgData name="Max Concellon Marimon" userId="S::maxcm@ug.kth.se::fc38c1d0-2ce5-40e0-a335-34b1a9229426" providerId="AD" clId="Web-{5C38F0A9-8C05-9BA3-1104-5AE16A525F72}" dt="2025-12-04T13:32:37.821" v="988" actId="14100"/>
          <ac:spMkLst>
            <pc:docMk/>
            <pc:sldMk cId="2311047263" sldId="320"/>
            <ac:spMk id="34" creationId="{A0CF1F77-7216-2039-FD96-A243C77CD95F}"/>
          </ac:spMkLst>
        </pc:spChg>
        <pc:picChg chg="add mod">
          <ac:chgData name="Max Concellon Marimon" userId="S::maxcm@ug.kth.se::fc38c1d0-2ce5-40e0-a335-34b1a9229426" providerId="AD" clId="Web-{5C38F0A9-8C05-9BA3-1104-5AE16A525F72}" dt="2025-12-04T12:40:33.607" v="220" actId="1076"/>
          <ac:picMkLst>
            <pc:docMk/>
            <pc:sldMk cId="2311047263" sldId="320"/>
            <ac:picMk id="61" creationId="{FD972D41-809C-6FC3-D7CC-8D8C41A8EE82}"/>
          </ac:picMkLst>
        </pc:picChg>
      </pc:sldChg>
      <pc:sldChg chg="addSp delSp delAnim">
        <pc:chgData name="Max Concellon Marimon" userId="S::maxcm@ug.kth.se::fc38c1d0-2ce5-40e0-a335-34b1a9229426" providerId="AD" clId="Web-{5C38F0A9-8C05-9BA3-1104-5AE16A525F72}" dt="2025-12-04T12:24:53.003" v="96"/>
        <pc:sldMkLst>
          <pc:docMk/>
          <pc:sldMk cId="732224054" sldId="322"/>
        </pc:sldMkLst>
        <pc:spChg chg="topLvl">
          <ac:chgData name="Max Concellon Marimon" userId="S::maxcm@ug.kth.se::fc38c1d0-2ce5-40e0-a335-34b1a9229426" providerId="AD" clId="Web-{5C38F0A9-8C05-9BA3-1104-5AE16A525F72}" dt="2025-12-04T12:24:53.003" v="96"/>
          <ac:spMkLst>
            <pc:docMk/>
            <pc:sldMk cId="732224054" sldId="322"/>
            <ac:spMk id="34" creationId="{1B0CA9DB-AA90-9305-E306-86E1C6F65505}"/>
          </ac:spMkLst>
        </pc:spChg>
        <pc:spChg chg="topLvl">
          <ac:chgData name="Max Concellon Marimon" userId="S::maxcm@ug.kth.se::fc38c1d0-2ce5-40e0-a335-34b1a9229426" providerId="AD" clId="Web-{5C38F0A9-8C05-9BA3-1104-5AE16A525F72}" dt="2025-12-04T12:24:53.003" v="96"/>
          <ac:spMkLst>
            <pc:docMk/>
            <pc:sldMk cId="732224054" sldId="322"/>
            <ac:spMk id="35" creationId="{F0154A74-3C3A-87CB-6586-3ED1BFACDFC2}"/>
          </ac:spMkLst>
        </pc:spChg>
        <pc:spChg chg="topLvl">
          <ac:chgData name="Max Concellon Marimon" userId="S::maxcm@ug.kth.se::fc38c1d0-2ce5-40e0-a335-34b1a9229426" providerId="AD" clId="Web-{5C38F0A9-8C05-9BA3-1104-5AE16A525F72}" dt="2025-12-04T12:24:53.003" v="96"/>
          <ac:spMkLst>
            <pc:docMk/>
            <pc:sldMk cId="732224054" sldId="322"/>
            <ac:spMk id="36" creationId="{B3C690DF-1757-ABC0-FBB7-E76B4661DF54}"/>
          </ac:spMkLst>
        </pc:spChg>
      </pc:sldChg>
      <pc:sldChg chg="addSp delSp modSp">
        <pc:chgData name="Max Concellon Marimon" userId="S::maxcm@ug.kth.se::fc38c1d0-2ce5-40e0-a335-34b1a9229426" providerId="AD" clId="Web-{5C38F0A9-8C05-9BA3-1104-5AE16A525F72}" dt="2025-12-04T12:42:03.215" v="259"/>
        <pc:sldMkLst>
          <pc:docMk/>
          <pc:sldMk cId="3265593624" sldId="324"/>
        </pc:sldMkLst>
        <pc:spChg chg="mod">
          <ac:chgData name="Max Concellon Marimon" userId="S::maxcm@ug.kth.se::fc38c1d0-2ce5-40e0-a335-34b1a9229426" providerId="AD" clId="Web-{5C38F0A9-8C05-9BA3-1104-5AE16A525F72}" dt="2025-12-04T12:42:03.215" v="259"/>
          <ac:spMkLst>
            <pc:docMk/>
            <pc:sldMk cId="3265593624" sldId="324"/>
            <ac:spMk id="254" creationId="{EBDC0B87-B928-DBE1-A36B-195E6C90E332}"/>
          </ac:spMkLst>
        </pc:spChg>
        <pc:spChg chg="mod">
          <ac:chgData name="Max Concellon Marimon" userId="S::maxcm@ug.kth.se::fc38c1d0-2ce5-40e0-a335-34b1a9229426" providerId="AD" clId="Web-{5C38F0A9-8C05-9BA3-1104-5AE16A525F72}" dt="2025-12-04T12:41:57.371" v="258"/>
          <ac:spMkLst>
            <pc:docMk/>
            <pc:sldMk cId="3265593624" sldId="324"/>
            <ac:spMk id="256" creationId="{EDAE816E-91A1-1580-B527-50F0C016907A}"/>
          </ac:spMkLst>
        </pc:spChg>
      </pc:sldChg>
      <pc:sldChg chg="addSp delSp modSp add replId addAnim delAnim">
        <pc:chgData name="Max Concellon Marimon" userId="S::maxcm@ug.kth.se::fc38c1d0-2ce5-40e0-a335-34b1a9229426" providerId="AD" clId="Web-{5C38F0A9-8C05-9BA3-1104-5AE16A525F72}" dt="2025-12-04T13:43:50.973" v="1045" actId="14100"/>
        <pc:sldMkLst>
          <pc:docMk/>
          <pc:sldMk cId="2142073009" sldId="325"/>
        </pc:sldMkLst>
        <pc:spChg chg="add mod ord">
          <ac:chgData name="Max Concellon Marimon" userId="S::maxcm@ug.kth.se::fc38c1d0-2ce5-40e0-a335-34b1a9229426" providerId="AD" clId="Web-{5C38F0A9-8C05-9BA3-1104-5AE16A525F72}" dt="2025-12-04T13:43:44.223" v="1042" actId="1076"/>
          <ac:spMkLst>
            <pc:docMk/>
            <pc:sldMk cId="2142073009" sldId="325"/>
            <ac:spMk id="15" creationId="{A61FECC0-EA24-E581-CAC7-F0C229C82164}"/>
          </ac:spMkLst>
        </pc:spChg>
        <pc:spChg chg="mod">
          <ac:chgData name="Max Concellon Marimon" userId="S::maxcm@ug.kth.se::fc38c1d0-2ce5-40e0-a335-34b1a9229426" providerId="AD" clId="Web-{5C38F0A9-8C05-9BA3-1104-5AE16A525F72}" dt="2025-12-04T12:55:58.789" v="414" actId="20577"/>
          <ac:spMkLst>
            <pc:docMk/>
            <pc:sldMk cId="2142073009" sldId="325"/>
            <ac:spMk id="19" creationId="{251D57C3-C38F-D1B0-8E89-B1045D386305}"/>
          </ac:spMkLst>
        </pc:spChg>
        <pc:spChg chg="add mod ord">
          <ac:chgData name="Max Concellon Marimon" userId="S::maxcm@ug.kth.se::fc38c1d0-2ce5-40e0-a335-34b1a9229426" providerId="AD" clId="Web-{5C38F0A9-8C05-9BA3-1104-5AE16A525F72}" dt="2025-12-04T13:43:16.129" v="1036" actId="1076"/>
          <ac:spMkLst>
            <pc:docMk/>
            <pc:sldMk cId="2142073009" sldId="325"/>
            <ac:spMk id="21" creationId="{B7E53EC8-260F-14A0-5531-903553327DEB}"/>
          </ac:spMkLst>
        </pc:spChg>
        <pc:spChg chg="mod">
          <ac:chgData name="Max Concellon Marimon" userId="S::maxcm@ug.kth.se::fc38c1d0-2ce5-40e0-a335-34b1a9229426" providerId="AD" clId="Web-{5C38F0A9-8C05-9BA3-1104-5AE16A525F72}" dt="2025-12-04T12:57:54.522" v="442" actId="20577"/>
          <ac:spMkLst>
            <pc:docMk/>
            <pc:sldMk cId="2142073009" sldId="325"/>
            <ac:spMk id="24" creationId="{B1927C81-D719-30FE-59DE-A95013ED6AF2}"/>
          </ac:spMkLst>
        </pc:spChg>
        <pc:spChg chg="add mod">
          <ac:chgData name="Max Concellon Marimon" userId="S::maxcm@ug.kth.se::fc38c1d0-2ce5-40e0-a335-34b1a9229426" providerId="AD" clId="Web-{5C38F0A9-8C05-9BA3-1104-5AE16A525F72}" dt="2025-12-04T13:42:18.379" v="1023" actId="1076"/>
          <ac:spMkLst>
            <pc:docMk/>
            <pc:sldMk cId="2142073009" sldId="325"/>
            <ac:spMk id="30" creationId="{1097F22E-E344-58CB-918A-38036C7161EB}"/>
          </ac:spMkLst>
        </pc:spChg>
        <pc:spChg chg="add mod ord">
          <ac:chgData name="Max Concellon Marimon" userId="S::maxcm@ug.kth.se::fc38c1d0-2ce5-40e0-a335-34b1a9229426" providerId="AD" clId="Web-{5C38F0A9-8C05-9BA3-1104-5AE16A525F72}" dt="2025-12-04T13:41:26.411" v="1014" actId="14100"/>
          <ac:spMkLst>
            <pc:docMk/>
            <pc:sldMk cId="2142073009" sldId="325"/>
            <ac:spMk id="31" creationId="{8344DEC4-49D3-7416-E8ED-B87E265354FE}"/>
          </ac:spMkLst>
        </pc:spChg>
        <pc:spChg chg="add mod">
          <ac:chgData name="Max Concellon Marimon" userId="S::maxcm@ug.kth.se::fc38c1d0-2ce5-40e0-a335-34b1a9229426" providerId="AD" clId="Web-{5C38F0A9-8C05-9BA3-1104-5AE16A525F72}" dt="2025-12-04T13:41:39.879" v="1016" actId="1076"/>
          <ac:spMkLst>
            <pc:docMk/>
            <pc:sldMk cId="2142073009" sldId="325"/>
            <ac:spMk id="32" creationId="{2CE8060E-BC3D-866A-8C79-5C8FDE0141A6}"/>
          </ac:spMkLst>
        </pc:spChg>
        <pc:spChg chg="mod">
          <ac:chgData name="Max Concellon Marimon" userId="S::maxcm@ug.kth.se::fc38c1d0-2ce5-40e0-a335-34b1a9229426" providerId="AD" clId="Web-{5C38F0A9-8C05-9BA3-1104-5AE16A525F72}" dt="2025-12-04T13:41:44.270" v="1017" actId="1076"/>
          <ac:spMkLst>
            <pc:docMk/>
            <pc:sldMk cId="2142073009" sldId="325"/>
            <ac:spMk id="37" creationId="{68A9B17E-9881-400D-C307-BCECBAC8DBC5}"/>
          </ac:spMkLst>
        </pc:spChg>
        <pc:spChg chg="add mod ord">
          <ac:chgData name="Max Concellon Marimon" userId="S::maxcm@ug.kth.se::fc38c1d0-2ce5-40e0-a335-34b1a9229426" providerId="AD" clId="Web-{5C38F0A9-8C05-9BA3-1104-5AE16A525F72}" dt="2025-12-04T13:43:11.301" v="1035"/>
          <ac:spMkLst>
            <pc:docMk/>
            <pc:sldMk cId="2142073009" sldId="325"/>
            <ac:spMk id="59" creationId="{4D9AD6A5-50F1-5271-CF65-BB51F6129BD2}"/>
          </ac:spMkLst>
        </pc:spChg>
        <pc:grpChg chg="add mod">
          <ac:chgData name="Max Concellon Marimon" userId="S::maxcm@ug.kth.se::fc38c1d0-2ce5-40e0-a335-34b1a9229426" providerId="AD" clId="Web-{5C38F0A9-8C05-9BA3-1104-5AE16A525F72}" dt="2025-12-04T13:41:37.583" v="1015" actId="1076"/>
          <ac:grpSpMkLst>
            <pc:docMk/>
            <pc:sldMk cId="2142073009" sldId="325"/>
            <ac:grpSpMk id="51" creationId="{AD39475F-4AF8-A04A-DFF7-2BA8AF2184D8}"/>
          </ac:grpSpMkLst>
        </pc:grpChg>
        <pc:picChg chg="mod">
          <ac:chgData name="Max Concellon Marimon" userId="S::maxcm@ug.kth.se::fc38c1d0-2ce5-40e0-a335-34b1a9229426" providerId="AD" clId="Web-{5C38F0A9-8C05-9BA3-1104-5AE16A525F72}" dt="2025-12-04T12:38:02.233" v="177" actId="1076"/>
          <ac:picMkLst>
            <pc:docMk/>
            <pc:sldMk cId="2142073009" sldId="325"/>
            <ac:picMk id="9" creationId="{76F3C751-31D4-0476-F492-5AE7A0C2BC5D}"/>
          </ac:picMkLst>
        </pc:picChg>
        <pc:picChg chg="mod">
          <ac:chgData name="Max Concellon Marimon" userId="S::maxcm@ug.kth.se::fc38c1d0-2ce5-40e0-a335-34b1a9229426" providerId="AD" clId="Web-{5C38F0A9-8C05-9BA3-1104-5AE16A525F72}" dt="2025-12-04T12:38:02.405" v="178" actId="1076"/>
          <ac:picMkLst>
            <pc:docMk/>
            <pc:sldMk cId="2142073009" sldId="325"/>
            <ac:picMk id="11" creationId="{37CE1371-7721-0EC4-AE1C-1DE0A5222997}"/>
          </ac:picMkLst>
        </pc:picChg>
        <pc:picChg chg="mod">
          <ac:chgData name="Max Concellon Marimon" userId="S::maxcm@ug.kth.se::fc38c1d0-2ce5-40e0-a335-34b1a9229426" providerId="AD" clId="Web-{5C38F0A9-8C05-9BA3-1104-5AE16A525F72}" dt="2025-12-04T12:38:02.858" v="181" actId="1076"/>
          <ac:picMkLst>
            <pc:docMk/>
            <pc:sldMk cId="2142073009" sldId="325"/>
            <ac:picMk id="12" creationId="{348F4414-2CC4-43F5-A843-AFDF878814A4}"/>
          </ac:picMkLst>
        </pc:picChg>
        <pc:picChg chg="mod">
          <ac:chgData name="Max Concellon Marimon" userId="S::maxcm@ug.kth.se::fc38c1d0-2ce5-40e0-a335-34b1a9229426" providerId="AD" clId="Web-{5C38F0A9-8C05-9BA3-1104-5AE16A525F72}" dt="2025-12-04T12:38:02.561" v="179" actId="1076"/>
          <ac:picMkLst>
            <pc:docMk/>
            <pc:sldMk cId="2142073009" sldId="325"/>
            <ac:picMk id="18" creationId="{B13C992D-CD42-CDB4-8503-1E3EA3315682}"/>
          </ac:picMkLst>
        </pc:picChg>
        <pc:picChg chg="add mod">
          <ac:chgData name="Max Concellon Marimon" userId="S::maxcm@ug.kth.se::fc38c1d0-2ce5-40e0-a335-34b1a9229426" providerId="AD" clId="Web-{5C38F0A9-8C05-9BA3-1104-5AE16A525F72}" dt="2025-12-04T13:43:47.129" v="1043" actId="1076"/>
          <ac:picMkLst>
            <pc:docMk/>
            <pc:sldMk cId="2142073009" sldId="325"/>
            <ac:picMk id="34" creationId="{3E38CCE6-9112-D0A3-694C-A36A980423D6}"/>
          </ac:picMkLst>
        </pc:picChg>
        <pc:picChg chg="add mod">
          <ac:chgData name="Max Concellon Marimon" userId="S::maxcm@ug.kth.se::fc38c1d0-2ce5-40e0-a335-34b1a9229426" providerId="AD" clId="Web-{5C38F0A9-8C05-9BA3-1104-5AE16A525F72}" dt="2025-12-04T13:42:05.504" v="1019" actId="1076"/>
          <ac:picMkLst>
            <pc:docMk/>
            <pc:sldMk cId="2142073009" sldId="325"/>
            <ac:picMk id="36" creationId="{B55BF6E9-6B76-1CEA-0A45-0B2C19A7A058}"/>
          </ac:picMkLst>
        </pc:picChg>
        <pc:picChg chg="mod">
          <ac:chgData name="Max Concellon Marimon" userId="S::maxcm@ug.kth.se::fc38c1d0-2ce5-40e0-a335-34b1a9229426" providerId="AD" clId="Web-{5C38F0A9-8C05-9BA3-1104-5AE16A525F72}" dt="2025-12-04T12:38:02.733" v="180" actId="1076"/>
          <ac:picMkLst>
            <pc:docMk/>
            <pc:sldMk cId="2142073009" sldId="325"/>
            <ac:picMk id="42" creationId="{C2EF3E64-DAC0-189A-623D-98B6DFFC5A16}"/>
          </ac:picMkLst>
        </pc:picChg>
        <pc:picChg chg="add mod">
          <ac:chgData name="Max Concellon Marimon" userId="S::maxcm@ug.kth.se::fc38c1d0-2ce5-40e0-a335-34b1a9229426" providerId="AD" clId="Web-{5C38F0A9-8C05-9BA3-1104-5AE16A525F72}" dt="2025-12-04T13:43:50.973" v="1045" actId="14100"/>
          <ac:picMkLst>
            <pc:docMk/>
            <pc:sldMk cId="2142073009" sldId="325"/>
            <ac:picMk id="43" creationId="{626269E0-110C-2E9E-F115-C7EDF3FFC9FC}"/>
          </ac:picMkLst>
        </pc:picChg>
      </pc:sldChg>
      <pc:sldChg chg="addSp delSp modSp add replId addAnim delAnim">
        <pc:chgData name="Max Concellon Marimon" userId="S::maxcm@ug.kth.se::fc38c1d0-2ce5-40e0-a335-34b1a9229426" providerId="AD" clId="Web-{5C38F0A9-8C05-9BA3-1104-5AE16A525F72}" dt="2025-12-04T13:28:50.995" v="983" actId="20577"/>
        <pc:sldMkLst>
          <pc:docMk/>
          <pc:sldMk cId="840361931" sldId="326"/>
        </pc:sldMkLst>
        <pc:spChg chg="mod ord">
          <ac:chgData name="Max Concellon Marimon" userId="S::maxcm@ug.kth.se::fc38c1d0-2ce5-40e0-a335-34b1a9229426" providerId="AD" clId="Web-{5C38F0A9-8C05-9BA3-1104-5AE16A525F72}" dt="2025-12-04T13:24:05.230" v="907"/>
          <ac:spMkLst>
            <pc:docMk/>
            <pc:sldMk cId="840361931" sldId="326"/>
            <ac:spMk id="4" creationId="{E7FC3AE3-0AE3-25E7-DB44-54D2906E1810}"/>
          </ac:spMkLst>
        </pc:spChg>
        <pc:spChg chg="mod">
          <ac:chgData name="Max Concellon Marimon" userId="S::maxcm@ug.kth.se::fc38c1d0-2ce5-40e0-a335-34b1a9229426" providerId="AD" clId="Web-{5C38F0A9-8C05-9BA3-1104-5AE16A525F72}" dt="2025-12-04T13:21:42.137" v="772" actId="14100"/>
          <ac:spMkLst>
            <pc:docMk/>
            <pc:sldMk cId="840361931" sldId="326"/>
            <ac:spMk id="20" creationId="{46B9F272-92AD-8949-772B-8B9972772E33}"/>
          </ac:spMkLst>
        </pc:spChg>
        <pc:spChg chg="mod">
          <ac:chgData name="Max Concellon Marimon" userId="S::maxcm@ug.kth.se::fc38c1d0-2ce5-40e0-a335-34b1a9229426" providerId="AD" clId="Web-{5C38F0A9-8C05-9BA3-1104-5AE16A525F72}" dt="2025-12-04T13:19:25.091" v="726" actId="1076"/>
          <ac:spMkLst>
            <pc:docMk/>
            <pc:sldMk cId="840361931" sldId="326"/>
            <ac:spMk id="21" creationId="{C0CE59ED-E544-8F75-C624-13C291101487}"/>
          </ac:spMkLst>
        </pc:spChg>
        <pc:spChg chg="add mod">
          <ac:chgData name="Max Concellon Marimon" userId="S::maxcm@ug.kth.se::fc38c1d0-2ce5-40e0-a335-34b1a9229426" providerId="AD" clId="Web-{5C38F0A9-8C05-9BA3-1104-5AE16A525F72}" dt="2025-12-04T13:28:50.995" v="983" actId="20577"/>
          <ac:spMkLst>
            <pc:docMk/>
            <pc:sldMk cId="840361931" sldId="326"/>
            <ac:spMk id="23" creationId="{01D60A6E-2849-C752-BC3E-0DAE71A3F2B6}"/>
          </ac:spMkLst>
        </pc:spChg>
        <pc:grpChg chg="mod">
          <ac:chgData name="Max Concellon Marimon" userId="S::maxcm@ug.kth.se::fc38c1d0-2ce5-40e0-a335-34b1a9229426" providerId="AD" clId="Web-{5C38F0A9-8C05-9BA3-1104-5AE16A525F72}" dt="2025-12-04T13:20:33.372" v="765" actId="1076"/>
          <ac:grpSpMkLst>
            <pc:docMk/>
            <pc:sldMk cId="840361931" sldId="326"/>
            <ac:grpSpMk id="39" creationId="{15E1B40C-E3A9-71A3-4808-F1BD858FDC0E}"/>
          </ac:grpSpMkLst>
        </pc:grpChg>
        <pc:graphicFrameChg chg="mod ord">
          <ac:chgData name="Max Concellon Marimon" userId="S::maxcm@ug.kth.se::fc38c1d0-2ce5-40e0-a335-34b1a9229426" providerId="AD" clId="Web-{5C38F0A9-8C05-9BA3-1104-5AE16A525F72}" dt="2025-12-04T13:24:05.527" v="915"/>
          <ac:graphicFrameMkLst>
            <pc:docMk/>
            <pc:sldMk cId="840361931" sldId="326"/>
            <ac:graphicFrameMk id="3" creationId="{CAA302FE-9452-986E-91B2-B6822CDDC4A9}"/>
          </ac:graphicFrameMkLst>
        </pc:graphicFrameChg>
        <pc:picChg chg="mod">
          <ac:chgData name="Max Concellon Marimon" userId="S::maxcm@ug.kth.se::fc38c1d0-2ce5-40e0-a335-34b1a9229426" providerId="AD" clId="Web-{5C38F0A9-8C05-9BA3-1104-5AE16A525F72}" dt="2025-12-04T13:20:33.153" v="760" actId="1076"/>
          <ac:picMkLst>
            <pc:docMk/>
            <pc:sldMk cId="840361931" sldId="326"/>
            <ac:picMk id="6" creationId="{126413B4-A324-6B5B-694A-DAB398DD8296}"/>
          </ac:picMkLst>
        </pc:picChg>
        <pc:picChg chg="mod">
          <ac:chgData name="Max Concellon Marimon" userId="S::maxcm@ug.kth.se::fc38c1d0-2ce5-40e0-a335-34b1a9229426" providerId="AD" clId="Web-{5C38F0A9-8C05-9BA3-1104-5AE16A525F72}" dt="2025-12-04T13:20:33.200" v="761" actId="1076"/>
          <ac:picMkLst>
            <pc:docMk/>
            <pc:sldMk cId="840361931" sldId="326"/>
            <ac:picMk id="7" creationId="{21C94434-A0FD-9D6F-DC30-0F45B84710A7}"/>
          </ac:picMkLst>
        </pc:picChg>
        <pc:picChg chg="mod">
          <ac:chgData name="Max Concellon Marimon" userId="S::maxcm@ug.kth.se::fc38c1d0-2ce5-40e0-a335-34b1a9229426" providerId="AD" clId="Web-{5C38F0A9-8C05-9BA3-1104-5AE16A525F72}" dt="2025-12-04T13:20:33.231" v="762" actId="1076"/>
          <ac:picMkLst>
            <pc:docMk/>
            <pc:sldMk cId="840361931" sldId="326"/>
            <ac:picMk id="8" creationId="{DE6D5DE6-A1A9-003F-89A1-DF5DCF04625F}"/>
          </ac:picMkLst>
        </pc:picChg>
        <pc:picChg chg="mod">
          <ac:chgData name="Max Concellon Marimon" userId="S::maxcm@ug.kth.se::fc38c1d0-2ce5-40e0-a335-34b1a9229426" providerId="AD" clId="Web-{5C38F0A9-8C05-9BA3-1104-5AE16A525F72}" dt="2025-12-04T13:20:33.262" v="763" actId="1076"/>
          <ac:picMkLst>
            <pc:docMk/>
            <pc:sldMk cId="840361931" sldId="326"/>
            <ac:picMk id="10" creationId="{4372FC0E-473B-AFCA-D533-7D9E51FFDFAB}"/>
          </ac:picMkLst>
        </pc:picChg>
        <pc:picChg chg="mod">
          <ac:chgData name="Max Concellon Marimon" userId="S::maxcm@ug.kth.se::fc38c1d0-2ce5-40e0-a335-34b1a9229426" providerId="AD" clId="Web-{5C38F0A9-8C05-9BA3-1104-5AE16A525F72}" dt="2025-12-04T13:20:33.309" v="764" actId="1076"/>
          <ac:picMkLst>
            <pc:docMk/>
            <pc:sldMk cId="840361931" sldId="326"/>
            <ac:picMk id="22" creationId="{30ADBA2D-1A43-0924-7536-2DB0849E20A2}"/>
          </ac:picMkLst>
        </pc:picChg>
        <pc:picChg chg="mod">
          <ac:chgData name="Max Concellon Marimon" userId="S::maxcm@ug.kth.se::fc38c1d0-2ce5-40e0-a335-34b1a9229426" providerId="AD" clId="Web-{5C38F0A9-8C05-9BA3-1104-5AE16A525F72}" dt="2025-12-04T13:20:33.012" v="756" actId="1076"/>
          <ac:picMkLst>
            <pc:docMk/>
            <pc:sldMk cId="840361931" sldId="326"/>
            <ac:picMk id="31" creationId="{33D4A9D8-4872-5AC3-F8E2-CEFE2CDCB4C3}"/>
          </ac:picMkLst>
        </pc:picChg>
        <pc:picChg chg="mod">
          <ac:chgData name="Max Concellon Marimon" userId="S::maxcm@ug.kth.se::fc38c1d0-2ce5-40e0-a335-34b1a9229426" providerId="AD" clId="Web-{5C38F0A9-8C05-9BA3-1104-5AE16A525F72}" dt="2025-12-04T13:20:33.059" v="757" actId="1076"/>
          <ac:picMkLst>
            <pc:docMk/>
            <pc:sldMk cId="840361931" sldId="326"/>
            <ac:picMk id="45" creationId="{20FD7808-295B-1332-AF11-0669DDB67189}"/>
          </ac:picMkLst>
        </pc:picChg>
        <pc:picChg chg="mod">
          <ac:chgData name="Max Concellon Marimon" userId="S::maxcm@ug.kth.se::fc38c1d0-2ce5-40e0-a335-34b1a9229426" providerId="AD" clId="Web-{5C38F0A9-8C05-9BA3-1104-5AE16A525F72}" dt="2025-12-04T13:20:33.090" v="758" actId="1076"/>
          <ac:picMkLst>
            <pc:docMk/>
            <pc:sldMk cId="840361931" sldId="326"/>
            <ac:picMk id="48" creationId="{F3D5ACBE-98BA-5CA4-1BE2-81B9133FE85C}"/>
          </ac:picMkLst>
        </pc:picChg>
      </pc:sldChg>
    </pc:docChg>
  </pc:docChgLst>
  <pc:docChgLst>
    <pc:chgData name="Max Concellon Marimon" userId="S::maxcm@ug.kth.se::fc38c1d0-2ce5-40e0-a335-34b1a9229426" providerId="AD" clId="Web-{801CBDFB-F531-27F8-D998-F2F058B1CD3B}"/>
    <pc:docChg chg="addSld delSld modSld sldOrd">
      <pc:chgData name="Max Concellon Marimon" userId="S::maxcm@ug.kth.se::fc38c1d0-2ce5-40e0-a335-34b1a9229426" providerId="AD" clId="Web-{801CBDFB-F531-27F8-D998-F2F058B1CD3B}" dt="2025-11-27T12:43:46.168" v="1122" actId="20577"/>
      <pc:docMkLst>
        <pc:docMk/>
      </pc:docMkLst>
    </pc:docChg>
  </pc:docChgLst>
  <pc:docChgLst>
    <pc:chgData name="Alex Blandón" userId="7d795bfe-18ab-4902-aaf2-9e41080f467f" providerId="ADAL" clId="{9C8463DE-3521-4048-B966-9077F0537975}"/>
    <pc:docChg chg="undo custSel addSld delSld modSld sldOrd">
      <pc:chgData name="Alex Blandón" userId="7d795bfe-18ab-4902-aaf2-9e41080f467f" providerId="ADAL" clId="{9C8463DE-3521-4048-B966-9077F0537975}" dt="2025-12-09T03:58:16.876" v="9108" actId="21"/>
      <pc:docMkLst>
        <pc:docMk/>
      </pc:docMkLst>
      <pc:sldChg chg="addSp delSp modSp mod ord modNotesTx">
        <pc:chgData name="Alex Blandón" userId="7d795bfe-18ab-4902-aaf2-9e41080f467f" providerId="ADAL" clId="{9C8463DE-3521-4048-B966-9077F0537975}" dt="2025-12-04T20:05:08.426" v="9036" actId="20577"/>
        <pc:sldMkLst>
          <pc:docMk/>
          <pc:sldMk cId="208122748" sldId="256"/>
        </pc:sldMkLst>
        <pc:spChg chg="mod">
          <ac:chgData name="Alex Blandón" userId="7d795bfe-18ab-4902-aaf2-9e41080f467f" providerId="ADAL" clId="{9C8463DE-3521-4048-B966-9077F0537975}" dt="2025-11-26T18:44:45.866" v="205" actId="20577"/>
          <ac:spMkLst>
            <pc:docMk/>
            <pc:sldMk cId="208122748" sldId="256"/>
            <ac:spMk id="4" creationId="{35B07F06-6EA7-7E2D-1EF1-26B024DA7650}"/>
          </ac:spMkLst>
        </pc:spChg>
        <pc:spChg chg="mod">
          <ac:chgData name="Alex Blandón" userId="7d795bfe-18ab-4902-aaf2-9e41080f467f" providerId="ADAL" clId="{9C8463DE-3521-4048-B966-9077F0537975}" dt="2025-11-26T18:44:48.752" v="207" actId="27636"/>
          <ac:spMkLst>
            <pc:docMk/>
            <pc:sldMk cId="208122748" sldId="256"/>
            <ac:spMk id="5" creationId="{92A29924-00C9-C549-25FA-02CDD1D96ADA}"/>
          </ac:spMkLst>
        </pc:spChg>
      </pc:sldChg>
      <pc:sldChg chg="modSp new mod modNotesTx">
        <pc:chgData name="Alex Blandón" userId="7d795bfe-18ab-4902-aaf2-9e41080f467f" providerId="ADAL" clId="{9C8463DE-3521-4048-B966-9077F0537975}" dt="2025-12-04T19:12:24.229" v="7175" actId="20577"/>
        <pc:sldMkLst>
          <pc:docMk/>
          <pc:sldMk cId="844338237" sldId="264"/>
        </pc:sldMkLst>
        <pc:spChg chg="mod">
          <ac:chgData name="Alex Blandón" userId="7d795bfe-18ab-4902-aaf2-9e41080f467f" providerId="ADAL" clId="{9C8463DE-3521-4048-B966-9077F0537975}" dt="2025-11-26T18:47:15.959" v="248" actId="20577"/>
          <ac:spMkLst>
            <pc:docMk/>
            <pc:sldMk cId="844338237" sldId="264"/>
            <ac:spMk id="2" creationId="{B0DB2B7B-ED52-C95D-E455-0CFB8040CA2A}"/>
          </ac:spMkLst>
        </pc:spChg>
        <pc:spChg chg="mod">
          <ac:chgData name="Alex Blandón" userId="7d795bfe-18ab-4902-aaf2-9e41080f467f" providerId="ADAL" clId="{9C8463DE-3521-4048-B966-9077F0537975}" dt="2025-11-26T18:47:42.816" v="310" actId="20577"/>
          <ac:spMkLst>
            <pc:docMk/>
            <pc:sldMk cId="844338237" sldId="264"/>
            <ac:spMk id="3" creationId="{57E942A5-31F2-519E-EA4D-E40EE3C36828}"/>
          </ac:spMkLst>
        </pc:spChg>
      </pc:sldChg>
      <pc:sldChg chg="modSp add mod">
        <pc:chgData name="Alex Blandón" userId="7d795bfe-18ab-4902-aaf2-9e41080f467f" providerId="ADAL" clId="{9C8463DE-3521-4048-B966-9077F0537975}" dt="2025-11-26T19:28:04.623" v="542" actId="20577"/>
        <pc:sldMkLst>
          <pc:docMk/>
          <pc:sldMk cId="1615936512" sldId="266"/>
        </pc:sldMkLst>
        <pc:spChg chg="mod">
          <ac:chgData name="Alex Blandón" userId="7d795bfe-18ab-4902-aaf2-9e41080f467f" providerId="ADAL" clId="{9C8463DE-3521-4048-B966-9077F0537975}" dt="2025-11-26T19:27:31.770" v="455" actId="20577"/>
          <ac:spMkLst>
            <pc:docMk/>
            <pc:sldMk cId="1615936512" sldId="266"/>
            <ac:spMk id="2" creationId="{F4E2CD51-FFE9-945D-6F71-A2A83931985A}"/>
          </ac:spMkLst>
        </pc:spChg>
        <pc:spChg chg="mod">
          <ac:chgData name="Alex Blandón" userId="7d795bfe-18ab-4902-aaf2-9e41080f467f" providerId="ADAL" clId="{9C8463DE-3521-4048-B966-9077F0537975}" dt="2025-11-26T19:28:04.623" v="542" actId="20577"/>
          <ac:spMkLst>
            <pc:docMk/>
            <pc:sldMk cId="1615936512" sldId="266"/>
            <ac:spMk id="3" creationId="{33F0D142-95A0-1E90-67DC-13555D99B715}"/>
          </ac:spMkLst>
        </pc:spChg>
      </pc:sldChg>
      <pc:sldChg chg="modSp add mod">
        <pc:chgData name="Alex Blandón" userId="7d795bfe-18ab-4902-aaf2-9e41080f467f" providerId="ADAL" clId="{9C8463DE-3521-4048-B966-9077F0537975}" dt="2025-11-26T19:29:15.806" v="660" actId="20577"/>
        <pc:sldMkLst>
          <pc:docMk/>
          <pc:sldMk cId="2387929560" sldId="267"/>
        </pc:sldMkLst>
        <pc:spChg chg="mod">
          <ac:chgData name="Alex Blandón" userId="7d795bfe-18ab-4902-aaf2-9e41080f467f" providerId="ADAL" clId="{9C8463DE-3521-4048-B966-9077F0537975}" dt="2025-11-26T19:28:28.004" v="569" actId="20577"/>
          <ac:spMkLst>
            <pc:docMk/>
            <pc:sldMk cId="2387929560" sldId="267"/>
            <ac:spMk id="2" creationId="{A78E0792-BB0F-A712-9C43-63EE1B3A5608}"/>
          </ac:spMkLst>
        </pc:spChg>
        <pc:spChg chg="mod">
          <ac:chgData name="Alex Blandón" userId="7d795bfe-18ab-4902-aaf2-9e41080f467f" providerId="ADAL" clId="{9C8463DE-3521-4048-B966-9077F0537975}" dt="2025-11-26T19:29:15.806" v="660" actId="20577"/>
          <ac:spMkLst>
            <pc:docMk/>
            <pc:sldMk cId="2387929560" sldId="267"/>
            <ac:spMk id="3" creationId="{764F34F3-AEF5-E03B-EF05-1DF4AF2BBB1D}"/>
          </ac:spMkLst>
        </pc:spChg>
      </pc:sldChg>
      <pc:sldChg chg="addSp delSp modSp new mod ord modNotesTx">
        <pc:chgData name="Alex Blandón" userId="7d795bfe-18ab-4902-aaf2-9e41080f467f" providerId="ADAL" clId="{9C8463DE-3521-4048-B966-9077F0537975}" dt="2025-12-04T11:31:10.787" v="4450"/>
        <pc:sldMkLst>
          <pc:docMk/>
          <pc:sldMk cId="1372419877" sldId="268"/>
        </pc:sldMkLst>
        <pc:spChg chg="mod">
          <ac:chgData name="Alex Blandón" userId="7d795bfe-18ab-4902-aaf2-9e41080f467f" providerId="ADAL" clId="{9C8463DE-3521-4048-B966-9077F0537975}" dt="2025-11-26T21:24:37.512" v="1286" actId="20577"/>
          <ac:spMkLst>
            <pc:docMk/>
            <pc:sldMk cId="1372419877" sldId="268"/>
            <ac:spMk id="2" creationId="{B227D8DA-CF44-23D5-25D3-8BE52F9C9E7C}"/>
          </ac:spMkLst>
        </pc:spChg>
        <pc:spChg chg="add mod">
          <ac:chgData name="Alex Blandón" userId="7d795bfe-18ab-4902-aaf2-9e41080f467f" providerId="ADAL" clId="{9C8463DE-3521-4048-B966-9077F0537975}" dt="2025-11-26T23:22:07.761" v="1322" actId="1076"/>
          <ac:spMkLst>
            <pc:docMk/>
            <pc:sldMk cId="1372419877" sldId="268"/>
            <ac:spMk id="3" creationId="{4D641700-1BB7-8405-C304-4C3919A174B4}"/>
          </ac:spMkLst>
        </pc:spChg>
        <pc:spChg chg="add mod">
          <ac:chgData name="Alex Blandón" userId="7d795bfe-18ab-4902-aaf2-9e41080f467f" providerId="ADAL" clId="{9C8463DE-3521-4048-B966-9077F0537975}" dt="2025-11-26T21:35:52.527" v="1320" actId="164"/>
          <ac:spMkLst>
            <pc:docMk/>
            <pc:sldMk cId="1372419877" sldId="268"/>
            <ac:spMk id="7" creationId="{429FB699-3438-FD84-B456-50E2A3E0CCE5}"/>
          </ac:spMkLst>
        </pc:spChg>
        <pc:spChg chg="add mod">
          <ac:chgData name="Alex Blandón" userId="7d795bfe-18ab-4902-aaf2-9e41080f467f" providerId="ADAL" clId="{9C8463DE-3521-4048-B966-9077F0537975}" dt="2025-11-26T21:35:52.527" v="1320" actId="164"/>
          <ac:spMkLst>
            <pc:docMk/>
            <pc:sldMk cId="1372419877" sldId="268"/>
            <ac:spMk id="8" creationId="{8398E58D-1ABD-B8A6-128B-E0DCF980D3FC}"/>
          </ac:spMkLst>
        </pc:spChg>
        <pc:spChg chg="add mod">
          <ac:chgData name="Alex Blandón" userId="7d795bfe-18ab-4902-aaf2-9e41080f467f" providerId="ADAL" clId="{9C8463DE-3521-4048-B966-9077F0537975}" dt="2025-11-26T23:24:16.426" v="1335" actId="14100"/>
          <ac:spMkLst>
            <pc:docMk/>
            <pc:sldMk cId="1372419877" sldId="268"/>
            <ac:spMk id="12" creationId="{0524A901-D935-E26B-1F21-B001C9D0C847}"/>
          </ac:spMkLst>
        </pc:spChg>
        <pc:grpChg chg="add mod">
          <ac:chgData name="Alex Blandón" userId="7d795bfe-18ab-4902-aaf2-9e41080f467f" providerId="ADAL" clId="{9C8463DE-3521-4048-B966-9077F0537975}" dt="2025-11-26T21:35:54.700" v="1321" actId="1076"/>
          <ac:grpSpMkLst>
            <pc:docMk/>
            <pc:sldMk cId="1372419877" sldId="268"/>
            <ac:grpSpMk id="11" creationId="{C326ED2E-42A7-00CA-DEC4-A1FEA137574E}"/>
          </ac:grpSpMkLst>
        </pc:grpChg>
        <pc:picChg chg="add mod modCrop">
          <ac:chgData name="Alex Blandón" userId="7d795bfe-18ab-4902-aaf2-9e41080f467f" providerId="ADAL" clId="{9C8463DE-3521-4048-B966-9077F0537975}" dt="2025-11-26T23:23:57.553" v="1334" actId="732"/>
          <ac:picMkLst>
            <pc:docMk/>
            <pc:sldMk cId="1372419877" sldId="268"/>
            <ac:picMk id="5" creationId="{5DA3E2DA-D94B-E8FC-AFFD-8D3AB3866708}"/>
          </ac:picMkLst>
        </pc:picChg>
        <pc:cxnChg chg="add mod">
          <ac:chgData name="Alex Blandón" userId="7d795bfe-18ab-4902-aaf2-9e41080f467f" providerId="ADAL" clId="{9C8463DE-3521-4048-B966-9077F0537975}" dt="2025-11-26T23:22:44.589" v="1327" actId="208"/>
          <ac:cxnSpMkLst>
            <pc:docMk/>
            <pc:sldMk cId="1372419877" sldId="268"/>
            <ac:cxnSpMk id="6" creationId="{B9065D42-3DB7-521B-B20B-5CD2A93AA94B}"/>
          </ac:cxnSpMkLst>
        </pc:cxnChg>
        <pc:cxnChg chg="add mod">
          <ac:chgData name="Alex Blandón" userId="7d795bfe-18ab-4902-aaf2-9e41080f467f" providerId="ADAL" clId="{9C8463DE-3521-4048-B966-9077F0537975}" dt="2025-11-26T21:35:52.527" v="1320" actId="164"/>
          <ac:cxnSpMkLst>
            <pc:docMk/>
            <pc:sldMk cId="1372419877" sldId="268"/>
            <ac:cxnSpMk id="10" creationId="{0FA89C73-775A-F60F-BACC-1B80FAD12720}"/>
          </ac:cxnSpMkLst>
        </pc:cxnChg>
      </pc:sldChg>
      <pc:sldChg chg="modSp add mod ord modShow">
        <pc:chgData name="Alex Blandón" userId="7d795bfe-18ab-4902-aaf2-9e41080f467f" providerId="ADAL" clId="{9C8463DE-3521-4048-B966-9077F0537975}" dt="2025-12-04T11:35:05.038" v="4458"/>
        <pc:sldMkLst>
          <pc:docMk/>
          <pc:sldMk cId="966177561" sldId="274"/>
        </pc:sldMkLst>
        <pc:spChg chg="mod">
          <ac:chgData name="Alex Blandón" userId="7d795bfe-18ab-4902-aaf2-9e41080f467f" providerId="ADAL" clId="{9C8463DE-3521-4048-B966-9077F0537975}" dt="2025-11-26T19:53:14.842" v="965" actId="20577"/>
          <ac:spMkLst>
            <pc:docMk/>
            <pc:sldMk cId="966177561" sldId="274"/>
            <ac:spMk id="2" creationId="{D42E4566-19B7-57F4-700E-544F6D57C217}"/>
          </ac:spMkLst>
        </pc:spChg>
        <pc:picChg chg="mod">
          <ac:chgData name="Alex Blandón" userId="7d795bfe-18ab-4902-aaf2-9e41080f467f" providerId="ADAL" clId="{9C8463DE-3521-4048-B966-9077F0537975}" dt="2025-12-04T00:55:14.050" v="4133" actId="1076"/>
          <ac:picMkLst>
            <pc:docMk/>
            <pc:sldMk cId="966177561" sldId="274"/>
            <ac:picMk id="4" creationId="{224F256D-AF6F-223C-3548-CCF6D4D5F8A5}"/>
          </ac:picMkLst>
        </pc:picChg>
      </pc:sldChg>
      <pc:sldChg chg="modSp mod">
        <pc:chgData name="Alex Blandón" userId="7d795bfe-18ab-4902-aaf2-9e41080f467f" providerId="ADAL" clId="{9C8463DE-3521-4048-B966-9077F0537975}" dt="2025-12-02T15:53:49.163" v="3642" actId="207"/>
        <pc:sldMkLst>
          <pc:docMk/>
          <pc:sldMk cId="266142315" sldId="283"/>
        </pc:sldMkLst>
        <pc:spChg chg="mod">
          <ac:chgData name="Alex Blandón" userId="7d795bfe-18ab-4902-aaf2-9e41080f467f" providerId="ADAL" clId="{9C8463DE-3521-4048-B966-9077F0537975}" dt="2025-12-02T15:53:49.163" v="3642" actId="207"/>
          <ac:spMkLst>
            <pc:docMk/>
            <pc:sldMk cId="266142315" sldId="283"/>
            <ac:spMk id="7" creationId="{54CC956A-BA59-7636-431A-A50EF9969C64}"/>
          </ac:spMkLst>
        </pc:spChg>
        <pc:spChg chg="mod">
          <ac:chgData name="Alex Blandón" userId="7d795bfe-18ab-4902-aaf2-9e41080f467f" providerId="ADAL" clId="{9C8463DE-3521-4048-B966-9077F0537975}" dt="2025-12-02T15:53:48.787" v="3641" actId="207"/>
          <ac:spMkLst>
            <pc:docMk/>
            <pc:sldMk cId="266142315" sldId="283"/>
            <ac:spMk id="18" creationId="{E4D02FFC-B314-3D9F-794E-D0501D603CB5}"/>
          </ac:spMkLst>
        </pc:spChg>
        <pc:spChg chg="mod">
          <ac:chgData name="Alex Blandón" userId="7d795bfe-18ab-4902-aaf2-9e41080f467f" providerId="ADAL" clId="{9C8463DE-3521-4048-B966-9077F0537975}" dt="2025-12-02T15:53:48.051" v="3640" actId="207"/>
          <ac:spMkLst>
            <pc:docMk/>
            <pc:sldMk cId="266142315" sldId="283"/>
            <ac:spMk id="22" creationId="{0F6BCAB5-596C-3980-63CE-5B10B2210382}"/>
          </ac:spMkLst>
        </pc:spChg>
        <pc:picChg chg="mod">
          <ac:chgData name="Alex Blandón" userId="7d795bfe-18ab-4902-aaf2-9e41080f467f" providerId="ADAL" clId="{9C8463DE-3521-4048-B966-9077F0537975}" dt="2025-12-02T15:51:44.729" v="3636"/>
          <ac:picMkLst>
            <pc:docMk/>
            <pc:sldMk cId="266142315" sldId="283"/>
            <ac:picMk id="10" creationId="{8E3FE5CA-FDDB-939E-4D62-EE627D251A74}"/>
          </ac:picMkLst>
        </pc:picChg>
      </pc:sldChg>
      <pc:sldChg chg="delSp modSp mod">
        <pc:chgData name="Alex Blandón" userId="7d795bfe-18ab-4902-aaf2-9e41080f467f" providerId="ADAL" clId="{9C8463DE-3521-4048-B966-9077F0537975}" dt="2025-12-04T11:49:07.424" v="4716" actId="1076"/>
        <pc:sldMkLst>
          <pc:docMk/>
          <pc:sldMk cId="2603457227" sldId="284"/>
        </pc:sldMkLst>
        <pc:picChg chg="mod">
          <ac:chgData name="Alex Blandón" userId="7d795bfe-18ab-4902-aaf2-9e41080f467f" providerId="ADAL" clId="{9C8463DE-3521-4048-B966-9077F0537975}" dt="2025-12-04T11:49:03.893" v="4714" actId="1076"/>
          <ac:picMkLst>
            <pc:docMk/>
            <pc:sldMk cId="2603457227" sldId="284"/>
            <ac:picMk id="11" creationId="{645C39B0-CB10-E90E-9719-E36EAC0FDD42}"/>
          </ac:picMkLst>
        </pc:picChg>
        <pc:picChg chg="mod ord">
          <ac:chgData name="Alex Blandón" userId="7d795bfe-18ab-4902-aaf2-9e41080f467f" providerId="ADAL" clId="{9C8463DE-3521-4048-B966-9077F0537975}" dt="2025-12-04T11:49:05.170" v="4715" actId="1076"/>
          <ac:picMkLst>
            <pc:docMk/>
            <pc:sldMk cId="2603457227" sldId="284"/>
            <ac:picMk id="12" creationId="{35A3D55F-27D5-0BC4-327E-2C54CB51D61D}"/>
          </ac:picMkLst>
        </pc:picChg>
        <pc:picChg chg="mod">
          <ac:chgData name="Alex Blandón" userId="7d795bfe-18ab-4902-aaf2-9e41080f467f" providerId="ADAL" clId="{9C8463DE-3521-4048-B966-9077F0537975}" dt="2025-12-04T11:49:00.414" v="4713" actId="1076"/>
          <ac:picMkLst>
            <pc:docMk/>
            <pc:sldMk cId="2603457227" sldId="284"/>
            <ac:picMk id="18" creationId="{43CFD4B1-9140-55EE-B9C9-602FB812EEA2}"/>
          </ac:picMkLst>
        </pc:picChg>
        <pc:picChg chg="mod">
          <ac:chgData name="Alex Blandón" userId="7d795bfe-18ab-4902-aaf2-9e41080f467f" providerId="ADAL" clId="{9C8463DE-3521-4048-B966-9077F0537975}" dt="2025-12-04T11:49:07.424" v="4716" actId="1076"/>
          <ac:picMkLst>
            <pc:docMk/>
            <pc:sldMk cId="2603457227" sldId="284"/>
            <ac:picMk id="42" creationId="{AA835736-B9E5-BBE6-DC43-83DF90179AD9}"/>
          </ac:picMkLst>
        </pc:picChg>
      </pc:sldChg>
      <pc:sldChg chg="ord">
        <pc:chgData name="Alex Blandón" userId="7d795bfe-18ab-4902-aaf2-9e41080f467f" providerId="ADAL" clId="{9C8463DE-3521-4048-B966-9077F0537975}" dt="2025-12-04T11:35:05.038" v="4458"/>
        <pc:sldMkLst>
          <pc:docMk/>
          <pc:sldMk cId="834356660" sldId="298"/>
        </pc:sldMkLst>
      </pc:sldChg>
      <pc:sldChg chg="addSp delSp modSp mod delAnim modAnim modNotesTx">
        <pc:chgData name="Alex Blandón" userId="7d795bfe-18ab-4902-aaf2-9e41080f467f" providerId="ADAL" clId="{9C8463DE-3521-4048-B966-9077F0537975}" dt="2025-12-09T03:58:16.876" v="9108" actId="21"/>
        <pc:sldMkLst>
          <pc:docMk/>
          <pc:sldMk cId="466171498" sldId="308"/>
        </pc:sldMkLst>
        <pc:spChg chg="mod">
          <ac:chgData name="Alex Blandón" userId="7d795bfe-18ab-4902-aaf2-9e41080f467f" providerId="ADAL" clId="{9C8463DE-3521-4048-B966-9077F0537975}" dt="2025-12-04T18:36:31.082" v="5399"/>
          <ac:spMkLst>
            <pc:docMk/>
            <pc:sldMk cId="466171498" sldId="308"/>
            <ac:spMk id="5" creationId="{B41582DB-7D25-B5BA-175C-C525BE59039D}"/>
          </ac:spMkLst>
        </pc:spChg>
        <pc:spChg chg="mod">
          <ac:chgData name="Alex Blandón" userId="7d795bfe-18ab-4902-aaf2-9e41080f467f" providerId="ADAL" clId="{9C8463DE-3521-4048-B966-9077F0537975}" dt="2025-12-04T18:36:31.082" v="5399"/>
          <ac:spMkLst>
            <pc:docMk/>
            <pc:sldMk cId="466171498" sldId="308"/>
            <ac:spMk id="6" creationId="{67C752B8-42AF-59B6-1805-87B1EFE375EB}"/>
          </ac:spMkLst>
        </pc:spChg>
        <pc:spChg chg="mod">
          <ac:chgData name="Alex Blandón" userId="7d795bfe-18ab-4902-aaf2-9e41080f467f" providerId="ADAL" clId="{9C8463DE-3521-4048-B966-9077F0537975}" dt="2025-12-04T18:36:31.082" v="5399"/>
          <ac:spMkLst>
            <pc:docMk/>
            <pc:sldMk cId="466171498" sldId="308"/>
            <ac:spMk id="7" creationId="{92D61FB3-F2E2-D67E-7F90-31B8804B320B}"/>
          </ac:spMkLst>
        </pc:spChg>
        <pc:spChg chg="mod">
          <ac:chgData name="Alex Blandón" userId="7d795bfe-18ab-4902-aaf2-9e41080f467f" providerId="ADAL" clId="{9C8463DE-3521-4048-B966-9077F0537975}" dt="2025-12-04T18:36:31.082" v="5399"/>
          <ac:spMkLst>
            <pc:docMk/>
            <pc:sldMk cId="466171498" sldId="308"/>
            <ac:spMk id="8" creationId="{DE351BDA-374B-0560-4E2A-C7C2CB06C7B8}"/>
          </ac:spMkLst>
        </pc:spChg>
        <pc:spChg chg="add del mod">
          <ac:chgData name="Alex Blandón" userId="7d795bfe-18ab-4902-aaf2-9e41080f467f" providerId="ADAL" clId="{9C8463DE-3521-4048-B966-9077F0537975}" dt="2025-12-09T03:58:16.876" v="9108" actId="21"/>
          <ac:spMkLst>
            <pc:docMk/>
            <pc:sldMk cId="466171498" sldId="308"/>
            <ac:spMk id="9" creationId="{2E1B4491-FDC4-C67E-2507-D603B8CC22D6}"/>
          </ac:spMkLst>
        </pc:spChg>
        <pc:spChg chg="mod">
          <ac:chgData name="Alex Blandón" userId="7d795bfe-18ab-4902-aaf2-9e41080f467f" providerId="ADAL" clId="{9C8463DE-3521-4048-B966-9077F0537975}" dt="2025-12-04T18:36:31.082" v="5399"/>
          <ac:spMkLst>
            <pc:docMk/>
            <pc:sldMk cId="466171498" sldId="308"/>
            <ac:spMk id="14" creationId="{4001EE8D-A1D0-B3FD-3B22-0F4F078D96CF}"/>
          </ac:spMkLst>
        </pc:spChg>
        <pc:spChg chg="mod">
          <ac:chgData name="Alex Blandón" userId="7d795bfe-18ab-4902-aaf2-9e41080f467f" providerId="ADAL" clId="{9C8463DE-3521-4048-B966-9077F0537975}" dt="2025-12-04T18:36:31.082" v="5399"/>
          <ac:spMkLst>
            <pc:docMk/>
            <pc:sldMk cId="466171498" sldId="308"/>
            <ac:spMk id="17" creationId="{DA425363-4B61-5D4F-0407-697968BC542A}"/>
          </ac:spMkLst>
        </pc:spChg>
        <pc:spChg chg="mod">
          <ac:chgData name="Alex Blandón" userId="7d795bfe-18ab-4902-aaf2-9e41080f467f" providerId="ADAL" clId="{9C8463DE-3521-4048-B966-9077F0537975}" dt="2025-12-04T18:36:31.082" v="5399"/>
          <ac:spMkLst>
            <pc:docMk/>
            <pc:sldMk cId="466171498" sldId="308"/>
            <ac:spMk id="19" creationId="{FB212AC2-DD50-7A1D-2AC7-07CBDE65F8F3}"/>
          </ac:spMkLst>
        </pc:spChg>
        <pc:spChg chg="mod">
          <ac:chgData name="Alex Blandón" userId="7d795bfe-18ab-4902-aaf2-9e41080f467f" providerId="ADAL" clId="{9C8463DE-3521-4048-B966-9077F0537975}" dt="2025-12-04T18:36:31.082" v="5399"/>
          <ac:spMkLst>
            <pc:docMk/>
            <pc:sldMk cId="466171498" sldId="308"/>
            <ac:spMk id="21" creationId="{8AF7DDBA-B990-C8B9-80FC-C1F362C16CF6}"/>
          </ac:spMkLst>
        </pc:spChg>
        <pc:spChg chg="mod">
          <ac:chgData name="Alex Blandón" userId="7d795bfe-18ab-4902-aaf2-9e41080f467f" providerId="ADAL" clId="{9C8463DE-3521-4048-B966-9077F0537975}" dt="2025-12-04T18:36:31.082" v="5399"/>
          <ac:spMkLst>
            <pc:docMk/>
            <pc:sldMk cId="466171498" sldId="308"/>
            <ac:spMk id="23" creationId="{DB5885E6-4AB4-E0DC-2D82-7029EDBC9C8C}"/>
          </ac:spMkLst>
        </pc:spChg>
        <pc:spChg chg="mod">
          <ac:chgData name="Alex Blandón" userId="7d795bfe-18ab-4902-aaf2-9e41080f467f" providerId="ADAL" clId="{9C8463DE-3521-4048-B966-9077F0537975}" dt="2025-12-04T18:36:31.082" v="5399"/>
          <ac:spMkLst>
            <pc:docMk/>
            <pc:sldMk cId="466171498" sldId="308"/>
            <ac:spMk id="24" creationId="{78B6F884-B715-6B14-8DA1-C9F0E675AE50}"/>
          </ac:spMkLst>
        </pc:spChg>
        <pc:spChg chg="mod">
          <ac:chgData name="Alex Blandón" userId="7d795bfe-18ab-4902-aaf2-9e41080f467f" providerId="ADAL" clId="{9C8463DE-3521-4048-B966-9077F0537975}" dt="2025-12-04T18:36:56.344" v="5407"/>
          <ac:spMkLst>
            <pc:docMk/>
            <pc:sldMk cId="466171498" sldId="308"/>
            <ac:spMk id="26" creationId="{1F000B72-6CC9-0CA0-79A9-764DC7756C9B}"/>
          </ac:spMkLst>
        </pc:spChg>
        <pc:spChg chg="mod">
          <ac:chgData name="Alex Blandón" userId="7d795bfe-18ab-4902-aaf2-9e41080f467f" providerId="ADAL" clId="{9C8463DE-3521-4048-B966-9077F0537975}" dt="2025-12-04T18:36:56.344" v="5407"/>
          <ac:spMkLst>
            <pc:docMk/>
            <pc:sldMk cId="466171498" sldId="308"/>
            <ac:spMk id="28" creationId="{D6D4B1D1-77A9-6ECB-ACE2-54EC092637DA}"/>
          </ac:spMkLst>
        </pc:spChg>
        <pc:spChg chg="mod">
          <ac:chgData name="Alex Blandón" userId="7d795bfe-18ab-4902-aaf2-9e41080f467f" providerId="ADAL" clId="{9C8463DE-3521-4048-B966-9077F0537975}" dt="2025-12-04T18:36:56.344" v="5407"/>
          <ac:spMkLst>
            <pc:docMk/>
            <pc:sldMk cId="466171498" sldId="308"/>
            <ac:spMk id="30" creationId="{C09A13F0-8EC2-3741-5BE3-3448FB25C29E}"/>
          </ac:spMkLst>
        </pc:spChg>
        <pc:spChg chg="mod">
          <ac:chgData name="Alex Blandón" userId="7d795bfe-18ab-4902-aaf2-9e41080f467f" providerId="ADAL" clId="{9C8463DE-3521-4048-B966-9077F0537975}" dt="2025-12-04T18:36:56.344" v="5407"/>
          <ac:spMkLst>
            <pc:docMk/>
            <pc:sldMk cId="466171498" sldId="308"/>
            <ac:spMk id="40" creationId="{24F63D57-1FAA-1604-2308-DE7F473E63B5}"/>
          </ac:spMkLst>
        </pc:spChg>
        <pc:spChg chg="mod">
          <ac:chgData name="Alex Blandón" userId="7d795bfe-18ab-4902-aaf2-9e41080f467f" providerId="ADAL" clId="{9C8463DE-3521-4048-B966-9077F0537975}" dt="2025-12-04T18:36:56.344" v="5407"/>
          <ac:spMkLst>
            <pc:docMk/>
            <pc:sldMk cId="466171498" sldId="308"/>
            <ac:spMk id="42" creationId="{A2D2C282-4F27-C956-D2A7-6502E793D493}"/>
          </ac:spMkLst>
        </pc:spChg>
        <pc:spChg chg="mod">
          <ac:chgData name="Alex Blandón" userId="7d795bfe-18ab-4902-aaf2-9e41080f467f" providerId="ADAL" clId="{9C8463DE-3521-4048-B966-9077F0537975}" dt="2025-12-04T18:36:56.344" v="5407"/>
          <ac:spMkLst>
            <pc:docMk/>
            <pc:sldMk cId="466171498" sldId="308"/>
            <ac:spMk id="46" creationId="{D003A4C1-9D9A-E10F-2398-CACABEE4D0FF}"/>
          </ac:spMkLst>
        </pc:spChg>
        <pc:spChg chg="mod">
          <ac:chgData name="Alex Blandón" userId="7d795bfe-18ab-4902-aaf2-9e41080f467f" providerId="ADAL" clId="{9C8463DE-3521-4048-B966-9077F0537975}" dt="2025-12-04T18:36:56.344" v="5407"/>
          <ac:spMkLst>
            <pc:docMk/>
            <pc:sldMk cId="466171498" sldId="308"/>
            <ac:spMk id="48" creationId="{E910C717-93FB-B16E-8B9E-69F69ED78BB3}"/>
          </ac:spMkLst>
        </pc:spChg>
        <pc:spChg chg="mod">
          <ac:chgData name="Alex Blandón" userId="7d795bfe-18ab-4902-aaf2-9e41080f467f" providerId="ADAL" clId="{9C8463DE-3521-4048-B966-9077F0537975}" dt="2025-12-04T18:36:56.344" v="5407"/>
          <ac:spMkLst>
            <pc:docMk/>
            <pc:sldMk cId="466171498" sldId="308"/>
            <ac:spMk id="53" creationId="{48BE1C84-6D06-E7D7-0CBD-BA679D7CFABB}"/>
          </ac:spMkLst>
        </pc:spChg>
        <pc:spChg chg="mod">
          <ac:chgData name="Alex Blandón" userId="7d795bfe-18ab-4902-aaf2-9e41080f467f" providerId="ADAL" clId="{9C8463DE-3521-4048-B966-9077F0537975}" dt="2025-12-04T18:36:56.344" v="5407"/>
          <ac:spMkLst>
            <pc:docMk/>
            <pc:sldMk cId="466171498" sldId="308"/>
            <ac:spMk id="54" creationId="{6FD9E0EE-7527-0971-832D-9CA7ACF89FAD}"/>
          </ac:spMkLst>
        </pc:spChg>
        <pc:grpChg chg="mod">
          <ac:chgData name="Alex Blandón" userId="7d795bfe-18ab-4902-aaf2-9e41080f467f" providerId="ADAL" clId="{9C8463DE-3521-4048-B966-9077F0537975}" dt="2025-12-04T18:36:44.285" v="5405" actId="1076"/>
          <ac:grpSpMkLst>
            <pc:docMk/>
            <pc:sldMk cId="466171498" sldId="308"/>
            <ac:grpSpMk id="2" creationId="{1B810926-ECA3-5202-D2F8-1C729EB3EF77}"/>
          </ac:grpSpMkLst>
        </pc:grpChg>
        <pc:grpChg chg="add mod">
          <ac:chgData name="Alex Blandón" userId="7d795bfe-18ab-4902-aaf2-9e41080f467f" providerId="ADAL" clId="{9C8463DE-3521-4048-B966-9077F0537975}" dt="2025-12-04T18:37:04.450" v="5409" actId="1076"/>
          <ac:grpSpMkLst>
            <pc:docMk/>
            <pc:sldMk cId="466171498" sldId="308"/>
            <ac:grpSpMk id="25" creationId="{5A2358FD-804E-55FC-166B-0749A025AD02}"/>
          </ac:grpSpMkLst>
        </pc:grpChg>
        <pc:picChg chg="mod">
          <ac:chgData name="Alex Blandón" userId="7d795bfe-18ab-4902-aaf2-9e41080f467f" providerId="ADAL" clId="{9C8463DE-3521-4048-B966-9077F0537975}" dt="2025-12-04T18:35:59.740" v="5396" actId="1037"/>
          <ac:picMkLst>
            <pc:docMk/>
            <pc:sldMk cId="466171498" sldId="308"/>
            <ac:picMk id="3" creationId="{800307D7-759B-D592-8787-1D6A7C7BADAB}"/>
          </ac:picMkLst>
        </pc:picChg>
        <pc:picChg chg="mod">
          <ac:chgData name="Alex Blandón" userId="7d795bfe-18ab-4902-aaf2-9e41080f467f" providerId="ADAL" clId="{9C8463DE-3521-4048-B966-9077F0537975}" dt="2025-12-09T03:57:45.557" v="9105" actId="207"/>
          <ac:picMkLst>
            <pc:docMk/>
            <pc:sldMk cId="466171498" sldId="308"/>
            <ac:picMk id="41" creationId="{8E71B5A6-3684-A638-095E-DCCE1F4029FC}"/>
          </ac:picMkLst>
        </pc:picChg>
      </pc:sldChg>
      <pc:sldChg chg="delSp mod delAnim modAnim modNotesTx">
        <pc:chgData name="Alex Blandón" userId="7d795bfe-18ab-4902-aaf2-9e41080f467f" providerId="ADAL" clId="{9C8463DE-3521-4048-B966-9077F0537975}" dt="2025-12-04T20:14:10.676" v="9083"/>
        <pc:sldMkLst>
          <pc:docMk/>
          <pc:sldMk cId="2624732379" sldId="309"/>
        </pc:sldMkLst>
      </pc:sldChg>
      <pc:sldChg chg="ord">
        <pc:chgData name="Alex Blandón" userId="7d795bfe-18ab-4902-aaf2-9e41080f467f" providerId="ADAL" clId="{9C8463DE-3521-4048-B966-9077F0537975}" dt="2025-12-04T11:34:36.543" v="4456"/>
        <pc:sldMkLst>
          <pc:docMk/>
          <pc:sldMk cId="1616471928" sldId="310"/>
        </pc:sldMkLst>
      </pc:sldChg>
      <pc:sldChg chg="addSp delSp modSp mod modShow">
        <pc:chgData name="Alex Blandón" userId="7d795bfe-18ab-4902-aaf2-9e41080f467f" providerId="ADAL" clId="{9C8463DE-3521-4048-B966-9077F0537975}" dt="2025-12-04T18:22:57.019" v="5101" actId="729"/>
        <pc:sldMkLst>
          <pc:docMk/>
          <pc:sldMk cId="851786718" sldId="312"/>
        </pc:sldMkLst>
        <pc:spChg chg="mod">
          <ac:chgData name="Alex Blandón" userId="7d795bfe-18ab-4902-aaf2-9e41080f467f" providerId="ADAL" clId="{9C8463DE-3521-4048-B966-9077F0537975}" dt="2025-12-03T23:50:36.111" v="3774" actId="1036"/>
          <ac:spMkLst>
            <pc:docMk/>
            <pc:sldMk cId="851786718" sldId="312"/>
            <ac:spMk id="33" creationId="{1EF3204A-52A2-005A-00BA-0F67E78E2DE3}"/>
          </ac:spMkLst>
        </pc:spChg>
        <pc:spChg chg="mod">
          <ac:chgData name="Alex Blandón" userId="7d795bfe-18ab-4902-aaf2-9e41080f467f" providerId="ADAL" clId="{9C8463DE-3521-4048-B966-9077F0537975}" dt="2025-12-03T23:23:03.356" v="3646" actId="165"/>
          <ac:spMkLst>
            <pc:docMk/>
            <pc:sldMk cId="851786718" sldId="312"/>
            <ac:spMk id="55" creationId="{B608683C-36E3-57AB-D471-0CF711B11064}"/>
          </ac:spMkLst>
        </pc:spChg>
        <pc:spChg chg="mod">
          <ac:chgData name="Alex Blandón" userId="7d795bfe-18ab-4902-aaf2-9e41080f467f" providerId="ADAL" clId="{9C8463DE-3521-4048-B966-9077F0537975}" dt="2025-12-03T23:23:03.356" v="3646" actId="165"/>
          <ac:spMkLst>
            <pc:docMk/>
            <pc:sldMk cId="851786718" sldId="312"/>
            <ac:spMk id="56" creationId="{5D2272DA-C7C4-0DB1-B87A-F421DBB3D7AA}"/>
          </ac:spMkLst>
        </pc:spChg>
        <pc:spChg chg="mod">
          <ac:chgData name="Alex Blandón" userId="7d795bfe-18ab-4902-aaf2-9e41080f467f" providerId="ADAL" clId="{9C8463DE-3521-4048-B966-9077F0537975}" dt="2025-12-03T23:23:03.356" v="3646" actId="165"/>
          <ac:spMkLst>
            <pc:docMk/>
            <pc:sldMk cId="851786718" sldId="312"/>
            <ac:spMk id="58" creationId="{56160C2D-9935-9858-2212-E54D46CE7DED}"/>
          </ac:spMkLst>
        </pc:spChg>
        <pc:spChg chg="mod">
          <ac:chgData name="Alex Blandón" userId="7d795bfe-18ab-4902-aaf2-9e41080f467f" providerId="ADAL" clId="{9C8463DE-3521-4048-B966-9077F0537975}" dt="2025-12-03T23:23:03.356" v="3646" actId="165"/>
          <ac:spMkLst>
            <pc:docMk/>
            <pc:sldMk cId="851786718" sldId="312"/>
            <ac:spMk id="59" creationId="{1F398D8A-C7FD-0FA5-9780-98A5F7D86F5F}"/>
          </ac:spMkLst>
        </pc:spChg>
        <pc:spChg chg="mod">
          <ac:chgData name="Alex Blandón" userId="7d795bfe-18ab-4902-aaf2-9e41080f467f" providerId="ADAL" clId="{9C8463DE-3521-4048-B966-9077F0537975}" dt="2025-12-03T23:23:03.356" v="3646" actId="165"/>
          <ac:spMkLst>
            <pc:docMk/>
            <pc:sldMk cId="851786718" sldId="312"/>
            <ac:spMk id="61" creationId="{077C3F25-D663-0D6E-D771-BC8F2172C146}"/>
          </ac:spMkLst>
        </pc:spChg>
        <pc:spChg chg="mod">
          <ac:chgData name="Alex Blandón" userId="7d795bfe-18ab-4902-aaf2-9e41080f467f" providerId="ADAL" clId="{9C8463DE-3521-4048-B966-9077F0537975}" dt="2025-12-03T23:23:03.356" v="3646" actId="165"/>
          <ac:spMkLst>
            <pc:docMk/>
            <pc:sldMk cId="851786718" sldId="312"/>
            <ac:spMk id="64" creationId="{C11746AE-0939-5F10-F375-3AE744F35303}"/>
          </ac:spMkLst>
        </pc:spChg>
        <pc:spChg chg="mod">
          <ac:chgData name="Alex Blandón" userId="7d795bfe-18ab-4902-aaf2-9e41080f467f" providerId="ADAL" clId="{9C8463DE-3521-4048-B966-9077F0537975}" dt="2025-12-03T23:45:29.136" v="3721" actId="692"/>
          <ac:spMkLst>
            <pc:docMk/>
            <pc:sldMk cId="851786718" sldId="312"/>
            <ac:spMk id="67" creationId="{0E4C5399-2B63-656B-E2C4-25FB7118422B}"/>
          </ac:spMkLst>
        </pc:spChg>
        <pc:spChg chg="mod">
          <ac:chgData name="Alex Blandón" userId="7d795bfe-18ab-4902-aaf2-9e41080f467f" providerId="ADAL" clId="{9C8463DE-3521-4048-B966-9077F0537975}" dt="2025-12-03T23:45:29.136" v="3721" actId="692"/>
          <ac:spMkLst>
            <pc:docMk/>
            <pc:sldMk cId="851786718" sldId="312"/>
            <ac:spMk id="68" creationId="{81A3100E-9C7E-7D47-959A-57CA3493AB19}"/>
          </ac:spMkLst>
        </pc:spChg>
        <pc:spChg chg="mod">
          <ac:chgData name="Alex Blandón" userId="7d795bfe-18ab-4902-aaf2-9e41080f467f" providerId="ADAL" clId="{9C8463DE-3521-4048-B966-9077F0537975}" dt="2025-12-03T23:45:29.136" v="3721" actId="692"/>
          <ac:spMkLst>
            <pc:docMk/>
            <pc:sldMk cId="851786718" sldId="312"/>
            <ac:spMk id="69" creationId="{AFEBBC3F-AE97-110C-B83E-54CA37A28E0A}"/>
          </ac:spMkLst>
        </pc:spChg>
        <pc:spChg chg="mod">
          <ac:chgData name="Alex Blandón" userId="7d795bfe-18ab-4902-aaf2-9e41080f467f" providerId="ADAL" clId="{9C8463DE-3521-4048-B966-9077F0537975}" dt="2025-12-03T23:45:29.136" v="3721" actId="692"/>
          <ac:spMkLst>
            <pc:docMk/>
            <pc:sldMk cId="851786718" sldId="312"/>
            <ac:spMk id="70" creationId="{FA7A7596-845E-C43D-FC63-E50EFA701D9C}"/>
          </ac:spMkLst>
        </pc:spChg>
        <pc:spChg chg="mod">
          <ac:chgData name="Alex Blandón" userId="7d795bfe-18ab-4902-aaf2-9e41080f467f" providerId="ADAL" clId="{9C8463DE-3521-4048-B966-9077F0537975}" dt="2025-12-03T23:45:29.136" v="3721" actId="692"/>
          <ac:spMkLst>
            <pc:docMk/>
            <pc:sldMk cId="851786718" sldId="312"/>
            <ac:spMk id="71" creationId="{6677A738-954F-E0F7-6B8F-2ED90B02FC76}"/>
          </ac:spMkLst>
        </pc:spChg>
        <pc:spChg chg="mod">
          <ac:chgData name="Alex Blandón" userId="7d795bfe-18ab-4902-aaf2-9e41080f467f" providerId="ADAL" clId="{9C8463DE-3521-4048-B966-9077F0537975}" dt="2025-12-03T23:45:29.136" v="3721" actId="692"/>
          <ac:spMkLst>
            <pc:docMk/>
            <pc:sldMk cId="851786718" sldId="312"/>
            <ac:spMk id="72" creationId="{21E4D27D-82CE-BF86-CE48-68D164A78FC9}"/>
          </ac:spMkLst>
        </pc:spChg>
        <pc:spChg chg="mod">
          <ac:chgData name="Alex Blandón" userId="7d795bfe-18ab-4902-aaf2-9e41080f467f" providerId="ADAL" clId="{9C8463DE-3521-4048-B966-9077F0537975}" dt="2025-12-03T23:45:29.136" v="3721" actId="692"/>
          <ac:spMkLst>
            <pc:docMk/>
            <pc:sldMk cId="851786718" sldId="312"/>
            <ac:spMk id="73" creationId="{03FF1C24-2702-AB03-E84D-DCA12C670402}"/>
          </ac:spMkLst>
        </pc:spChg>
        <pc:spChg chg="mod">
          <ac:chgData name="Alex Blandón" userId="7d795bfe-18ab-4902-aaf2-9e41080f467f" providerId="ADAL" clId="{9C8463DE-3521-4048-B966-9077F0537975}" dt="2025-12-03T23:45:29.136" v="3721" actId="692"/>
          <ac:spMkLst>
            <pc:docMk/>
            <pc:sldMk cId="851786718" sldId="312"/>
            <ac:spMk id="74" creationId="{96D291B4-450A-476A-56A7-95BEBA092846}"/>
          </ac:spMkLst>
        </pc:spChg>
        <pc:spChg chg="mod">
          <ac:chgData name="Alex Blandón" userId="7d795bfe-18ab-4902-aaf2-9e41080f467f" providerId="ADAL" clId="{9C8463DE-3521-4048-B966-9077F0537975}" dt="2025-12-03T23:45:29.136" v="3721" actId="692"/>
          <ac:spMkLst>
            <pc:docMk/>
            <pc:sldMk cId="851786718" sldId="312"/>
            <ac:spMk id="75" creationId="{80B7FDE5-E3A5-FB9A-CF98-B738C30432B8}"/>
          </ac:spMkLst>
        </pc:spChg>
        <pc:spChg chg="mod">
          <ac:chgData name="Alex Blandón" userId="7d795bfe-18ab-4902-aaf2-9e41080f467f" providerId="ADAL" clId="{9C8463DE-3521-4048-B966-9077F0537975}" dt="2025-12-03T23:50:20.396" v="3752" actId="1035"/>
          <ac:spMkLst>
            <pc:docMk/>
            <pc:sldMk cId="851786718" sldId="312"/>
            <ac:spMk id="85" creationId="{892752F7-1FA5-F1C4-6E17-F8D59874D09D}"/>
          </ac:spMkLst>
        </pc:spChg>
        <pc:spChg chg="mod">
          <ac:chgData name="Alex Blandón" userId="7d795bfe-18ab-4902-aaf2-9e41080f467f" providerId="ADAL" clId="{9C8463DE-3521-4048-B966-9077F0537975}" dt="2025-12-03T23:50:24.541" v="3762" actId="1036"/>
          <ac:spMkLst>
            <pc:docMk/>
            <pc:sldMk cId="851786718" sldId="312"/>
            <ac:spMk id="107" creationId="{84257569-D4DC-9991-6514-C5CB45A67440}"/>
          </ac:spMkLst>
        </pc:spChg>
        <pc:spChg chg="mod">
          <ac:chgData name="Alex Blandón" userId="7d795bfe-18ab-4902-aaf2-9e41080f467f" providerId="ADAL" clId="{9C8463DE-3521-4048-B966-9077F0537975}" dt="2025-12-03T23:26:08.905" v="3681" actId="692"/>
          <ac:spMkLst>
            <pc:docMk/>
            <pc:sldMk cId="851786718" sldId="312"/>
            <ac:spMk id="122" creationId="{AFFB1E61-E31C-B4D7-547F-1B5676F2837D}"/>
          </ac:spMkLst>
        </pc:spChg>
        <pc:spChg chg="mod">
          <ac:chgData name="Alex Blandón" userId="7d795bfe-18ab-4902-aaf2-9e41080f467f" providerId="ADAL" clId="{9C8463DE-3521-4048-B966-9077F0537975}" dt="2025-12-03T23:26:08.905" v="3681" actId="692"/>
          <ac:spMkLst>
            <pc:docMk/>
            <pc:sldMk cId="851786718" sldId="312"/>
            <ac:spMk id="123" creationId="{5A8DBC0B-F402-D9D2-DCDD-362E178A3BF4}"/>
          </ac:spMkLst>
        </pc:spChg>
        <pc:spChg chg="mod">
          <ac:chgData name="Alex Blandón" userId="7d795bfe-18ab-4902-aaf2-9e41080f467f" providerId="ADAL" clId="{9C8463DE-3521-4048-B966-9077F0537975}" dt="2025-12-03T23:26:08.905" v="3681" actId="692"/>
          <ac:spMkLst>
            <pc:docMk/>
            <pc:sldMk cId="851786718" sldId="312"/>
            <ac:spMk id="124" creationId="{98231C1F-7C24-76BF-9D4A-36B31CEBEC66}"/>
          </ac:spMkLst>
        </pc:spChg>
        <pc:spChg chg="mod">
          <ac:chgData name="Alex Blandón" userId="7d795bfe-18ab-4902-aaf2-9e41080f467f" providerId="ADAL" clId="{9C8463DE-3521-4048-B966-9077F0537975}" dt="2025-12-03T23:26:08.905" v="3681" actId="692"/>
          <ac:spMkLst>
            <pc:docMk/>
            <pc:sldMk cId="851786718" sldId="312"/>
            <ac:spMk id="125" creationId="{0E23A451-A367-B7DC-EA2C-556E3EFD7616}"/>
          </ac:spMkLst>
        </pc:spChg>
        <pc:spChg chg="mod">
          <ac:chgData name="Alex Blandón" userId="7d795bfe-18ab-4902-aaf2-9e41080f467f" providerId="ADAL" clId="{9C8463DE-3521-4048-B966-9077F0537975}" dt="2025-12-03T23:26:08.905" v="3681" actId="692"/>
          <ac:spMkLst>
            <pc:docMk/>
            <pc:sldMk cId="851786718" sldId="312"/>
            <ac:spMk id="126" creationId="{CB32FC46-8BAB-69E5-243B-0CA25EE1CD68}"/>
          </ac:spMkLst>
        </pc:spChg>
        <pc:spChg chg="mod">
          <ac:chgData name="Alex Blandón" userId="7d795bfe-18ab-4902-aaf2-9e41080f467f" providerId="ADAL" clId="{9C8463DE-3521-4048-B966-9077F0537975}" dt="2025-12-03T23:26:08.905" v="3681" actId="692"/>
          <ac:spMkLst>
            <pc:docMk/>
            <pc:sldMk cId="851786718" sldId="312"/>
            <ac:spMk id="127" creationId="{DD10DCB5-2C97-2CDB-0B4F-33BAA74B605D}"/>
          </ac:spMkLst>
        </pc:spChg>
        <pc:spChg chg="mod">
          <ac:chgData name="Alex Blandón" userId="7d795bfe-18ab-4902-aaf2-9e41080f467f" providerId="ADAL" clId="{9C8463DE-3521-4048-B966-9077F0537975}" dt="2025-12-03T23:26:08.905" v="3681" actId="692"/>
          <ac:spMkLst>
            <pc:docMk/>
            <pc:sldMk cId="851786718" sldId="312"/>
            <ac:spMk id="128" creationId="{4CF8F91D-7C8D-DA46-4D25-E82B2D5A5D83}"/>
          </ac:spMkLst>
        </pc:spChg>
        <pc:spChg chg="mod">
          <ac:chgData name="Alex Blandón" userId="7d795bfe-18ab-4902-aaf2-9e41080f467f" providerId="ADAL" clId="{9C8463DE-3521-4048-B966-9077F0537975}" dt="2025-12-03T23:26:08.905" v="3681" actId="692"/>
          <ac:spMkLst>
            <pc:docMk/>
            <pc:sldMk cId="851786718" sldId="312"/>
            <ac:spMk id="129" creationId="{9F432E77-F6A9-31AA-8429-00BF4E1EBD28}"/>
          </ac:spMkLst>
        </pc:spChg>
        <pc:spChg chg="mod">
          <ac:chgData name="Alex Blandón" userId="7d795bfe-18ab-4902-aaf2-9e41080f467f" providerId="ADAL" clId="{9C8463DE-3521-4048-B966-9077F0537975}" dt="2025-12-03T23:26:08.905" v="3681" actId="692"/>
          <ac:spMkLst>
            <pc:docMk/>
            <pc:sldMk cId="851786718" sldId="312"/>
            <ac:spMk id="130" creationId="{1A1B29AC-8831-2CD6-7236-002B073DFFA7}"/>
          </ac:spMkLst>
        </pc:spChg>
        <pc:spChg chg="mod">
          <ac:chgData name="Alex Blandón" userId="7d795bfe-18ab-4902-aaf2-9e41080f467f" providerId="ADAL" clId="{9C8463DE-3521-4048-B966-9077F0537975}" dt="2025-12-03T23:22:40.998" v="3643" actId="165"/>
          <ac:spMkLst>
            <pc:docMk/>
            <pc:sldMk cId="851786718" sldId="312"/>
            <ac:spMk id="131" creationId="{3F19301D-AAAF-07D7-2FD5-86268D3DAC35}"/>
          </ac:spMkLst>
        </pc:spChg>
        <pc:spChg chg="mod">
          <ac:chgData name="Alex Blandón" userId="7d795bfe-18ab-4902-aaf2-9e41080f467f" providerId="ADAL" clId="{9C8463DE-3521-4048-B966-9077F0537975}" dt="2025-12-03T23:22:40.998" v="3643" actId="165"/>
          <ac:spMkLst>
            <pc:docMk/>
            <pc:sldMk cId="851786718" sldId="312"/>
            <ac:spMk id="134" creationId="{E01AD1A9-9C70-870C-1180-01A67D9CB598}"/>
          </ac:spMkLst>
        </pc:spChg>
        <pc:spChg chg="mod">
          <ac:chgData name="Alex Blandón" userId="7d795bfe-18ab-4902-aaf2-9e41080f467f" providerId="ADAL" clId="{9C8463DE-3521-4048-B966-9077F0537975}" dt="2025-12-03T23:22:40.998" v="3643" actId="165"/>
          <ac:spMkLst>
            <pc:docMk/>
            <pc:sldMk cId="851786718" sldId="312"/>
            <ac:spMk id="135" creationId="{3D518FCF-E940-4EB3-7F2E-03D8DEBC3D41}"/>
          </ac:spMkLst>
        </pc:spChg>
        <pc:spChg chg="mod">
          <ac:chgData name="Alex Blandón" userId="7d795bfe-18ab-4902-aaf2-9e41080f467f" providerId="ADAL" clId="{9C8463DE-3521-4048-B966-9077F0537975}" dt="2025-12-03T23:22:40.998" v="3643" actId="165"/>
          <ac:spMkLst>
            <pc:docMk/>
            <pc:sldMk cId="851786718" sldId="312"/>
            <ac:spMk id="138" creationId="{EDABE491-9021-6388-51E1-4F8E0441E8AF}"/>
          </ac:spMkLst>
        </pc:spChg>
        <pc:spChg chg="mod">
          <ac:chgData name="Alex Blandón" userId="7d795bfe-18ab-4902-aaf2-9e41080f467f" providerId="ADAL" clId="{9C8463DE-3521-4048-B966-9077F0537975}" dt="2025-12-03T23:51:28.255" v="3795" actId="1035"/>
          <ac:spMkLst>
            <pc:docMk/>
            <pc:sldMk cId="851786718" sldId="312"/>
            <ac:spMk id="150" creationId="{3B9A21E3-648D-774B-CF83-380C7D95E81A}"/>
          </ac:spMkLst>
        </pc:spChg>
        <pc:spChg chg="mod">
          <ac:chgData name="Alex Blandón" userId="7d795bfe-18ab-4902-aaf2-9e41080f467f" providerId="ADAL" clId="{9C8463DE-3521-4048-B966-9077F0537975}" dt="2025-12-04T00:54:30.016" v="4127" actId="1038"/>
          <ac:spMkLst>
            <pc:docMk/>
            <pc:sldMk cId="851786718" sldId="312"/>
            <ac:spMk id="254" creationId="{39A1AB31-ACEC-5670-5E6A-4D3848A55EFF}"/>
          </ac:spMkLst>
        </pc:spChg>
        <pc:spChg chg="mod">
          <ac:chgData name="Alex Blandón" userId="7d795bfe-18ab-4902-aaf2-9e41080f467f" providerId="ADAL" clId="{9C8463DE-3521-4048-B966-9077F0537975}" dt="2025-12-04T00:54:30.016" v="4127" actId="1038"/>
          <ac:spMkLst>
            <pc:docMk/>
            <pc:sldMk cId="851786718" sldId="312"/>
            <ac:spMk id="255" creationId="{9A3C2048-A906-F578-0D75-B706A70AFE37}"/>
          </ac:spMkLst>
        </pc:spChg>
        <pc:spChg chg="mod">
          <ac:chgData name="Alex Blandón" userId="7d795bfe-18ab-4902-aaf2-9e41080f467f" providerId="ADAL" clId="{9C8463DE-3521-4048-B966-9077F0537975}" dt="2025-12-04T00:54:30.016" v="4127" actId="1038"/>
          <ac:spMkLst>
            <pc:docMk/>
            <pc:sldMk cId="851786718" sldId="312"/>
            <ac:spMk id="256" creationId="{3F4C40F6-BCFD-1359-8C65-2A924D15A82C}"/>
          </ac:spMkLst>
        </pc:spChg>
        <pc:grpChg chg="add mod">
          <ac:chgData name="Alex Blandón" userId="7d795bfe-18ab-4902-aaf2-9e41080f467f" providerId="ADAL" clId="{9C8463DE-3521-4048-B966-9077F0537975}" dt="2025-12-04T11:26:45.626" v="4422" actId="164"/>
          <ac:grpSpMkLst>
            <pc:docMk/>
            <pc:sldMk cId="851786718" sldId="312"/>
            <ac:grpSpMk id="9" creationId="{DF2D56F8-FFA4-A062-A014-712209251DC1}"/>
          </ac:grpSpMkLst>
        </pc:grpChg>
        <pc:grpChg chg="add mod">
          <ac:chgData name="Alex Blandón" userId="7d795bfe-18ab-4902-aaf2-9e41080f467f" providerId="ADAL" clId="{9C8463DE-3521-4048-B966-9077F0537975}" dt="2025-12-04T11:28:12.367" v="4447" actId="408"/>
          <ac:grpSpMkLst>
            <pc:docMk/>
            <pc:sldMk cId="851786718" sldId="312"/>
            <ac:grpSpMk id="10" creationId="{01CAACF7-ADE5-CCF0-CF83-DC2F0EDD3D4D}"/>
          </ac:grpSpMkLst>
        </pc:grpChg>
        <pc:grpChg chg="add mod">
          <ac:chgData name="Alex Blandón" userId="7d795bfe-18ab-4902-aaf2-9e41080f467f" providerId="ADAL" clId="{9C8463DE-3521-4048-B966-9077F0537975}" dt="2025-12-04T11:28:17.890" v="4448" actId="408"/>
          <ac:grpSpMkLst>
            <pc:docMk/>
            <pc:sldMk cId="851786718" sldId="312"/>
            <ac:grpSpMk id="12" creationId="{7C3B5058-34EA-5AE3-90B1-51A13FB40279}"/>
          </ac:grpSpMkLst>
        </pc:grpChg>
        <pc:grpChg chg="add mod topLvl">
          <ac:chgData name="Alex Blandón" userId="7d795bfe-18ab-4902-aaf2-9e41080f467f" providerId="ADAL" clId="{9C8463DE-3521-4048-B966-9077F0537975}" dt="2025-12-04T11:28:01.048" v="4445" actId="1036"/>
          <ac:grpSpMkLst>
            <pc:docMk/>
            <pc:sldMk cId="851786718" sldId="312"/>
            <ac:grpSpMk id="16" creationId="{5FBF88B5-A6A2-8BC3-F848-3ECE167C0B3E}"/>
          </ac:grpSpMkLst>
        </pc:grpChg>
        <pc:grpChg chg="add mod topLvl">
          <ac:chgData name="Alex Blandón" userId="7d795bfe-18ab-4902-aaf2-9e41080f467f" providerId="ADAL" clId="{9C8463DE-3521-4048-B966-9077F0537975}" dt="2025-12-04T11:28:07.201" v="4446" actId="12789"/>
          <ac:grpSpMkLst>
            <pc:docMk/>
            <pc:sldMk cId="851786718" sldId="312"/>
            <ac:grpSpMk id="17" creationId="{7BFA3292-F863-B44B-3605-06F7968E38C9}"/>
          </ac:grpSpMkLst>
        </pc:grpChg>
        <pc:grpChg chg="add mod">
          <ac:chgData name="Alex Blandón" userId="7d795bfe-18ab-4902-aaf2-9e41080f467f" providerId="ADAL" clId="{9C8463DE-3521-4048-B966-9077F0537975}" dt="2025-12-04T11:28:07.201" v="4446" actId="12789"/>
          <ac:grpSpMkLst>
            <pc:docMk/>
            <pc:sldMk cId="851786718" sldId="312"/>
            <ac:grpSpMk id="21" creationId="{89C7A0CD-47C5-D1F5-4A12-3469F38ADBB9}"/>
          </ac:grpSpMkLst>
        </pc:grpChg>
        <pc:grpChg chg="add mod">
          <ac:chgData name="Alex Blandón" userId="7d795bfe-18ab-4902-aaf2-9e41080f467f" providerId="ADAL" clId="{9C8463DE-3521-4048-B966-9077F0537975}" dt="2025-12-04T11:28:01.048" v="4445" actId="1036"/>
          <ac:grpSpMkLst>
            <pc:docMk/>
            <pc:sldMk cId="851786718" sldId="312"/>
            <ac:grpSpMk id="22" creationId="{8B5A8EA3-9D15-245A-B37E-C5FEA38D3762}"/>
          </ac:grpSpMkLst>
        </pc:grpChg>
        <pc:grpChg chg="mod">
          <ac:chgData name="Alex Blandón" userId="7d795bfe-18ab-4902-aaf2-9e41080f467f" providerId="ADAL" clId="{9C8463DE-3521-4048-B966-9077F0537975}" dt="2025-12-04T11:26:37.099" v="4419" actId="164"/>
          <ac:grpSpMkLst>
            <pc:docMk/>
            <pc:sldMk cId="851786718" sldId="312"/>
            <ac:grpSpMk id="65" creationId="{4F94B7D2-1A3E-024B-E05A-4E79A8B41EBA}"/>
          </ac:grpSpMkLst>
        </pc:grpChg>
        <pc:grpChg chg="mod">
          <ac:chgData name="Alex Blandón" userId="7d795bfe-18ab-4902-aaf2-9e41080f467f" providerId="ADAL" clId="{9C8463DE-3521-4048-B966-9077F0537975}" dt="2025-12-04T11:26:37.099" v="4419" actId="164"/>
          <ac:grpSpMkLst>
            <pc:docMk/>
            <pc:sldMk cId="851786718" sldId="312"/>
            <ac:grpSpMk id="66" creationId="{716451ED-F5C8-6460-5050-1EC77839333F}"/>
          </ac:grpSpMkLst>
        </pc:grpChg>
        <pc:grpChg chg="mod">
          <ac:chgData name="Alex Blandón" userId="7d795bfe-18ab-4902-aaf2-9e41080f467f" providerId="ADAL" clId="{9C8463DE-3521-4048-B966-9077F0537975}" dt="2025-12-04T11:26:31.635" v="4418" actId="164"/>
          <ac:grpSpMkLst>
            <pc:docMk/>
            <pc:sldMk cId="851786718" sldId="312"/>
            <ac:grpSpMk id="119" creationId="{882DE193-1379-47AF-C61A-6D22B94A022C}"/>
          </ac:grpSpMkLst>
        </pc:grpChg>
        <pc:grpChg chg="mod">
          <ac:chgData name="Alex Blandón" userId="7d795bfe-18ab-4902-aaf2-9e41080f467f" providerId="ADAL" clId="{9C8463DE-3521-4048-B966-9077F0537975}" dt="2025-12-04T11:26:31.635" v="4418" actId="164"/>
          <ac:grpSpMkLst>
            <pc:docMk/>
            <pc:sldMk cId="851786718" sldId="312"/>
            <ac:grpSpMk id="120" creationId="{003CDDD1-FCDD-8BE9-53D4-DF8213DAB0FE}"/>
          </ac:grpSpMkLst>
        </pc:grpChg>
        <pc:picChg chg="add mod">
          <ac:chgData name="Alex Blandón" userId="7d795bfe-18ab-4902-aaf2-9e41080f467f" providerId="ADAL" clId="{9C8463DE-3521-4048-B966-9077F0537975}" dt="2025-12-03T23:44:34.553" v="3715" actId="1076"/>
          <ac:picMkLst>
            <pc:docMk/>
            <pc:sldMk cId="851786718" sldId="312"/>
            <ac:picMk id="3" creationId="{B02FAA31-7FEC-F721-8010-4560C65B3B2C}"/>
          </ac:picMkLst>
        </pc:picChg>
        <pc:picChg chg="add mod ord">
          <ac:chgData name="Alex Blandón" userId="7d795bfe-18ab-4902-aaf2-9e41080f467f" providerId="ADAL" clId="{9C8463DE-3521-4048-B966-9077F0537975}" dt="2025-12-04T11:27:34.698" v="4429" actId="165"/>
          <ac:picMkLst>
            <pc:docMk/>
            <pc:sldMk cId="851786718" sldId="312"/>
            <ac:picMk id="5" creationId="{28D512F3-BE18-23C8-E07D-2CBF7B5FD58A}"/>
          </ac:picMkLst>
        </pc:picChg>
        <pc:picChg chg="add mod ord">
          <ac:chgData name="Alex Blandón" userId="7d795bfe-18ab-4902-aaf2-9e41080f467f" providerId="ADAL" clId="{9C8463DE-3521-4048-B966-9077F0537975}" dt="2025-12-04T11:27:34.698" v="4429" actId="165"/>
          <ac:picMkLst>
            <pc:docMk/>
            <pc:sldMk cId="851786718" sldId="312"/>
            <ac:picMk id="6" creationId="{4DA5FA9C-899D-AE34-E387-28E287C8E197}"/>
          </ac:picMkLst>
        </pc:picChg>
        <pc:picChg chg="add mod">
          <ac:chgData name="Alex Blandón" userId="7d795bfe-18ab-4902-aaf2-9e41080f467f" providerId="ADAL" clId="{9C8463DE-3521-4048-B966-9077F0537975}" dt="2025-12-04T11:25:28.910" v="4411" actId="1076"/>
          <ac:picMkLst>
            <pc:docMk/>
            <pc:sldMk cId="851786718" sldId="312"/>
            <ac:picMk id="8" creationId="{B7A88585-D4B8-3CCD-39FD-C385FE36FCC6}"/>
          </ac:picMkLst>
        </pc:picChg>
        <pc:picChg chg="mod">
          <ac:chgData name="Alex Blandón" userId="7d795bfe-18ab-4902-aaf2-9e41080f467f" providerId="ADAL" clId="{9C8463DE-3521-4048-B966-9077F0537975}" dt="2025-12-03T23:50:14.814" v="3742" actId="1036"/>
          <ac:picMkLst>
            <pc:docMk/>
            <pc:sldMk cId="851786718" sldId="312"/>
            <ac:picMk id="38" creationId="{443C6D9F-BE88-FBC9-81D4-C34E40BAD348}"/>
          </ac:picMkLst>
        </pc:picChg>
        <pc:picChg chg="mod">
          <ac:chgData name="Alex Blandón" userId="7d795bfe-18ab-4902-aaf2-9e41080f467f" providerId="ADAL" clId="{9C8463DE-3521-4048-B966-9077F0537975}" dt="2025-12-03T23:50:14.814" v="3742" actId="1036"/>
          <ac:picMkLst>
            <pc:docMk/>
            <pc:sldMk cId="851786718" sldId="312"/>
            <ac:picMk id="39" creationId="{07DB4B95-D41F-43C4-B3B5-3732584B5260}"/>
          </ac:picMkLst>
        </pc:picChg>
        <pc:picChg chg="mod">
          <ac:chgData name="Alex Blandón" userId="7d795bfe-18ab-4902-aaf2-9e41080f467f" providerId="ADAL" clId="{9C8463DE-3521-4048-B966-9077F0537975}" dt="2025-12-03T23:50:14.814" v="3742" actId="1036"/>
          <ac:picMkLst>
            <pc:docMk/>
            <pc:sldMk cId="851786718" sldId="312"/>
            <ac:picMk id="40" creationId="{C2FD59D1-5CB0-FAD8-7FEB-F287F7170DB6}"/>
          </ac:picMkLst>
        </pc:picChg>
        <pc:picChg chg="mod">
          <ac:chgData name="Alex Blandón" userId="7d795bfe-18ab-4902-aaf2-9e41080f467f" providerId="ADAL" clId="{9C8463DE-3521-4048-B966-9077F0537975}" dt="2025-12-04T11:27:27.022" v="4428" actId="164"/>
          <ac:picMkLst>
            <pc:docMk/>
            <pc:sldMk cId="851786718" sldId="312"/>
            <ac:picMk id="51" creationId="{7CE418AA-BCAD-BC5A-FE3C-7BD3836719A5}"/>
          </ac:picMkLst>
        </pc:picChg>
        <pc:picChg chg="mod">
          <ac:chgData name="Alex Blandón" userId="7d795bfe-18ab-4902-aaf2-9e41080f467f" providerId="ADAL" clId="{9C8463DE-3521-4048-B966-9077F0537975}" dt="2025-12-04T11:27:27.022" v="4428" actId="164"/>
          <ac:picMkLst>
            <pc:docMk/>
            <pc:sldMk cId="851786718" sldId="312"/>
            <ac:picMk id="53" creationId="{DE2A0C7B-C3B7-5629-37AD-28BABEB88A80}"/>
          </ac:picMkLst>
        </pc:picChg>
        <pc:picChg chg="mod">
          <ac:chgData name="Alex Blandón" userId="7d795bfe-18ab-4902-aaf2-9e41080f467f" providerId="ADAL" clId="{9C8463DE-3521-4048-B966-9077F0537975}" dt="2025-12-04T11:26:37.099" v="4419" actId="164"/>
          <ac:picMkLst>
            <pc:docMk/>
            <pc:sldMk cId="851786718" sldId="312"/>
            <ac:picMk id="77" creationId="{3C2B0FC6-E19A-3CCE-CD13-5255079109F1}"/>
          </ac:picMkLst>
        </pc:picChg>
        <pc:picChg chg="mod">
          <ac:chgData name="Alex Blandón" userId="7d795bfe-18ab-4902-aaf2-9e41080f467f" providerId="ADAL" clId="{9C8463DE-3521-4048-B966-9077F0537975}" dt="2025-12-04T11:27:34.698" v="4429" actId="165"/>
          <ac:picMkLst>
            <pc:docMk/>
            <pc:sldMk cId="851786718" sldId="312"/>
            <ac:picMk id="80" creationId="{EACF0688-C2A0-DE87-5617-370DD7F762A4}"/>
          </ac:picMkLst>
        </pc:picChg>
        <pc:picChg chg="mod">
          <ac:chgData name="Alex Blandón" userId="7d795bfe-18ab-4902-aaf2-9e41080f467f" providerId="ADAL" clId="{9C8463DE-3521-4048-B966-9077F0537975}" dt="2025-12-03T23:48:13.605" v="3729" actId="555"/>
          <ac:picMkLst>
            <pc:docMk/>
            <pc:sldMk cId="851786718" sldId="312"/>
            <ac:picMk id="86" creationId="{E92BC962-665C-E291-2895-18F6DDEC71E5}"/>
          </ac:picMkLst>
        </pc:picChg>
        <pc:picChg chg="mod">
          <ac:chgData name="Alex Blandón" userId="7d795bfe-18ab-4902-aaf2-9e41080f467f" providerId="ADAL" clId="{9C8463DE-3521-4048-B966-9077F0537975}" dt="2025-12-03T23:48:13.605" v="3729" actId="555"/>
          <ac:picMkLst>
            <pc:docMk/>
            <pc:sldMk cId="851786718" sldId="312"/>
            <ac:picMk id="87" creationId="{6B5058A0-6D97-129C-3262-E8C5CC8D4402}"/>
          </ac:picMkLst>
        </pc:picChg>
        <pc:picChg chg="mod">
          <ac:chgData name="Alex Blandón" userId="7d795bfe-18ab-4902-aaf2-9e41080f467f" providerId="ADAL" clId="{9C8463DE-3521-4048-B966-9077F0537975}" dt="2025-12-03T23:49:15.410" v="3732" actId="408"/>
          <ac:picMkLst>
            <pc:docMk/>
            <pc:sldMk cId="851786718" sldId="312"/>
            <ac:picMk id="88" creationId="{B86E934D-D847-AF2A-9888-9707063B5ABE}"/>
          </ac:picMkLst>
        </pc:picChg>
        <pc:picChg chg="mod">
          <ac:chgData name="Alex Blandón" userId="7d795bfe-18ab-4902-aaf2-9e41080f467f" providerId="ADAL" clId="{9C8463DE-3521-4048-B966-9077F0537975}" dt="2025-12-03T23:44:10.290" v="3708" actId="14100"/>
          <ac:picMkLst>
            <pc:docMk/>
            <pc:sldMk cId="851786718" sldId="312"/>
            <ac:picMk id="99" creationId="{CBEE3E69-593B-AB09-14E8-D4A283A56C67}"/>
          </ac:picMkLst>
        </pc:picChg>
        <pc:picChg chg="mod">
          <ac:chgData name="Alex Blandón" userId="7d795bfe-18ab-4902-aaf2-9e41080f467f" providerId="ADAL" clId="{9C8463DE-3521-4048-B966-9077F0537975}" dt="2025-12-03T23:48:56.578" v="3730" actId="555"/>
          <ac:picMkLst>
            <pc:docMk/>
            <pc:sldMk cId="851786718" sldId="312"/>
            <ac:picMk id="108" creationId="{AFE07CAE-4DE4-3024-2C92-A43C11C567D6}"/>
          </ac:picMkLst>
        </pc:picChg>
        <pc:picChg chg="mod">
          <ac:chgData name="Alex Blandón" userId="7d795bfe-18ab-4902-aaf2-9e41080f467f" providerId="ADAL" clId="{9C8463DE-3521-4048-B966-9077F0537975}" dt="2025-12-03T23:48:56.578" v="3730" actId="555"/>
          <ac:picMkLst>
            <pc:docMk/>
            <pc:sldMk cId="851786718" sldId="312"/>
            <ac:picMk id="109" creationId="{8463082D-13F9-DA41-4B7A-75CACAAB6B5D}"/>
          </ac:picMkLst>
        </pc:picChg>
        <pc:picChg chg="mod">
          <ac:chgData name="Alex Blandón" userId="7d795bfe-18ab-4902-aaf2-9e41080f467f" providerId="ADAL" clId="{9C8463DE-3521-4048-B966-9077F0537975}" dt="2025-12-03T23:49:02.665" v="3731" actId="408"/>
          <ac:picMkLst>
            <pc:docMk/>
            <pc:sldMk cId="851786718" sldId="312"/>
            <ac:picMk id="110" creationId="{FE2A9333-06EF-DC37-8614-4FCEF00B3DDD}"/>
          </ac:picMkLst>
        </pc:picChg>
        <pc:picChg chg="mod">
          <ac:chgData name="Alex Blandón" userId="7d795bfe-18ab-4902-aaf2-9e41080f467f" providerId="ADAL" clId="{9C8463DE-3521-4048-B966-9077F0537975}" dt="2025-12-03T23:50:44.331" v="3780" actId="1035"/>
          <ac:picMkLst>
            <pc:docMk/>
            <pc:sldMk cId="851786718" sldId="312"/>
            <ac:picMk id="111" creationId="{CF59AAFF-6617-8D6E-D4C9-03520D2737AF}"/>
          </ac:picMkLst>
        </pc:picChg>
        <pc:picChg chg="mod topLvl">
          <ac:chgData name="Alex Blandón" userId="7d795bfe-18ab-4902-aaf2-9e41080f467f" providerId="ADAL" clId="{9C8463DE-3521-4048-B966-9077F0537975}" dt="2025-12-04T11:27:39.933" v="4430" actId="164"/>
          <ac:picMkLst>
            <pc:docMk/>
            <pc:sldMk cId="851786718" sldId="312"/>
            <ac:picMk id="142" creationId="{B286051C-46E8-D23E-6792-E3D27B4F868F}"/>
          </ac:picMkLst>
        </pc:picChg>
        <pc:picChg chg="mod topLvl">
          <ac:chgData name="Alex Blandón" userId="7d795bfe-18ab-4902-aaf2-9e41080f467f" providerId="ADAL" clId="{9C8463DE-3521-4048-B966-9077F0537975}" dt="2025-12-04T11:27:39.933" v="4430" actId="164"/>
          <ac:picMkLst>
            <pc:docMk/>
            <pc:sldMk cId="851786718" sldId="312"/>
            <ac:picMk id="143" creationId="{591E860F-7347-AE9A-CDF0-232FE821D859}"/>
          </ac:picMkLst>
        </pc:picChg>
        <pc:picChg chg="mod">
          <ac:chgData name="Alex Blandón" userId="7d795bfe-18ab-4902-aaf2-9e41080f467f" providerId="ADAL" clId="{9C8463DE-3521-4048-B966-9077F0537975}" dt="2025-12-04T11:27:34.698" v="4429" actId="165"/>
          <ac:picMkLst>
            <pc:docMk/>
            <pc:sldMk cId="851786718" sldId="312"/>
            <ac:picMk id="147" creationId="{46575F3D-F5DB-B21E-6F3B-29D8D7D1010A}"/>
          </ac:picMkLst>
        </pc:picChg>
        <pc:picChg chg="mod">
          <ac:chgData name="Alex Blandón" userId="7d795bfe-18ab-4902-aaf2-9e41080f467f" providerId="ADAL" clId="{9C8463DE-3521-4048-B966-9077F0537975}" dt="2025-12-04T11:26:37.099" v="4419" actId="164"/>
          <ac:picMkLst>
            <pc:docMk/>
            <pc:sldMk cId="851786718" sldId="312"/>
            <ac:picMk id="148" creationId="{9D6AEAB0-88A9-9B79-E6DB-C8D21596F263}"/>
          </ac:picMkLst>
        </pc:picChg>
        <pc:picChg chg="mod">
          <ac:chgData name="Alex Blandón" userId="7d795bfe-18ab-4902-aaf2-9e41080f467f" providerId="ADAL" clId="{9C8463DE-3521-4048-B966-9077F0537975}" dt="2025-12-04T11:26:45.626" v="4422" actId="164"/>
          <ac:picMkLst>
            <pc:docMk/>
            <pc:sldMk cId="851786718" sldId="312"/>
            <ac:picMk id="149" creationId="{9773AD65-F8D5-B616-CC30-680005FBA8FF}"/>
          </ac:picMkLst>
        </pc:picChg>
        <pc:picChg chg="mod">
          <ac:chgData name="Alex Blandón" userId="7d795bfe-18ab-4902-aaf2-9e41080f467f" providerId="ADAL" clId="{9C8463DE-3521-4048-B966-9077F0537975}" dt="2025-12-03T23:47:54.487" v="3728" actId="555"/>
          <ac:picMkLst>
            <pc:docMk/>
            <pc:sldMk cId="851786718" sldId="312"/>
            <ac:picMk id="151" creationId="{F34336D3-E4F1-CA77-CBCB-F6F58B9BFB38}"/>
          </ac:picMkLst>
        </pc:picChg>
        <pc:picChg chg="mod">
          <ac:chgData name="Alex Blandón" userId="7d795bfe-18ab-4902-aaf2-9e41080f467f" providerId="ADAL" clId="{9C8463DE-3521-4048-B966-9077F0537975}" dt="2025-12-03T23:47:54.487" v="3728" actId="555"/>
          <ac:picMkLst>
            <pc:docMk/>
            <pc:sldMk cId="851786718" sldId="312"/>
            <ac:picMk id="152" creationId="{8EAFEC1F-B8BF-1F23-85A5-1B83F9F50257}"/>
          </ac:picMkLst>
        </pc:picChg>
        <pc:picChg chg="mod">
          <ac:chgData name="Alex Blandón" userId="7d795bfe-18ab-4902-aaf2-9e41080f467f" providerId="ADAL" clId="{9C8463DE-3521-4048-B966-9077F0537975}" dt="2025-12-03T23:47:54.487" v="3728" actId="555"/>
          <ac:picMkLst>
            <pc:docMk/>
            <pc:sldMk cId="851786718" sldId="312"/>
            <ac:picMk id="153" creationId="{43BD20BD-1A07-844E-077D-B252E7B03A64}"/>
          </ac:picMkLst>
        </pc:picChg>
      </pc:sldChg>
      <pc:sldChg chg="ord">
        <pc:chgData name="Alex Blandón" userId="7d795bfe-18ab-4902-aaf2-9e41080f467f" providerId="ADAL" clId="{9C8463DE-3521-4048-B966-9077F0537975}" dt="2025-12-04T11:35:05.038" v="4458"/>
        <pc:sldMkLst>
          <pc:docMk/>
          <pc:sldMk cId="2130770908" sldId="314"/>
        </pc:sldMkLst>
      </pc:sldChg>
      <pc:sldChg chg="addSp delSp modSp mod delAnim">
        <pc:chgData name="Alex Blandón" userId="7d795bfe-18ab-4902-aaf2-9e41080f467f" providerId="ADAL" clId="{9C8463DE-3521-4048-B966-9077F0537975}" dt="2025-12-04T12:11:39.197" v="4928" actId="1076"/>
        <pc:sldMkLst>
          <pc:docMk/>
          <pc:sldMk cId="3259187233" sldId="316"/>
        </pc:sldMkLst>
        <pc:picChg chg="mod">
          <ac:chgData name="Alex Blandón" userId="7d795bfe-18ab-4902-aaf2-9e41080f467f" providerId="ADAL" clId="{9C8463DE-3521-4048-B966-9077F0537975}" dt="2025-12-04T12:11:37.196" v="4927" actId="1037"/>
          <ac:picMkLst>
            <pc:docMk/>
            <pc:sldMk cId="3259187233" sldId="316"/>
            <ac:picMk id="5" creationId="{8388190E-2281-9986-39B7-53D8E5DBA29D}"/>
          </ac:picMkLst>
        </pc:picChg>
        <pc:picChg chg="mod">
          <ac:chgData name="Alex Blandón" userId="7d795bfe-18ab-4902-aaf2-9e41080f467f" providerId="ADAL" clId="{9C8463DE-3521-4048-B966-9077F0537975}" dt="2025-12-04T12:11:37.196" v="4927" actId="1037"/>
          <ac:picMkLst>
            <pc:docMk/>
            <pc:sldMk cId="3259187233" sldId="316"/>
            <ac:picMk id="6" creationId="{4BC1C5D5-B514-AE6B-8705-BA8E267A367D}"/>
          </ac:picMkLst>
        </pc:picChg>
        <pc:picChg chg="mod">
          <ac:chgData name="Alex Blandón" userId="7d795bfe-18ab-4902-aaf2-9e41080f467f" providerId="ADAL" clId="{9C8463DE-3521-4048-B966-9077F0537975}" dt="2025-12-04T12:11:37.196" v="4927" actId="1037"/>
          <ac:picMkLst>
            <pc:docMk/>
            <pc:sldMk cId="3259187233" sldId="316"/>
            <ac:picMk id="7" creationId="{A07EBF0E-835D-E13D-326E-49919D597199}"/>
          </ac:picMkLst>
        </pc:picChg>
        <pc:picChg chg="add mod">
          <ac:chgData name="Alex Blandón" userId="7d795bfe-18ab-4902-aaf2-9e41080f467f" providerId="ADAL" clId="{9C8463DE-3521-4048-B966-9077F0537975}" dt="2025-12-04T12:11:14.749" v="4892" actId="1076"/>
          <ac:picMkLst>
            <pc:docMk/>
            <pc:sldMk cId="3259187233" sldId="316"/>
            <ac:picMk id="9" creationId="{476B4455-CA84-43EF-322C-DB1100C2F7E0}"/>
          </ac:picMkLst>
        </pc:picChg>
        <pc:picChg chg="add mod">
          <ac:chgData name="Alex Blandón" userId="7d795bfe-18ab-4902-aaf2-9e41080f467f" providerId="ADAL" clId="{9C8463DE-3521-4048-B966-9077F0537975}" dt="2025-12-04T12:11:16.071" v="4893" actId="1076"/>
          <ac:picMkLst>
            <pc:docMk/>
            <pc:sldMk cId="3259187233" sldId="316"/>
            <ac:picMk id="10" creationId="{1641A5B7-B7C0-8457-4109-9AC612989980}"/>
          </ac:picMkLst>
        </pc:picChg>
        <pc:picChg chg="add mod">
          <ac:chgData name="Alex Blandón" userId="7d795bfe-18ab-4902-aaf2-9e41080f467f" providerId="ADAL" clId="{9C8463DE-3521-4048-B966-9077F0537975}" dt="2025-12-04T12:11:17.418" v="4894" actId="1076"/>
          <ac:picMkLst>
            <pc:docMk/>
            <pc:sldMk cId="3259187233" sldId="316"/>
            <ac:picMk id="11" creationId="{60023C9F-BF0F-C381-C7E3-0D10915086F7}"/>
          </ac:picMkLst>
        </pc:picChg>
        <pc:picChg chg="mod">
          <ac:chgData name="Alex Blandón" userId="7d795bfe-18ab-4902-aaf2-9e41080f467f" providerId="ADAL" clId="{9C8463DE-3521-4048-B966-9077F0537975}" dt="2025-12-04T12:11:37.196" v="4927" actId="1037"/>
          <ac:picMkLst>
            <pc:docMk/>
            <pc:sldMk cId="3259187233" sldId="316"/>
            <ac:picMk id="13" creationId="{9CCE2FF9-69FD-6B33-5BD5-33840AFF2587}"/>
          </ac:picMkLst>
        </pc:picChg>
        <pc:picChg chg="mod">
          <ac:chgData name="Alex Blandón" userId="7d795bfe-18ab-4902-aaf2-9e41080f467f" providerId="ADAL" clId="{9C8463DE-3521-4048-B966-9077F0537975}" dt="2025-12-04T12:11:39.197" v="4928" actId="1076"/>
          <ac:picMkLst>
            <pc:docMk/>
            <pc:sldMk cId="3259187233" sldId="316"/>
            <ac:picMk id="34" creationId="{702CA41D-2AB5-E48C-B417-26BE1626AF21}"/>
          </ac:picMkLst>
        </pc:picChg>
        <pc:picChg chg="mod">
          <ac:chgData name="Alex Blandón" userId="7d795bfe-18ab-4902-aaf2-9e41080f467f" providerId="ADAL" clId="{9C8463DE-3521-4048-B966-9077F0537975}" dt="2025-12-04T12:11:37.196" v="4927" actId="1037"/>
          <ac:picMkLst>
            <pc:docMk/>
            <pc:sldMk cId="3259187233" sldId="316"/>
            <ac:picMk id="35" creationId="{4E95C59C-845D-8592-CE4C-6A5F8800A292}"/>
          </ac:picMkLst>
        </pc:picChg>
      </pc:sldChg>
      <pc:sldChg chg="addSp delSp modSp mod delAnim modAnim modNotesTx">
        <pc:chgData name="Alex Blandón" userId="7d795bfe-18ab-4902-aaf2-9e41080f467f" providerId="ADAL" clId="{9C8463DE-3521-4048-B966-9077F0537975}" dt="2025-12-04T20:22:02.993" v="9100" actId="14100"/>
        <pc:sldMkLst>
          <pc:docMk/>
          <pc:sldMk cId="2311047263" sldId="320"/>
        </pc:sldMkLst>
        <pc:spChg chg="add mod ord">
          <ac:chgData name="Alex Blandón" userId="7d795bfe-18ab-4902-aaf2-9e41080f467f" providerId="ADAL" clId="{9C8463DE-3521-4048-B966-9077F0537975}" dt="2025-12-04T20:22:02.993" v="9100" actId="14100"/>
          <ac:spMkLst>
            <pc:docMk/>
            <pc:sldMk cId="2311047263" sldId="320"/>
            <ac:spMk id="7" creationId="{AC26130A-F8F9-0462-907A-7D06ABB1CF8A}"/>
          </ac:spMkLst>
        </pc:spChg>
        <pc:spChg chg="add mod">
          <ac:chgData name="Alex Blandón" userId="7d795bfe-18ab-4902-aaf2-9e41080f467f" providerId="ADAL" clId="{9C8463DE-3521-4048-B966-9077F0537975}" dt="2025-12-04T09:26:28.157" v="4212" actId="1076"/>
          <ac:spMkLst>
            <pc:docMk/>
            <pc:sldMk cId="2311047263" sldId="320"/>
            <ac:spMk id="27" creationId="{9841A641-D596-744D-A0FB-AD700A1F58A7}"/>
          </ac:spMkLst>
        </pc:spChg>
        <pc:spChg chg="add mod">
          <ac:chgData name="Alex Blandón" userId="7d795bfe-18ab-4902-aaf2-9e41080f467f" providerId="ADAL" clId="{9C8463DE-3521-4048-B966-9077F0537975}" dt="2025-12-04T09:26:21.555" v="4211" actId="20577"/>
          <ac:spMkLst>
            <pc:docMk/>
            <pc:sldMk cId="2311047263" sldId="320"/>
            <ac:spMk id="28" creationId="{E6166595-D431-925F-88E1-DB4F68C572F2}"/>
          </ac:spMkLst>
        </pc:spChg>
        <pc:spChg chg="add mod">
          <ac:chgData name="Alex Blandón" userId="7d795bfe-18ab-4902-aaf2-9e41080f467f" providerId="ADAL" clId="{9C8463DE-3521-4048-B966-9077F0537975}" dt="2025-12-04T09:27:23.230" v="4220" actId="1076"/>
          <ac:spMkLst>
            <pc:docMk/>
            <pc:sldMk cId="2311047263" sldId="320"/>
            <ac:spMk id="32" creationId="{62D60E34-267D-9A51-3399-396205F15B1F}"/>
          </ac:spMkLst>
        </pc:spChg>
        <pc:spChg chg="add mod">
          <ac:chgData name="Alex Blandón" userId="7d795bfe-18ab-4902-aaf2-9e41080f467f" providerId="ADAL" clId="{9C8463DE-3521-4048-B966-9077F0537975}" dt="2025-12-04T09:27:24.718" v="4221" actId="1076"/>
          <ac:spMkLst>
            <pc:docMk/>
            <pc:sldMk cId="2311047263" sldId="320"/>
            <ac:spMk id="33" creationId="{A61CC050-3014-E302-F69E-CC8A0DEDE162}"/>
          </ac:spMkLst>
        </pc:spChg>
        <pc:spChg chg="add mod">
          <ac:chgData name="Alex Blandón" userId="7d795bfe-18ab-4902-aaf2-9e41080f467f" providerId="ADAL" clId="{9C8463DE-3521-4048-B966-9077F0537975}" dt="2025-12-04T09:27:20.738" v="4219" actId="1076"/>
          <ac:spMkLst>
            <pc:docMk/>
            <pc:sldMk cId="2311047263" sldId="320"/>
            <ac:spMk id="34" creationId="{A0CF1F77-7216-2039-FD96-A243C77CD95F}"/>
          </ac:spMkLst>
        </pc:spChg>
        <pc:spChg chg="add mod">
          <ac:chgData name="Alex Blandón" userId="7d795bfe-18ab-4902-aaf2-9e41080f467f" providerId="ADAL" clId="{9C8463DE-3521-4048-B966-9077F0537975}" dt="2025-12-04T09:29:45.323" v="4264" actId="1076"/>
          <ac:spMkLst>
            <pc:docMk/>
            <pc:sldMk cId="2311047263" sldId="320"/>
            <ac:spMk id="35" creationId="{37B416C4-DF6F-6015-8527-530EA0D8B1AE}"/>
          </ac:spMkLst>
        </pc:spChg>
        <pc:spChg chg="add mod">
          <ac:chgData name="Alex Blandón" userId="7d795bfe-18ab-4902-aaf2-9e41080f467f" providerId="ADAL" clId="{9C8463DE-3521-4048-B966-9077F0537975}" dt="2025-12-04T18:47:15.350" v="5452" actId="164"/>
          <ac:spMkLst>
            <pc:docMk/>
            <pc:sldMk cId="2311047263" sldId="320"/>
            <ac:spMk id="37" creationId="{AA26C5AB-2E67-A0BA-DBA1-7637EBDD43A5}"/>
          </ac:spMkLst>
        </pc:spChg>
        <pc:spChg chg="add mod">
          <ac:chgData name="Alex Blandón" userId="7d795bfe-18ab-4902-aaf2-9e41080f467f" providerId="ADAL" clId="{9C8463DE-3521-4048-B966-9077F0537975}" dt="2025-12-04T11:45:06.576" v="4690" actId="1036"/>
          <ac:spMkLst>
            <pc:docMk/>
            <pc:sldMk cId="2311047263" sldId="320"/>
            <ac:spMk id="38" creationId="{726A724E-A0B5-D83B-5C75-FC4995658715}"/>
          </ac:spMkLst>
        </pc:spChg>
        <pc:spChg chg="add mod">
          <ac:chgData name="Alex Blandón" userId="7d795bfe-18ab-4902-aaf2-9e41080f467f" providerId="ADAL" clId="{9C8463DE-3521-4048-B966-9077F0537975}" dt="2025-12-04T11:45:25.697" v="4691" actId="14100"/>
          <ac:spMkLst>
            <pc:docMk/>
            <pc:sldMk cId="2311047263" sldId="320"/>
            <ac:spMk id="40" creationId="{F78B6536-C4C0-6E55-3F1F-9ECE73FAC627}"/>
          </ac:spMkLst>
        </pc:spChg>
        <pc:spChg chg="mod">
          <ac:chgData name="Alex Blandón" userId="7d795bfe-18ab-4902-aaf2-9e41080f467f" providerId="ADAL" clId="{9C8463DE-3521-4048-B966-9077F0537975}" dt="2025-12-04T18:47:18.220" v="5453"/>
          <ac:spMkLst>
            <pc:docMk/>
            <pc:sldMk cId="2311047263" sldId="320"/>
            <ac:spMk id="58" creationId="{5D303084-80F5-3E9F-AB2D-052A688064C9}"/>
          </ac:spMkLst>
        </pc:spChg>
        <pc:spChg chg="mod">
          <ac:chgData name="Alex Blandón" userId="7d795bfe-18ab-4902-aaf2-9e41080f467f" providerId="ADAL" clId="{9C8463DE-3521-4048-B966-9077F0537975}" dt="2025-12-04T18:49:41.922" v="5493"/>
          <ac:spMkLst>
            <pc:docMk/>
            <pc:sldMk cId="2311047263" sldId="320"/>
            <ac:spMk id="66" creationId="{5724676D-49C7-5D9C-D84B-A4B9FB44462D}"/>
          </ac:spMkLst>
        </pc:spChg>
        <pc:spChg chg="mod">
          <ac:chgData name="Alex Blandón" userId="7d795bfe-18ab-4902-aaf2-9e41080f467f" providerId="ADAL" clId="{9C8463DE-3521-4048-B966-9077F0537975}" dt="2025-12-04T18:52:41.580" v="5588"/>
          <ac:spMkLst>
            <pc:docMk/>
            <pc:sldMk cId="2311047263" sldId="320"/>
            <ac:spMk id="74" creationId="{A7DEFDE1-B981-0BA3-8AAB-2C412AF01736}"/>
          </ac:spMkLst>
        </pc:spChg>
        <pc:spChg chg="mod">
          <ac:chgData name="Alex Blandón" userId="7d795bfe-18ab-4902-aaf2-9e41080f467f" providerId="ADAL" clId="{9C8463DE-3521-4048-B966-9077F0537975}" dt="2025-12-04T18:53:34.689" v="5590"/>
          <ac:spMkLst>
            <pc:docMk/>
            <pc:sldMk cId="2311047263" sldId="320"/>
            <ac:spMk id="77" creationId="{8665AFBF-56F6-DDC5-A7E4-C583E0A38CE2}"/>
          </ac:spMkLst>
        </pc:spChg>
        <pc:spChg chg="mod">
          <ac:chgData name="Alex Blandón" userId="7d795bfe-18ab-4902-aaf2-9e41080f467f" providerId="ADAL" clId="{9C8463DE-3521-4048-B966-9077F0537975}" dt="2025-12-04T18:54:27.392" v="5593"/>
          <ac:spMkLst>
            <pc:docMk/>
            <pc:sldMk cId="2311047263" sldId="320"/>
            <ac:spMk id="80" creationId="{4026406C-5C60-6682-190C-100268073D02}"/>
          </ac:spMkLst>
        </pc:spChg>
        <pc:grpChg chg="add mod">
          <ac:chgData name="Alex Blandón" userId="7d795bfe-18ab-4902-aaf2-9e41080f467f" providerId="ADAL" clId="{9C8463DE-3521-4048-B966-9077F0537975}" dt="2025-12-04T18:57:11.017" v="5768" actId="1035"/>
          <ac:grpSpMkLst>
            <pc:docMk/>
            <pc:sldMk cId="2311047263" sldId="320"/>
            <ac:grpSpMk id="54" creationId="{FCCDEC32-B90D-BD67-797D-24CF2E022539}"/>
          </ac:grpSpMkLst>
        </pc:grpChg>
        <pc:grpChg chg="add mod">
          <ac:chgData name="Alex Blandón" userId="7d795bfe-18ab-4902-aaf2-9e41080f467f" providerId="ADAL" clId="{9C8463DE-3521-4048-B966-9077F0537975}" dt="2025-12-04T18:57:11.017" v="5768" actId="1035"/>
          <ac:grpSpMkLst>
            <pc:docMk/>
            <pc:sldMk cId="2311047263" sldId="320"/>
            <ac:grpSpMk id="56" creationId="{7A3A23C1-3B14-6C40-FE5C-90B9BA3D7104}"/>
          </ac:grpSpMkLst>
        </pc:grpChg>
        <pc:grpChg chg="add mod">
          <ac:chgData name="Alex Blandón" userId="7d795bfe-18ab-4902-aaf2-9e41080f467f" providerId="ADAL" clId="{9C8463DE-3521-4048-B966-9077F0537975}" dt="2025-12-04T18:57:11.017" v="5768" actId="1035"/>
          <ac:grpSpMkLst>
            <pc:docMk/>
            <pc:sldMk cId="2311047263" sldId="320"/>
            <ac:grpSpMk id="62" creationId="{040638D2-B881-ADAA-F697-2EC827D4D30A}"/>
          </ac:grpSpMkLst>
        </pc:grpChg>
        <pc:grpChg chg="add mod">
          <ac:chgData name="Alex Blandón" userId="7d795bfe-18ab-4902-aaf2-9e41080f467f" providerId="ADAL" clId="{9C8463DE-3521-4048-B966-9077F0537975}" dt="2025-12-04T18:57:11.017" v="5768" actId="1035"/>
          <ac:grpSpMkLst>
            <pc:docMk/>
            <pc:sldMk cId="2311047263" sldId="320"/>
            <ac:grpSpMk id="73" creationId="{A48B1F75-055C-D079-2CA0-3B807740B091}"/>
          </ac:grpSpMkLst>
        </pc:grpChg>
        <pc:grpChg chg="add mod">
          <ac:chgData name="Alex Blandón" userId="7d795bfe-18ab-4902-aaf2-9e41080f467f" providerId="ADAL" clId="{9C8463DE-3521-4048-B966-9077F0537975}" dt="2025-12-04T18:57:11.017" v="5768" actId="1035"/>
          <ac:grpSpMkLst>
            <pc:docMk/>
            <pc:sldMk cId="2311047263" sldId="320"/>
            <ac:grpSpMk id="76" creationId="{22EFB290-6B2D-65DB-E340-AB3A384EF374}"/>
          </ac:grpSpMkLst>
        </pc:grpChg>
        <pc:grpChg chg="add mod">
          <ac:chgData name="Alex Blandón" userId="7d795bfe-18ab-4902-aaf2-9e41080f467f" providerId="ADAL" clId="{9C8463DE-3521-4048-B966-9077F0537975}" dt="2025-12-04T18:57:11.017" v="5768" actId="1035"/>
          <ac:grpSpMkLst>
            <pc:docMk/>
            <pc:sldMk cId="2311047263" sldId="320"/>
            <ac:grpSpMk id="79" creationId="{A6A9CC5E-297C-9B1F-9101-26E4B2C14484}"/>
          </ac:grpSpMkLst>
        </pc:grpChg>
        <pc:picChg chg="mod">
          <ac:chgData name="Alex Blandón" userId="7d795bfe-18ab-4902-aaf2-9e41080f467f" providerId="ADAL" clId="{9C8463DE-3521-4048-B966-9077F0537975}" dt="2025-12-04T18:56:33.522" v="5707" actId="1035"/>
          <ac:picMkLst>
            <pc:docMk/>
            <pc:sldMk cId="2311047263" sldId="320"/>
            <ac:picMk id="5" creationId="{45175710-3D1D-3678-B564-414352DFE438}"/>
          </ac:picMkLst>
        </pc:picChg>
        <pc:picChg chg="add mod">
          <ac:chgData name="Alex Blandón" userId="7d795bfe-18ab-4902-aaf2-9e41080f467f" providerId="ADAL" clId="{9C8463DE-3521-4048-B966-9077F0537975}" dt="2025-12-04T09:23:26.711" v="4169" actId="1076"/>
          <ac:picMkLst>
            <pc:docMk/>
            <pc:sldMk cId="2311047263" sldId="320"/>
            <ac:picMk id="6" creationId="{99634105-342A-39DD-AFB8-602FF1F7F55D}"/>
          </ac:picMkLst>
        </pc:picChg>
        <pc:picChg chg="add mod">
          <ac:chgData name="Alex Blandón" userId="7d795bfe-18ab-4902-aaf2-9e41080f467f" providerId="ADAL" clId="{9C8463DE-3521-4048-B966-9077F0537975}" dt="2025-12-04T09:23:26.711" v="4169" actId="1076"/>
          <ac:picMkLst>
            <pc:docMk/>
            <pc:sldMk cId="2311047263" sldId="320"/>
            <ac:picMk id="8" creationId="{98F32D2C-D732-F9FD-842E-2BC0C98608C3}"/>
          </ac:picMkLst>
        </pc:picChg>
        <pc:picChg chg="add mod">
          <ac:chgData name="Alex Blandón" userId="7d795bfe-18ab-4902-aaf2-9e41080f467f" providerId="ADAL" clId="{9C8463DE-3521-4048-B966-9077F0537975}" dt="2025-12-04T09:23:26.711" v="4169" actId="1076"/>
          <ac:picMkLst>
            <pc:docMk/>
            <pc:sldMk cId="2311047263" sldId="320"/>
            <ac:picMk id="9" creationId="{22A6E6A5-831C-A03B-72CA-0CC49F2EC52F}"/>
          </ac:picMkLst>
        </pc:picChg>
        <pc:picChg chg="add mod">
          <ac:chgData name="Alex Blandón" userId="7d795bfe-18ab-4902-aaf2-9e41080f467f" providerId="ADAL" clId="{9C8463DE-3521-4048-B966-9077F0537975}" dt="2025-12-04T09:23:26.711" v="4169" actId="1076"/>
          <ac:picMkLst>
            <pc:docMk/>
            <pc:sldMk cId="2311047263" sldId="320"/>
            <ac:picMk id="10" creationId="{70F93DB6-DC08-C431-1054-D00C749C5FEE}"/>
          </ac:picMkLst>
        </pc:picChg>
        <pc:picChg chg="add mod">
          <ac:chgData name="Alex Blandón" userId="7d795bfe-18ab-4902-aaf2-9e41080f467f" providerId="ADAL" clId="{9C8463DE-3521-4048-B966-9077F0537975}" dt="2025-12-04T09:23:26.711" v="4169" actId="1076"/>
          <ac:picMkLst>
            <pc:docMk/>
            <pc:sldMk cId="2311047263" sldId="320"/>
            <ac:picMk id="12" creationId="{25C8E79C-B369-53EC-DD62-11602187351B}"/>
          </ac:picMkLst>
        </pc:picChg>
        <pc:picChg chg="add mod">
          <ac:chgData name="Alex Blandón" userId="7d795bfe-18ab-4902-aaf2-9e41080f467f" providerId="ADAL" clId="{9C8463DE-3521-4048-B966-9077F0537975}" dt="2025-12-04T09:23:08.924" v="4166" actId="408"/>
          <ac:picMkLst>
            <pc:docMk/>
            <pc:sldMk cId="2311047263" sldId="320"/>
            <ac:picMk id="13" creationId="{F8A71330-5954-E9A0-1326-6B1023272F9A}"/>
          </ac:picMkLst>
        </pc:picChg>
        <pc:picChg chg="add mod">
          <ac:chgData name="Alex Blandón" userId="7d795bfe-18ab-4902-aaf2-9e41080f467f" providerId="ADAL" clId="{9C8463DE-3521-4048-B966-9077F0537975}" dt="2025-12-04T09:23:26.711" v="4169" actId="1076"/>
          <ac:picMkLst>
            <pc:docMk/>
            <pc:sldMk cId="2311047263" sldId="320"/>
            <ac:picMk id="14" creationId="{0C937CA7-4442-207E-8A2C-9C3AE235E7CC}"/>
          </ac:picMkLst>
        </pc:picChg>
        <pc:picChg chg="add mod">
          <ac:chgData name="Alex Blandón" userId="7d795bfe-18ab-4902-aaf2-9e41080f467f" providerId="ADAL" clId="{9C8463DE-3521-4048-B966-9077F0537975}" dt="2025-12-04T09:23:26.711" v="4169" actId="1076"/>
          <ac:picMkLst>
            <pc:docMk/>
            <pc:sldMk cId="2311047263" sldId="320"/>
            <ac:picMk id="15" creationId="{9B651AC0-0D8C-01BE-B120-186087B638A2}"/>
          </ac:picMkLst>
        </pc:picChg>
        <pc:picChg chg="add mod">
          <ac:chgData name="Alex Blandón" userId="7d795bfe-18ab-4902-aaf2-9e41080f467f" providerId="ADAL" clId="{9C8463DE-3521-4048-B966-9077F0537975}" dt="2025-12-04T09:23:26.711" v="4169" actId="1076"/>
          <ac:picMkLst>
            <pc:docMk/>
            <pc:sldMk cId="2311047263" sldId="320"/>
            <ac:picMk id="16" creationId="{F622A2FA-EFF2-93BC-55A5-8FBA0747C139}"/>
          </ac:picMkLst>
        </pc:picChg>
        <pc:picChg chg="add mod">
          <ac:chgData name="Alex Blandón" userId="7d795bfe-18ab-4902-aaf2-9e41080f467f" providerId="ADAL" clId="{9C8463DE-3521-4048-B966-9077F0537975}" dt="2025-12-04T09:22:49.996" v="4163" actId="1076"/>
          <ac:picMkLst>
            <pc:docMk/>
            <pc:sldMk cId="2311047263" sldId="320"/>
            <ac:picMk id="17" creationId="{15AA06C3-B9B0-D80D-D6D0-644B56B85994}"/>
          </ac:picMkLst>
        </pc:picChg>
        <pc:picChg chg="add mod">
          <ac:chgData name="Alex Blandón" userId="7d795bfe-18ab-4902-aaf2-9e41080f467f" providerId="ADAL" clId="{9C8463DE-3521-4048-B966-9077F0537975}" dt="2025-12-04T09:23:26.711" v="4169" actId="1076"/>
          <ac:picMkLst>
            <pc:docMk/>
            <pc:sldMk cId="2311047263" sldId="320"/>
            <ac:picMk id="18" creationId="{1A07DC71-99E7-9DD4-2312-374EEDFDFDBB}"/>
          </ac:picMkLst>
        </pc:picChg>
        <pc:picChg chg="add mod">
          <ac:chgData name="Alex Blandón" userId="7d795bfe-18ab-4902-aaf2-9e41080f467f" providerId="ADAL" clId="{9C8463DE-3521-4048-B966-9077F0537975}" dt="2025-12-04T09:23:26.711" v="4169" actId="1076"/>
          <ac:picMkLst>
            <pc:docMk/>
            <pc:sldMk cId="2311047263" sldId="320"/>
            <ac:picMk id="19" creationId="{416DA306-C653-9A06-0905-223D8ACBAFC9}"/>
          </ac:picMkLst>
        </pc:picChg>
        <pc:picChg chg="add mod">
          <ac:chgData name="Alex Blandón" userId="7d795bfe-18ab-4902-aaf2-9e41080f467f" providerId="ADAL" clId="{9C8463DE-3521-4048-B966-9077F0537975}" dt="2025-12-04T18:56:33.522" v="5707" actId="1035"/>
          <ac:picMkLst>
            <pc:docMk/>
            <pc:sldMk cId="2311047263" sldId="320"/>
            <ac:picMk id="20" creationId="{D75109EC-8E69-D5E8-4086-C54FEBC43D20}"/>
          </ac:picMkLst>
        </pc:picChg>
        <pc:picChg chg="add mod">
          <ac:chgData name="Alex Blandón" userId="7d795bfe-18ab-4902-aaf2-9e41080f467f" providerId="ADAL" clId="{9C8463DE-3521-4048-B966-9077F0537975}" dt="2025-12-04T09:24:26.151" v="4179" actId="207"/>
          <ac:picMkLst>
            <pc:docMk/>
            <pc:sldMk cId="2311047263" sldId="320"/>
            <ac:picMk id="21" creationId="{0FE91A31-1158-43B7-7746-F9E96CC4B674}"/>
          </ac:picMkLst>
        </pc:picChg>
        <pc:picChg chg="mod">
          <ac:chgData name="Alex Blandón" userId="7d795bfe-18ab-4902-aaf2-9e41080f467f" providerId="ADAL" clId="{9C8463DE-3521-4048-B966-9077F0537975}" dt="2025-12-04T18:17:35.322" v="4991" actId="1076"/>
          <ac:picMkLst>
            <pc:docMk/>
            <pc:sldMk cId="2311047263" sldId="320"/>
            <ac:picMk id="22" creationId="{6067E780-D67E-DCE1-C374-B78E8002D0B2}"/>
          </ac:picMkLst>
        </pc:picChg>
        <pc:picChg chg="add mod">
          <ac:chgData name="Alex Blandón" userId="7d795bfe-18ab-4902-aaf2-9e41080f467f" providerId="ADAL" clId="{9C8463DE-3521-4048-B966-9077F0537975}" dt="2025-12-04T18:56:08.323" v="5684" actId="1037"/>
          <ac:picMkLst>
            <pc:docMk/>
            <pc:sldMk cId="2311047263" sldId="320"/>
            <ac:picMk id="25" creationId="{FBB6DDA3-5461-35D0-0AA4-C08BB880EF6D}"/>
          </ac:picMkLst>
        </pc:picChg>
        <pc:picChg chg="add mod">
          <ac:chgData name="Alex Blandón" userId="7d795bfe-18ab-4902-aaf2-9e41080f467f" providerId="ADAL" clId="{9C8463DE-3521-4048-B966-9077F0537975}" dt="2025-12-04T11:45:06.576" v="4690" actId="1036"/>
          <ac:picMkLst>
            <pc:docMk/>
            <pc:sldMk cId="2311047263" sldId="320"/>
            <ac:picMk id="39" creationId="{537B89E2-A7D9-76C8-FFA0-8E2957F1B51A}"/>
          </ac:picMkLst>
        </pc:picChg>
        <pc:picChg chg="add mod">
          <ac:chgData name="Alex Blandón" userId="7d795bfe-18ab-4902-aaf2-9e41080f467f" providerId="ADAL" clId="{9C8463DE-3521-4048-B966-9077F0537975}" dt="2025-12-04T18:56:18.702" v="5685" actId="408"/>
          <ac:picMkLst>
            <pc:docMk/>
            <pc:sldMk cId="2311047263" sldId="320"/>
            <ac:picMk id="41" creationId="{0509BA24-CD74-205E-C1EA-3C455FAFC2E5}"/>
          </ac:picMkLst>
        </pc:picChg>
        <pc:picChg chg="add mod">
          <ac:chgData name="Alex Blandón" userId="7d795bfe-18ab-4902-aaf2-9e41080f467f" providerId="ADAL" clId="{9C8463DE-3521-4048-B966-9077F0537975}" dt="2025-12-04T18:56:18.702" v="5685" actId="408"/>
          <ac:picMkLst>
            <pc:docMk/>
            <pc:sldMk cId="2311047263" sldId="320"/>
            <ac:picMk id="42" creationId="{9EE9851B-476B-E230-62C0-A10CE21807D1}"/>
          </ac:picMkLst>
        </pc:picChg>
        <pc:picChg chg="add mod">
          <ac:chgData name="Alex Blandón" userId="7d795bfe-18ab-4902-aaf2-9e41080f467f" providerId="ADAL" clId="{9C8463DE-3521-4048-B966-9077F0537975}" dt="2025-12-04T18:56:18.702" v="5685" actId="408"/>
          <ac:picMkLst>
            <pc:docMk/>
            <pc:sldMk cId="2311047263" sldId="320"/>
            <ac:picMk id="43" creationId="{9A628590-8413-6253-2449-59EAE9518F8E}"/>
          </ac:picMkLst>
        </pc:picChg>
        <pc:picChg chg="add mod">
          <ac:chgData name="Alex Blandón" userId="7d795bfe-18ab-4902-aaf2-9e41080f467f" providerId="ADAL" clId="{9C8463DE-3521-4048-B966-9077F0537975}" dt="2025-12-04T18:56:18.702" v="5685" actId="408"/>
          <ac:picMkLst>
            <pc:docMk/>
            <pc:sldMk cId="2311047263" sldId="320"/>
            <ac:picMk id="44" creationId="{0D04F46E-F5B0-9DF5-24E7-E78064057850}"/>
          </ac:picMkLst>
        </pc:picChg>
        <pc:picChg chg="add mod">
          <ac:chgData name="Alex Blandón" userId="7d795bfe-18ab-4902-aaf2-9e41080f467f" providerId="ADAL" clId="{9C8463DE-3521-4048-B966-9077F0537975}" dt="2025-12-04T18:56:18.702" v="5685" actId="408"/>
          <ac:picMkLst>
            <pc:docMk/>
            <pc:sldMk cId="2311047263" sldId="320"/>
            <ac:picMk id="45" creationId="{8E389DBA-E075-0925-236A-39E60E7E16BA}"/>
          </ac:picMkLst>
        </pc:picChg>
        <pc:picChg chg="add mod">
          <ac:chgData name="Alex Blandón" userId="7d795bfe-18ab-4902-aaf2-9e41080f467f" providerId="ADAL" clId="{9C8463DE-3521-4048-B966-9077F0537975}" dt="2025-12-04T18:56:18.702" v="5685" actId="408"/>
          <ac:picMkLst>
            <pc:docMk/>
            <pc:sldMk cId="2311047263" sldId="320"/>
            <ac:picMk id="46" creationId="{039520CF-76E5-E357-8E38-A39261D1E403}"/>
          </ac:picMkLst>
        </pc:picChg>
        <pc:picChg chg="add mod">
          <ac:chgData name="Alex Blandón" userId="7d795bfe-18ab-4902-aaf2-9e41080f467f" providerId="ADAL" clId="{9C8463DE-3521-4048-B966-9077F0537975}" dt="2025-12-04T18:51:09.855" v="5537" actId="1037"/>
          <ac:picMkLst>
            <pc:docMk/>
            <pc:sldMk cId="2311047263" sldId="320"/>
            <ac:picMk id="47" creationId="{C8C7F65A-D48F-0AF4-FF84-2891A455E11D}"/>
          </ac:picMkLst>
        </pc:picChg>
        <pc:picChg chg="add mod">
          <ac:chgData name="Alex Blandón" userId="7d795bfe-18ab-4902-aaf2-9e41080f467f" providerId="ADAL" clId="{9C8463DE-3521-4048-B966-9077F0537975}" dt="2025-12-04T18:56:18.702" v="5685" actId="408"/>
          <ac:picMkLst>
            <pc:docMk/>
            <pc:sldMk cId="2311047263" sldId="320"/>
            <ac:picMk id="48" creationId="{7568BA4A-E4F6-02FE-3A74-D56AA55A962C}"/>
          </ac:picMkLst>
        </pc:picChg>
        <pc:picChg chg="add mod">
          <ac:chgData name="Alex Blandón" userId="7d795bfe-18ab-4902-aaf2-9e41080f467f" providerId="ADAL" clId="{9C8463DE-3521-4048-B966-9077F0537975}" dt="2025-12-04T18:56:18.702" v="5685" actId="408"/>
          <ac:picMkLst>
            <pc:docMk/>
            <pc:sldMk cId="2311047263" sldId="320"/>
            <ac:picMk id="49" creationId="{3D2A3BFD-FCBD-6F4A-6DA0-822CC99CA893}"/>
          </ac:picMkLst>
        </pc:picChg>
        <pc:picChg chg="add mod">
          <ac:chgData name="Alex Blandón" userId="7d795bfe-18ab-4902-aaf2-9e41080f467f" providerId="ADAL" clId="{9C8463DE-3521-4048-B966-9077F0537975}" dt="2025-12-04T18:56:18.702" v="5685" actId="408"/>
          <ac:picMkLst>
            <pc:docMk/>
            <pc:sldMk cId="2311047263" sldId="320"/>
            <ac:picMk id="50" creationId="{05FEAF47-B662-5AFA-2CA7-5AB3A43C0BFD}"/>
          </ac:picMkLst>
        </pc:picChg>
        <pc:picChg chg="add mod">
          <ac:chgData name="Alex Blandón" userId="7d795bfe-18ab-4902-aaf2-9e41080f467f" providerId="ADAL" clId="{9C8463DE-3521-4048-B966-9077F0537975}" dt="2025-12-04T18:56:18.702" v="5685" actId="408"/>
          <ac:picMkLst>
            <pc:docMk/>
            <pc:sldMk cId="2311047263" sldId="320"/>
            <ac:picMk id="51" creationId="{4A4040BE-F10A-590B-FB41-9F9320E36506}"/>
          </ac:picMkLst>
        </pc:picChg>
        <pc:picChg chg="add mod">
          <ac:chgData name="Alex Blandón" userId="7d795bfe-18ab-4902-aaf2-9e41080f467f" providerId="ADAL" clId="{9C8463DE-3521-4048-B966-9077F0537975}" dt="2025-12-04T18:56:04.732" v="5667" actId="1037"/>
          <ac:picMkLst>
            <pc:docMk/>
            <pc:sldMk cId="2311047263" sldId="320"/>
            <ac:picMk id="52" creationId="{7D961400-4EA6-6AA4-4A16-0C0B470AE969}"/>
          </ac:picMkLst>
        </pc:picChg>
        <pc:picChg chg="mod">
          <ac:chgData name="Alex Blandón" userId="7d795bfe-18ab-4902-aaf2-9e41080f467f" providerId="ADAL" clId="{9C8463DE-3521-4048-B966-9077F0537975}" dt="2025-12-04T18:51:19.332" v="5564" actId="1035"/>
          <ac:picMkLst>
            <pc:docMk/>
            <pc:sldMk cId="2311047263" sldId="320"/>
            <ac:picMk id="60" creationId="{6C137BD4-51EB-6823-50AF-D1F5D18AB892}"/>
          </ac:picMkLst>
        </pc:picChg>
        <pc:picChg chg="mod">
          <ac:chgData name="Alex Blandón" userId="7d795bfe-18ab-4902-aaf2-9e41080f467f" providerId="ADAL" clId="{9C8463DE-3521-4048-B966-9077F0537975}" dt="2025-12-04T18:17:36.760" v="4992" actId="1076"/>
          <ac:picMkLst>
            <pc:docMk/>
            <pc:sldMk cId="2311047263" sldId="320"/>
            <ac:picMk id="61" creationId="{FD972D41-809C-6FC3-D7CC-8D8C41A8EE82}"/>
          </ac:picMkLst>
        </pc:picChg>
        <pc:picChg chg="mod">
          <ac:chgData name="Alex Blandón" userId="7d795bfe-18ab-4902-aaf2-9e41080f467f" providerId="ADAL" clId="{9C8463DE-3521-4048-B966-9077F0537975}" dt="2025-12-04T18:51:03.056" v="5516" actId="1036"/>
          <ac:picMkLst>
            <pc:docMk/>
            <pc:sldMk cId="2311047263" sldId="320"/>
            <ac:picMk id="67" creationId="{570E8BBD-301B-5171-3EDC-8BCA606D37FC}"/>
          </ac:picMkLst>
        </pc:picChg>
        <pc:picChg chg="mod">
          <ac:chgData name="Alex Blandón" userId="7d795bfe-18ab-4902-aaf2-9e41080f467f" providerId="ADAL" clId="{9C8463DE-3521-4048-B966-9077F0537975}" dt="2025-12-04T18:52:41.580" v="5588"/>
          <ac:picMkLst>
            <pc:docMk/>
            <pc:sldMk cId="2311047263" sldId="320"/>
            <ac:picMk id="75" creationId="{A896DC14-E8F0-B106-5D95-78B45FF1A0CB}"/>
          </ac:picMkLst>
        </pc:picChg>
        <pc:picChg chg="mod">
          <ac:chgData name="Alex Blandón" userId="7d795bfe-18ab-4902-aaf2-9e41080f467f" providerId="ADAL" clId="{9C8463DE-3521-4048-B966-9077F0537975}" dt="2025-12-04T18:53:34.689" v="5590"/>
          <ac:picMkLst>
            <pc:docMk/>
            <pc:sldMk cId="2311047263" sldId="320"/>
            <ac:picMk id="78" creationId="{0ABA3B9B-0DEB-2381-FA9A-DB79D0EC8803}"/>
          </ac:picMkLst>
        </pc:picChg>
        <pc:picChg chg="mod">
          <ac:chgData name="Alex Blandón" userId="7d795bfe-18ab-4902-aaf2-9e41080f467f" providerId="ADAL" clId="{9C8463DE-3521-4048-B966-9077F0537975}" dt="2025-12-04T18:54:27.392" v="5593"/>
          <ac:picMkLst>
            <pc:docMk/>
            <pc:sldMk cId="2311047263" sldId="320"/>
            <ac:picMk id="81" creationId="{85C94723-DCE7-3B73-7DAE-B97AB1E2C1FA}"/>
          </ac:picMkLst>
        </pc:picChg>
        <pc:cxnChg chg="add mod">
          <ac:chgData name="Alex Blandón" userId="7d795bfe-18ab-4902-aaf2-9e41080f467f" providerId="ADAL" clId="{9C8463DE-3521-4048-B966-9077F0537975}" dt="2025-12-04T09:24:56.141" v="4183" actId="553"/>
          <ac:cxnSpMkLst>
            <pc:docMk/>
            <pc:sldMk cId="2311047263" sldId="320"/>
            <ac:cxnSpMk id="23" creationId="{CE133F12-360D-0437-4CCA-D843D6088F5F}"/>
          </ac:cxnSpMkLst>
        </pc:cxnChg>
        <pc:cxnChg chg="add mod">
          <ac:chgData name="Alex Blandón" userId="7d795bfe-18ab-4902-aaf2-9e41080f467f" providerId="ADAL" clId="{9C8463DE-3521-4048-B966-9077F0537975}" dt="2025-12-04T09:24:56.141" v="4183" actId="553"/>
          <ac:cxnSpMkLst>
            <pc:docMk/>
            <pc:sldMk cId="2311047263" sldId="320"/>
            <ac:cxnSpMk id="24" creationId="{8F9A51BE-D3E2-FDEE-4BC8-59F1DA130656}"/>
          </ac:cxnSpMkLst>
        </pc:cxnChg>
        <pc:cxnChg chg="add mod">
          <ac:chgData name="Alex Blandón" userId="7d795bfe-18ab-4902-aaf2-9e41080f467f" providerId="ADAL" clId="{9C8463DE-3521-4048-B966-9077F0537975}" dt="2025-12-04T09:26:57.193" v="4217" actId="1582"/>
          <ac:cxnSpMkLst>
            <pc:docMk/>
            <pc:sldMk cId="2311047263" sldId="320"/>
            <ac:cxnSpMk id="30" creationId="{AC85A01D-5616-CC81-E24C-2CDC1C59B7B7}"/>
          </ac:cxnSpMkLst>
        </pc:cxnChg>
      </pc:sldChg>
      <pc:sldChg chg="addSp modSp mod">
        <pc:chgData name="Alex Blandón" userId="7d795bfe-18ab-4902-aaf2-9e41080f467f" providerId="ADAL" clId="{9C8463DE-3521-4048-B966-9077F0537975}" dt="2025-12-04T20:13:49.464" v="9081" actId="1076"/>
        <pc:sldMkLst>
          <pc:docMk/>
          <pc:sldMk cId="888422313" sldId="321"/>
        </pc:sldMkLst>
        <pc:spChg chg="mod">
          <ac:chgData name="Alex Blandón" userId="7d795bfe-18ab-4902-aaf2-9e41080f467f" providerId="ADAL" clId="{9C8463DE-3521-4048-B966-9077F0537975}" dt="2025-12-04T20:13:34.098" v="9077" actId="1036"/>
          <ac:spMkLst>
            <pc:docMk/>
            <pc:sldMk cId="888422313" sldId="321"/>
            <ac:spMk id="5" creationId="{3259D922-28C5-5D1A-CD42-0B2F830F7957}"/>
          </ac:spMkLst>
        </pc:spChg>
        <pc:spChg chg="mod">
          <ac:chgData name="Alex Blandón" userId="7d795bfe-18ab-4902-aaf2-9e41080f467f" providerId="ADAL" clId="{9C8463DE-3521-4048-B966-9077F0537975}" dt="2025-12-04T20:13:34.098" v="9077" actId="1036"/>
          <ac:spMkLst>
            <pc:docMk/>
            <pc:sldMk cId="888422313" sldId="321"/>
            <ac:spMk id="7" creationId="{B10CD821-48FB-78EA-0509-C3DB97B4845D}"/>
          </ac:spMkLst>
        </pc:spChg>
        <pc:spChg chg="mod">
          <ac:chgData name="Alex Blandón" userId="7d795bfe-18ab-4902-aaf2-9e41080f467f" providerId="ADAL" clId="{9C8463DE-3521-4048-B966-9077F0537975}" dt="2025-12-04T20:13:34.098" v="9077" actId="1036"/>
          <ac:spMkLst>
            <pc:docMk/>
            <pc:sldMk cId="888422313" sldId="321"/>
            <ac:spMk id="9" creationId="{651BA63B-E1DD-1466-E8B4-9E3528EC318E}"/>
          </ac:spMkLst>
        </pc:spChg>
        <pc:spChg chg="mod">
          <ac:chgData name="Alex Blandón" userId="7d795bfe-18ab-4902-aaf2-9e41080f467f" providerId="ADAL" clId="{9C8463DE-3521-4048-B966-9077F0537975}" dt="2025-12-04T20:13:34.098" v="9077" actId="1036"/>
          <ac:spMkLst>
            <pc:docMk/>
            <pc:sldMk cId="888422313" sldId="321"/>
            <ac:spMk id="17" creationId="{68EDF531-86C0-DF7B-7C05-2615371E913C}"/>
          </ac:spMkLst>
        </pc:spChg>
        <pc:spChg chg="mod">
          <ac:chgData name="Alex Blandón" userId="7d795bfe-18ab-4902-aaf2-9e41080f467f" providerId="ADAL" clId="{9C8463DE-3521-4048-B966-9077F0537975}" dt="2025-12-04T20:13:34.098" v="9077" actId="1036"/>
          <ac:spMkLst>
            <pc:docMk/>
            <pc:sldMk cId="888422313" sldId="321"/>
            <ac:spMk id="24" creationId="{8E4CC2AC-08C4-6C75-C921-1C26E8438CE8}"/>
          </ac:spMkLst>
        </pc:spChg>
        <pc:spChg chg="mod">
          <ac:chgData name="Alex Blandón" userId="7d795bfe-18ab-4902-aaf2-9e41080f467f" providerId="ADAL" clId="{9C8463DE-3521-4048-B966-9077F0537975}" dt="2025-12-04T20:13:34.098" v="9077" actId="1036"/>
          <ac:spMkLst>
            <pc:docMk/>
            <pc:sldMk cId="888422313" sldId="321"/>
            <ac:spMk id="25" creationId="{54E263A7-6B79-29F0-57F7-307990B02BD4}"/>
          </ac:spMkLst>
        </pc:spChg>
        <pc:grpChg chg="ord">
          <ac:chgData name="Alex Blandón" userId="7d795bfe-18ab-4902-aaf2-9e41080f467f" providerId="ADAL" clId="{9C8463DE-3521-4048-B966-9077F0537975}" dt="2025-12-04T20:12:07.419" v="9043" actId="166"/>
          <ac:grpSpMkLst>
            <pc:docMk/>
            <pc:sldMk cId="888422313" sldId="321"/>
            <ac:grpSpMk id="38" creationId="{AF350D25-8956-397D-D28E-6F2258B4FDBD}"/>
          </ac:grpSpMkLst>
        </pc:grpChg>
        <pc:picChg chg="ord">
          <ac:chgData name="Alex Blandón" userId="7d795bfe-18ab-4902-aaf2-9e41080f467f" providerId="ADAL" clId="{9C8463DE-3521-4048-B966-9077F0537975}" dt="2025-12-04T20:12:07.419" v="9043" actId="166"/>
          <ac:picMkLst>
            <pc:docMk/>
            <pc:sldMk cId="888422313" sldId="321"/>
            <ac:picMk id="6" creationId="{C83466BD-E48E-211E-D767-F0D66957AC9D}"/>
          </ac:picMkLst>
        </pc:picChg>
        <pc:picChg chg="mod">
          <ac:chgData name="Alex Blandón" userId="7d795bfe-18ab-4902-aaf2-9e41080f467f" providerId="ADAL" clId="{9C8463DE-3521-4048-B966-9077F0537975}" dt="2025-12-04T20:12:11.996" v="9044" actId="1076"/>
          <ac:picMkLst>
            <pc:docMk/>
            <pc:sldMk cId="888422313" sldId="321"/>
            <ac:picMk id="8" creationId="{E571AC9C-0455-90A3-35A5-7D476BE7E069}"/>
          </ac:picMkLst>
        </pc:picChg>
        <pc:picChg chg="mod">
          <ac:chgData name="Alex Blandón" userId="7d795bfe-18ab-4902-aaf2-9e41080f467f" providerId="ADAL" clId="{9C8463DE-3521-4048-B966-9077F0537975}" dt="2025-12-04T20:13:45.367" v="9080" actId="1076"/>
          <ac:picMkLst>
            <pc:docMk/>
            <pc:sldMk cId="888422313" sldId="321"/>
            <ac:picMk id="12" creationId="{6A089E1C-0FF1-4CAC-41FC-BDEA54585ABC}"/>
          </ac:picMkLst>
        </pc:picChg>
        <pc:picChg chg="mod ord">
          <ac:chgData name="Alex Blandón" userId="7d795bfe-18ab-4902-aaf2-9e41080f467f" providerId="ADAL" clId="{9C8463DE-3521-4048-B966-9077F0537975}" dt="2025-12-04T20:13:34.098" v="9077" actId="1036"/>
          <ac:picMkLst>
            <pc:docMk/>
            <pc:sldMk cId="888422313" sldId="321"/>
            <ac:picMk id="18" creationId="{595661FB-86DD-30E7-6A2E-CE142DABC540}"/>
          </ac:picMkLst>
        </pc:picChg>
        <pc:picChg chg="ord">
          <ac:chgData name="Alex Blandón" userId="7d795bfe-18ab-4902-aaf2-9e41080f467f" providerId="ADAL" clId="{9C8463DE-3521-4048-B966-9077F0537975}" dt="2025-12-04T20:12:07.419" v="9043" actId="166"/>
          <ac:picMkLst>
            <pc:docMk/>
            <pc:sldMk cId="888422313" sldId="321"/>
            <ac:picMk id="27" creationId="{CFD17280-AA26-8856-5E60-84C5D8D1BC12}"/>
          </ac:picMkLst>
        </pc:picChg>
        <pc:picChg chg="mod ord">
          <ac:chgData name="Alex Blandón" userId="7d795bfe-18ab-4902-aaf2-9e41080f467f" providerId="ADAL" clId="{9C8463DE-3521-4048-B966-9077F0537975}" dt="2025-12-04T20:13:34.098" v="9077" actId="1036"/>
          <ac:picMkLst>
            <pc:docMk/>
            <pc:sldMk cId="888422313" sldId="321"/>
            <ac:picMk id="28" creationId="{37F4BEEF-3A7E-3D49-BE95-22EEF84DFAEB}"/>
          </ac:picMkLst>
        </pc:picChg>
        <pc:picChg chg="mod">
          <ac:chgData name="Alex Blandón" userId="7d795bfe-18ab-4902-aaf2-9e41080f467f" providerId="ADAL" clId="{9C8463DE-3521-4048-B966-9077F0537975}" dt="2025-12-04T20:12:26.023" v="9048" actId="1076"/>
          <ac:picMkLst>
            <pc:docMk/>
            <pc:sldMk cId="888422313" sldId="321"/>
            <ac:picMk id="29" creationId="{E909B460-6C0F-2DD1-295D-FE060DA499B9}"/>
          </ac:picMkLst>
        </pc:picChg>
        <pc:picChg chg="mod">
          <ac:chgData name="Alex Blandón" userId="7d795bfe-18ab-4902-aaf2-9e41080f467f" providerId="ADAL" clId="{9C8463DE-3521-4048-B966-9077F0537975}" dt="2025-12-04T20:13:34.098" v="9077" actId="1036"/>
          <ac:picMkLst>
            <pc:docMk/>
            <pc:sldMk cId="888422313" sldId="321"/>
            <ac:picMk id="30" creationId="{31B7575B-5A3E-5E39-9F9C-501BC55019BC}"/>
          </ac:picMkLst>
        </pc:picChg>
        <pc:picChg chg="mod ord">
          <ac:chgData name="Alex Blandón" userId="7d795bfe-18ab-4902-aaf2-9e41080f467f" providerId="ADAL" clId="{9C8463DE-3521-4048-B966-9077F0537975}" dt="2025-12-04T20:12:22.831" v="9047" actId="1076"/>
          <ac:picMkLst>
            <pc:docMk/>
            <pc:sldMk cId="888422313" sldId="321"/>
            <ac:picMk id="31" creationId="{595F07C7-8A63-A060-A4B6-6DB8CA7C980A}"/>
          </ac:picMkLst>
        </pc:picChg>
        <pc:picChg chg="mod">
          <ac:chgData name="Alex Blandón" userId="7d795bfe-18ab-4902-aaf2-9e41080f467f" providerId="ADAL" clId="{9C8463DE-3521-4048-B966-9077F0537975}" dt="2025-12-04T20:13:34.098" v="9077" actId="1036"/>
          <ac:picMkLst>
            <pc:docMk/>
            <pc:sldMk cId="888422313" sldId="321"/>
            <ac:picMk id="32" creationId="{C5934837-688F-C488-B592-3AC2172ED680}"/>
          </ac:picMkLst>
        </pc:picChg>
        <pc:picChg chg="mod">
          <ac:chgData name="Alex Blandón" userId="7d795bfe-18ab-4902-aaf2-9e41080f467f" providerId="ADAL" clId="{9C8463DE-3521-4048-B966-9077F0537975}" dt="2025-12-04T20:12:59.630" v="9057" actId="1076"/>
          <ac:picMkLst>
            <pc:docMk/>
            <pc:sldMk cId="888422313" sldId="321"/>
            <ac:picMk id="35" creationId="{1CAD5CFB-030C-15D4-BF73-22FCD99E44CE}"/>
          </ac:picMkLst>
        </pc:picChg>
        <pc:picChg chg="mod">
          <ac:chgData name="Alex Blandón" userId="7d795bfe-18ab-4902-aaf2-9e41080f467f" providerId="ADAL" clId="{9C8463DE-3521-4048-B966-9077F0537975}" dt="2025-12-04T20:12:52.343" v="9055" actId="1076"/>
          <ac:picMkLst>
            <pc:docMk/>
            <pc:sldMk cId="888422313" sldId="321"/>
            <ac:picMk id="36" creationId="{26D9447F-DD63-CBB2-7E90-D0136A1ED1F7}"/>
          </ac:picMkLst>
        </pc:picChg>
        <pc:picChg chg="mod ord">
          <ac:chgData name="Alex Blandón" userId="7d795bfe-18ab-4902-aaf2-9e41080f467f" providerId="ADAL" clId="{9C8463DE-3521-4048-B966-9077F0537975}" dt="2025-12-04T20:13:40.628" v="9078" actId="1076"/>
          <ac:picMkLst>
            <pc:docMk/>
            <pc:sldMk cId="888422313" sldId="321"/>
            <ac:picMk id="37" creationId="{3139682D-3317-F7D9-B2B2-BEF221F68ACA}"/>
          </ac:picMkLst>
        </pc:picChg>
        <pc:picChg chg="mod">
          <ac:chgData name="Alex Blandón" userId="7d795bfe-18ab-4902-aaf2-9e41080f467f" providerId="ADAL" clId="{9C8463DE-3521-4048-B966-9077F0537975}" dt="2025-12-04T20:13:49.464" v="9081" actId="1076"/>
          <ac:picMkLst>
            <pc:docMk/>
            <pc:sldMk cId="888422313" sldId="321"/>
            <ac:picMk id="60" creationId="{6DC926DD-EC93-611C-F558-1248270A4718}"/>
          </ac:picMkLst>
        </pc:picChg>
        <pc:picChg chg="mod">
          <ac:chgData name="Alex Blandón" userId="7d795bfe-18ab-4902-aaf2-9e41080f467f" providerId="ADAL" clId="{9C8463DE-3521-4048-B966-9077F0537975}" dt="2025-12-04T20:13:44.157" v="9079" actId="1076"/>
          <ac:picMkLst>
            <pc:docMk/>
            <pc:sldMk cId="888422313" sldId="321"/>
            <ac:picMk id="61" creationId="{09444796-50BE-EB9E-2A4E-3289F92A4FF2}"/>
          </ac:picMkLst>
        </pc:picChg>
      </pc:sldChg>
      <pc:sldChg chg="addSp modSp mod">
        <pc:chgData name="Alex Blandón" userId="7d795bfe-18ab-4902-aaf2-9e41080f467f" providerId="ADAL" clId="{9C8463DE-3521-4048-B966-9077F0537975}" dt="2025-12-04T00:54:51.375" v="4130" actId="1076"/>
        <pc:sldMkLst>
          <pc:docMk/>
          <pc:sldMk cId="732224054" sldId="322"/>
        </pc:sldMkLst>
        <pc:spChg chg="mod">
          <ac:chgData name="Alex Blandón" userId="7d795bfe-18ab-4902-aaf2-9e41080f467f" providerId="ADAL" clId="{9C8463DE-3521-4048-B966-9077F0537975}" dt="2025-12-04T00:54:46.020" v="4129" actId="1076"/>
          <ac:spMkLst>
            <pc:docMk/>
            <pc:sldMk cId="732224054" sldId="322"/>
            <ac:spMk id="34" creationId="{1B0CA9DB-AA90-9305-E306-86E1C6F65505}"/>
          </ac:spMkLst>
        </pc:spChg>
        <pc:spChg chg="mod">
          <ac:chgData name="Alex Blandón" userId="7d795bfe-18ab-4902-aaf2-9e41080f467f" providerId="ADAL" clId="{9C8463DE-3521-4048-B966-9077F0537975}" dt="2025-12-04T00:54:43.564" v="4128" actId="1076"/>
          <ac:spMkLst>
            <pc:docMk/>
            <pc:sldMk cId="732224054" sldId="322"/>
            <ac:spMk id="35" creationId="{F0154A74-3C3A-87CB-6586-3ED1BFACDFC2}"/>
          </ac:spMkLst>
        </pc:spChg>
        <pc:spChg chg="mod">
          <ac:chgData name="Alex Blandón" userId="7d795bfe-18ab-4902-aaf2-9e41080f467f" providerId="ADAL" clId="{9C8463DE-3521-4048-B966-9077F0537975}" dt="2025-12-04T00:54:51.375" v="4130" actId="1076"/>
          <ac:spMkLst>
            <pc:docMk/>
            <pc:sldMk cId="732224054" sldId="322"/>
            <ac:spMk id="36" creationId="{B3C690DF-1757-ABC0-FBB7-E76B4661DF54}"/>
          </ac:spMkLst>
        </pc:spChg>
        <pc:spChg chg="mod">
          <ac:chgData name="Alex Blandón" userId="7d795bfe-18ab-4902-aaf2-9e41080f467f" providerId="ADAL" clId="{9C8463DE-3521-4048-B966-9077F0537975}" dt="2025-12-03T23:31:40.929" v="3682" actId="164"/>
          <ac:spMkLst>
            <pc:docMk/>
            <pc:sldMk cId="732224054" sldId="322"/>
            <ac:spMk id="37" creationId="{63CEB008-0619-95E4-C429-9F148D7D18FB}"/>
          </ac:spMkLst>
        </pc:spChg>
        <pc:spChg chg="mod">
          <ac:chgData name="Alex Blandón" userId="7d795bfe-18ab-4902-aaf2-9e41080f467f" providerId="ADAL" clId="{9C8463DE-3521-4048-B966-9077F0537975}" dt="2025-12-03T23:31:40.929" v="3682" actId="164"/>
          <ac:spMkLst>
            <pc:docMk/>
            <pc:sldMk cId="732224054" sldId="322"/>
            <ac:spMk id="41" creationId="{36E3B4FF-8FB8-AE10-E943-42CE50665966}"/>
          </ac:spMkLst>
        </pc:spChg>
        <pc:spChg chg="mod">
          <ac:chgData name="Alex Blandón" userId="7d795bfe-18ab-4902-aaf2-9e41080f467f" providerId="ADAL" clId="{9C8463DE-3521-4048-B966-9077F0537975}" dt="2025-12-03T23:31:40.929" v="3682" actId="164"/>
          <ac:spMkLst>
            <pc:docMk/>
            <pc:sldMk cId="732224054" sldId="322"/>
            <ac:spMk id="42" creationId="{CAD679B2-AAB6-6924-B3AA-121DCBEB373C}"/>
          </ac:spMkLst>
        </pc:spChg>
        <pc:grpChg chg="add mod">
          <ac:chgData name="Alex Blandón" userId="7d795bfe-18ab-4902-aaf2-9e41080f467f" providerId="ADAL" clId="{9C8463DE-3521-4048-B966-9077F0537975}" dt="2025-12-03T23:31:40.929" v="3682" actId="164"/>
          <ac:grpSpMkLst>
            <pc:docMk/>
            <pc:sldMk cId="732224054" sldId="322"/>
            <ac:grpSpMk id="3" creationId="{B843C76A-6B85-4F09-0153-9A7A79E3A1A8}"/>
          </ac:grpSpMkLst>
        </pc:grpChg>
        <pc:graphicFrameChg chg="mod">
          <ac:chgData name="Alex Blandón" userId="7d795bfe-18ab-4902-aaf2-9e41080f467f" providerId="ADAL" clId="{9C8463DE-3521-4048-B966-9077F0537975}" dt="2025-12-03T23:31:40.929" v="3682" actId="164"/>
          <ac:graphicFrameMkLst>
            <pc:docMk/>
            <pc:sldMk cId="732224054" sldId="322"/>
            <ac:graphicFrameMk id="17" creationId="{59AB6FFD-F4BC-D0DC-97A6-DAE648C708EE}"/>
          </ac:graphicFrameMkLst>
        </pc:graphicFrameChg>
        <pc:graphicFrameChg chg="mod">
          <ac:chgData name="Alex Blandón" userId="7d795bfe-18ab-4902-aaf2-9e41080f467f" providerId="ADAL" clId="{9C8463DE-3521-4048-B966-9077F0537975}" dt="2025-12-03T23:35:34.110" v="3687" actId="207"/>
          <ac:graphicFrameMkLst>
            <pc:docMk/>
            <pc:sldMk cId="732224054" sldId="322"/>
            <ac:graphicFrameMk id="32" creationId="{70B02654-1AF4-23E8-1E10-4F3FC4839FF9}"/>
          </ac:graphicFrameMkLst>
        </pc:graphicFrameChg>
      </pc:sldChg>
      <pc:sldChg chg="addSp delSp modSp add mod addAnim delAnim modAnim modNotesTx">
        <pc:chgData name="Alex Blandón" userId="7d795bfe-18ab-4902-aaf2-9e41080f467f" providerId="ADAL" clId="{9C8463DE-3521-4048-B966-9077F0537975}" dt="2025-12-05T08:57:42.235" v="9104" actId="14100"/>
        <pc:sldMkLst>
          <pc:docMk/>
          <pc:sldMk cId="3265593624" sldId="324"/>
        </pc:sldMkLst>
        <pc:spChg chg="mod">
          <ac:chgData name="Alex Blandón" userId="7d795bfe-18ab-4902-aaf2-9e41080f467f" providerId="ADAL" clId="{9C8463DE-3521-4048-B966-9077F0537975}" dt="2025-12-05T08:57:42.235" v="9104" actId="14100"/>
          <ac:spMkLst>
            <pc:docMk/>
            <pc:sldMk cId="3265593624" sldId="324"/>
            <ac:spMk id="24" creationId="{DB749C79-CA6A-26A9-092E-0632AFA06D7F}"/>
          </ac:spMkLst>
        </pc:spChg>
        <pc:spChg chg="mod">
          <ac:chgData name="Alex Blandón" userId="7d795bfe-18ab-4902-aaf2-9e41080f467f" providerId="ADAL" clId="{9C8463DE-3521-4048-B966-9077F0537975}" dt="2025-12-04T18:36:25.062" v="5398" actId="165"/>
          <ac:spMkLst>
            <pc:docMk/>
            <pc:sldMk cId="3265593624" sldId="324"/>
            <ac:spMk id="122" creationId="{F0F0D0A7-CD55-878C-1298-58FEF92B1837}"/>
          </ac:spMkLst>
        </pc:spChg>
        <pc:spChg chg="mod">
          <ac:chgData name="Alex Blandón" userId="7d795bfe-18ab-4902-aaf2-9e41080f467f" providerId="ADAL" clId="{9C8463DE-3521-4048-B966-9077F0537975}" dt="2025-12-04T18:36:25.062" v="5398" actId="165"/>
          <ac:spMkLst>
            <pc:docMk/>
            <pc:sldMk cId="3265593624" sldId="324"/>
            <ac:spMk id="123" creationId="{C0A5D64F-69EA-ED04-14F8-902EB9F676CE}"/>
          </ac:spMkLst>
        </pc:spChg>
        <pc:spChg chg="mod">
          <ac:chgData name="Alex Blandón" userId="7d795bfe-18ab-4902-aaf2-9e41080f467f" providerId="ADAL" clId="{9C8463DE-3521-4048-B966-9077F0537975}" dt="2025-12-04T18:36:25.062" v="5398" actId="165"/>
          <ac:spMkLst>
            <pc:docMk/>
            <pc:sldMk cId="3265593624" sldId="324"/>
            <ac:spMk id="124" creationId="{75DD858F-E3F2-1F10-B45E-059E23842B1C}"/>
          </ac:spMkLst>
        </pc:spChg>
        <pc:spChg chg="mod">
          <ac:chgData name="Alex Blandón" userId="7d795bfe-18ab-4902-aaf2-9e41080f467f" providerId="ADAL" clId="{9C8463DE-3521-4048-B966-9077F0537975}" dt="2025-12-04T18:36:25.062" v="5398" actId="165"/>
          <ac:spMkLst>
            <pc:docMk/>
            <pc:sldMk cId="3265593624" sldId="324"/>
            <ac:spMk id="127" creationId="{3228172D-A82F-8B8C-A461-9F8D248F485B}"/>
          </ac:spMkLst>
        </pc:spChg>
        <pc:spChg chg="mod">
          <ac:chgData name="Alex Blandón" userId="7d795bfe-18ab-4902-aaf2-9e41080f467f" providerId="ADAL" clId="{9C8463DE-3521-4048-B966-9077F0537975}" dt="2025-12-04T18:36:25.062" v="5398" actId="165"/>
          <ac:spMkLst>
            <pc:docMk/>
            <pc:sldMk cId="3265593624" sldId="324"/>
            <ac:spMk id="129" creationId="{5159EAA3-A2CD-6A99-3A6A-26B2C118A4F2}"/>
          </ac:spMkLst>
        </pc:spChg>
        <pc:spChg chg="mod">
          <ac:chgData name="Alex Blandón" userId="7d795bfe-18ab-4902-aaf2-9e41080f467f" providerId="ADAL" clId="{9C8463DE-3521-4048-B966-9077F0537975}" dt="2025-12-04T18:36:25.062" v="5398" actId="165"/>
          <ac:spMkLst>
            <pc:docMk/>
            <pc:sldMk cId="3265593624" sldId="324"/>
            <ac:spMk id="130" creationId="{A8DFDEF9-6605-E688-C17A-7C142E11B116}"/>
          </ac:spMkLst>
        </pc:spChg>
        <pc:spChg chg="mod">
          <ac:chgData name="Alex Blandón" userId="7d795bfe-18ab-4902-aaf2-9e41080f467f" providerId="ADAL" clId="{9C8463DE-3521-4048-B966-9077F0537975}" dt="2025-12-04T18:36:25.062" v="5398" actId="165"/>
          <ac:spMkLst>
            <pc:docMk/>
            <pc:sldMk cId="3265593624" sldId="324"/>
            <ac:spMk id="132" creationId="{1D1C9BB5-492C-DF79-48E6-D5CB5C8C6724}"/>
          </ac:spMkLst>
        </pc:spChg>
        <pc:spChg chg="mod">
          <ac:chgData name="Alex Blandón" userId="7d795bfe-18ab-4902-aaf2-9e41080f467f" providerId="ADAL" clId="{9C8463DE-3521-4048-B966-9077F0537975}" dt="2025-12-04T18:36:25.062" v="5398" actId="165"/>
          <ac:spMkLst>
            <pc:docMk/>
            <pc:sldMk cId="3265593624" sldId="324"/>
            <ac:spMk id="135" creationId="{6398F4E4-E2E0-AAA5-5DAB-9223505346DB}"/>
          </ac:spMkLst>
        </pc:spChg>
        <pc:spChg chg="mod">
          <ac:chgData name="Alex Blandón" userId="7d795bfe-18ab-4902-aaf2-9e41080f467f" providerId="ADAL" clId="{9C8463DE-3521-4048-B966-9077F0537975}" dt="2025-12-04T18:36:25.062" v="5398" actId="165"/>
          <ac:spMkLst>
            <pc:docMk/>
            <pc:sldMk cId="3265593624" sldId="324"/>
            <ac:spMk id="136" creationId="{AE09C027-FEB4-FD90-A6D4-0866FF290E4B}"/>
          </ac:spMkLst>
        </pc:spChg>
        <pc:spChg chg="mod">
          <ac:chgData name="Alex Blandón" userId="7d795bfe-18ab-4902-aaf2-9e41080f467f" providerId="ADAL" clId="{9C8463DE-3521-4048-B966-9077F0537975}" dt="2025-12-04T18:36:25.062" v="5398" actId="165"/>
          <ac:spMkLst>
            <pc:docMk/>
            <pc:sldMk cId="3265593624" sldId="324"/>
            <ac:spMk id="140" creationId="{30C550E9-295F-AE66-8A52-00A537AE2F65}"/>
          </ac:spMkLst>
        </pc:spChg>
        <pc:grpChg chg="mod">
          <ac:chgData name="Alex Blandón" userId="7d795bfe-18ab-4902-aaf2-9e41080f467f" providerId="ADAL" clId="{9C8463DE-3521-4048-B966-9077F0537975}" dt="2025-12-04T12:20:20.410" v="4933" actId="1076"/>
          <ac:grpSpMkLst>
            <pc:docMk/>
            <pc:sldMk cId="3265593624" sldId="324"/>
            <ac:grpSpMk id="17" creationId="{05C6F52C-BAE0-66E1-C849-34A0B61C265E}"/>
          </ac:grpSpMkLst>
        </pc:grpChg>
        <pc:grpChg chg="mod">
          <ac:chgData name="Alex Blandón" userId="7d795bfe-18ab-4902-aaf2-9e41080f467f" providerId="ADAL" clId="{9C8463DE-3521-4048-B966-9077F0537975}" dt="2025-12-04T18:23:05.704" v="5102" actId="1076"/>
          <ac:grpSpMkLst>
            <pc:docMk/>
            <pc:sldMk cId="3265593624" sldId="324"/>
            <ac:grpSpMk id="21" creationId="{49DCFE26-0AE3-FAC5-C3ED-3FCD16FDCE50}"/>
          </ac:grpSpMkLst>
        </pc:grpChg>
        <pc:grpChg chg="add mod">
          <ac:chgData name="Alex Blandón" userId="7d795bfe-18ab-4902-aaf2-9e41080f467f" providerId="ADAL" clId="{9C8463DE-3521-4048-B966-9077F0537975}" dt="2025-12-04T20:15:24.390" v="9085" actId="164"/>
          <ac:grpSpMkLst>
            <pc:docMk/>
            <pc:sldMk cId="3265593624" sldId="324"/>
            <ac:grpSpMk id="26" creationId="{52F3DAB5-EC75-5CE9-EB45-626F4665E67E}"/>
          </ac:grpSpMkLst>
        </pc:grpChg>
        <pc:grpChg chg="mod">
          <ac:chgData name="Alex Blandón" userId="7d795bfe-18ab-4902-aaf2-9e41080f467f" providerId="ADAL" clId="{9C8463DE-3521-4048-B966-9077F0537975}" dt="2025-12-04T20:15:24.390" v="9085" actId="164"/>
          <ac:grpSpMkLst>
            <pc:docMk/>
            <pc:sldMk cId="3265593624" sldId="324"/>
            <ac:grpSpMk id="119" creationId="{EB84E8B1-4CFF-2337-9525-D5DA4F978DFB}"/>
          </ac:grpSpMkLst>
        </pc:grpChg>
        <pc:grpChg chg="mod">
          <ac:chgData name="Alex Blandón" userId="7d795bfe-18ab-4902-aaf2-9e41080f467f" providerId="ADAL" clId="{9C8463DE-3521-4048-B966-9077F0537975}" dt="2025-12-04T20:15:24.390" v="9085" actId="164"/>
          <ac:grpSpMkLst>
            <pc:docMk/>
            <pc:sldMk cId="3265593624" sldId="324"/>
            <ac:grpSpMk id="120" creationId="{AA503822-D161-DC83-553E-75FE7EC238B3}"/>
          </ac:grpSpMkLst>
        </pc:grpChg>
        <pc:picChg chg="mod">
          <ac:chgData name="Alex Blandón" userId="7d795bfe-18ab-4902-aaf2-9e41080f467f" providerId="ADAL" clId="{9C8463DE-3521-4048-B966-9077F0537975}" dt="2025-12-04T18:26:58.501" v="5165" actId="14100"/>
          <ac:picMkLst>
            <pc:docMk/>
            <pc:sldMk cId="3265593624" sldId="324"/>
            <ac:picMk id="3" creationId="{95E904EE-2422-F7C3-B8C6-5FD60DF67032}"/>
          </ac:picMkLst>
        </pc:picChg>
        <pc:picChg chg="add mod">
          <ac:chgData name="Alex Blandón" userId="7d795bfe-18ab-4902-aaf2-9e41080f467f" providerId="ADAL" clId="{9C8463DE-3521-4048-B966-9077F0537975}" dt="2025-12-04T18:26:58.501" v="5165" actId="14100"/>
          <ac:picMkLst>
            <pc:docMk/>
            <pc:sldMk cId="3265593624" sldId="324"/>
            <ac:picMk id="7" creationId="{4B99B7E6-6BAE-D785-1700-DC5A72B6AA4D}"/>
          </ac:picMkLst>
        </pc:picChg>
        <pc:picChg chg="mod">
          <ac:chgData name="Alex Blandón" userId="7d795bfe-18ab-4902-aaf2-9e41080f467f" providerId="ADAL" clId="{9C8463DE-3521-4048-B966-9077F0537975}" dt="2025-12-04T18:26:58.501" v="5165" actId="14100"/>
          <ac:picMkLst>
            <pc:docMk/>
            <pc:sldMk cId="3265593624" sldId="324"/>
            <ac:picMk id="8" creationId="{6BA65331-5248-B7B2-A888-3999C89B2E78}"/>
          </ac:picMkLst>
        </pc:picChg>
        <pc:picChg chg="mod">
          <ac:chgData name="Alex Blandón" userId="7d795bfe-18ab-4902-aaf2-9e41080f467f" providerId="ADAL" clId="{9C8463DE-3521-4048-B966-9077F0537975}" dt="2025-12-04T18:24:59.075" v="5136" actId="1037"/>
          <ac:picMkLst>
            <pc:docMk/>
            <pc:sldMk cId="3265593624" sldId="324"/>
            <ac:picMk id="86" creationId="{6FFB6BDA-BB5A-F401-5B02-059912196BE8}"/>
          </ac:picMkLst>
        </pc:picChg>
        <pc:picChg chg="mod">
          <ac:chgData name="Alex Blandón" userId="7d795bfe-18ab-4902-aaf2-9e41080f467f" providerId="ADAL" clId="{9C8463DE-3521-4048-B966-9077F0537975}" dt="2025-12-04T18:24:59.075" v="5136" actId="1037"/>
          <ac:picMkLst>
            <pc:docMk/>
            <pc:sldMk cId="3265593624" sldId="324"/>
            <ac:picMk id="87" creationId="{70892B69-A0F0-4A24-F4C7-885509BFA550}"/>
          </ac:picMkLst>
        </pc:picChg>
        <pc:picChg chg="mod">
          <ac:chgData name="Alex Blandón" userId="7d795bfe-18ab-4902-aaf2-9e41080f467f" providerId="ADAL" clId="{9C8463DE-3521-4048-B966-9077F0537975}" dt="2025-12-04T18:24:59.075" v="5136" actId="1037"/>
          <ac:picMkLst>
            <pc:docMk/>
            <pc:sldMk cId="3265593624" sldId="324"/>
            <ac:picMk id="88" creationId="{65805BB6-1F39-9385-8827-3AD6F1F44A05}"/>
          </ac:picMkLst>
        </pc:picChg>
        <pc:picChg chg="mod">
          <ac:chgData name="Alex Blandón" userId="7d795bfe-18ab-4902-aaf2-9e41080f467f" providerId="ADAL" clId="{9C8463DE-3521-4048-B966-9077F0537975}" dt="2025-12-04T18:26:58.501" v="5165" actId="14100"/>
          <ac:picMkLst>
            <pc:docMk/>
            <pc:sldMk cId="3265593624" sldId="324"/>
            <ac:picMk id="97" creationId="{9E9F0F32-C2E5-7BAF-4E33-E0AC885FDEB0}"/>
          </ac:picMkLst>
        </pc:picChg>
        <pc:picChg chg="mod">
          <ac:chgData name="Alex Blandón" userId="7d795bfe-18ab-4902-aaf2-9e41080f467f" providerId="ADAL" clId="{9C8463DE-3521-4048-B966-9077F0537975}" dt="2025-12-04T18:26:58.501" v="5165" actId="14100"/>
          <ac:picMkLst>
            <pc:docMk/>
            <pc:sldMk cId="3265593624" sldId="324"/>
            <ac:picMk id="98" creationId="{AB738D03-B56A-FD5C-6EFF-006745F623ED}"/>
          </ac:picMkLst>
        </pc:picChg>
        <pc:picChg chg="mod">
          <ac:chgData name="Alex Blandón" userId="7d795bfe-18ab-4902-aaf2-9e41080f467f" providerId="ADAL" clId="{9C8463DE-3521-4048-B966-9077F0537975}" dt="2025-12-04T18:26:58.501" v="5165" actId="14100"/>
          <ac:picMkLst>
            <pc:docMk/>
            <pc:sldMk cId="3265593624" sldId="324"/>
            <ac:picMk id="99" creationId="{D21968CC-022B-616F-A735-E4F621BC2312}"/>
          </ac:picMkLst>
        </pc:picChg>
        <pc:picChg chg="mod">
          <ac:chgData name="Alex Blandón" userId="7d795bfe-18ab-4902-aaf2-9e41080f467f" providerId="ADAL" clId="{9C8463DE-3521-4048-B966-9077F0537975}" dt="2025-12-04T18:26:58.501" v="5165" actId="14100"/>
          <ac:picMkLst>
            <pc:docMk/>
            <pc:sldMk cId="3265593624" sldId="324"/>
            <ac:picMk id="100" creationId="{A31B39FC-FE68-4C2C-4CB3-FC90DA037EB1}"/>
          </ac:picMkLst>
        </pc:picChg>
        <pc:picChg chg="mod">
          <ac:chgData name="Alex Blandón" userId="7d795bfe-18ab-4902-aaf2-9e41080f467f" providerId="ADAL" clId="{9C8463DE-3521-4048-B966-9077F0537975}" dt="2025-12-04T18:26:58.501" v="5165" actId="14100"/>
          <ac:picMkLst>
            <pc:docMk/>
            <pc:sldMk cId="3265593624" sldId="324"/>
            <ac:picMk id="102" creationId="{4AEDA8A3-204E-2816-892F-7285F62F2409}"/>
          </ac:picMkLst>
        </pc:picChg>
        <pc:picChg chg="mod">
          <ac:chgData name="Alex Blandón" userId="7d795bfe-18ab-4902-aaf2-9e41080f467f" providerId="ADAL" clId="{9C8463DE-3521-4048-B966-9077F0537975}" dt="2025-12-04T18:26:58.501" v="5165" actId="14100"/>
          <ac:picMkLst>
            <pc:docMk/>
            <pc:sldMk cId="3265593624" sldId="324"/>
            <ac:picMk id="111" creationId="{EBE951A7-AF76-D705-CF54-F17FFC0072D3}"/>
          </ac:picMkLst>
        </pc:picChg>
        <pc:picChg chg="mod">
          <ac:chgData name="Alex Blandón" userId="7d795bfe-18ab-4902-aaf2-9e41080f467f" providerId="ADAL" clId="{9C8463DE-3521-4048-B966-9077F0537975}" dt="2025-12-04T20:15:24.390" v="9085" actId="164"/>
          <ac:picMkLst>
            <pc:docMk/>
            <pc:sldMk cId="3265593624" sldId="324"/>
            <ac:picMk id="149" creationId="{66187B0A-7398-DB52-20DB-5195B39402AA}"/>
          </ac:picMkLst>
        </pc:picChg>
        <pc:picChg chg="mod">
          <ac:chgData name="Alex Blandón" userId="7d795bfe-18ab-4902-aaf2-9e41080f467f" providerId="ADAL" clId="{9C8463DE-3521-4048-B966-9077F0537975}" dt="2025-12-04T20:17:24.799" v="9096" actId="1076"/>
          <ac:picMkLst>
            <pc:docMk/>
            <pc:sldMk cId="3265593624" sldId="324"/>
            <ac:picMk id="151" creationId="{5D436694-5B85-89A2-C6A5-F8729649F794}"/>
          </ac:picMkLst>
        </pc:picChg>
        <pc:picChg chg="mod">
          <ac:chgData name="Alex Blandón" userId="7d795bfe-18ab-4902-aaf2-9e41080f467f" providerId="ADAL" clId="{9C8463DE-3521-4048-B966-9077F0537975}" dt="2025-12-04T20:17:24.799" v="9096" actId="1076"/>
          <ac:picMkLst>
            <pc:docMk/>
            <pc:sldMk cId="3265593624" sldId="324"/>
            <ac:picMk id="153" creationId="{1171E6E1-3E01-13C2-AB68-59B9371D5723}"/>
          </ac:picMkLst>
        </pc:picChg>
        <pc:picChg chg="mod">
          <ac:chgData name="Alex Blandón" userId="7d795bfe-18ab-4902-aaf2-9e41080f467f" providerId="ADAL" clId="{9C8463DE-3521-4048-B966-9077F0537975}" dt="2025-12-04T20:17:24.799" v="9096" actId="1076"/>
          <ac:picMkLst>
            <pc:docMk/>
            <pc:sldMk cId="3265593624" sldId="324"/>
            <ac:picMk id="154" creationId="{17CA1BCC-4F11-56D8-741D-53021BF47749}"/>
          </ac:picMkLst>
        </pc:picChg>
        <pc:picChg chg="mod">
          <ac:chgData name="Alex Blandón" userId="7d795bfe-18ab-4902-aaf2-9e41080f467f" providerId="ADAL" clId="{9C8463DE-3521-4048-B966-9077F0537975}" dt="2025-12-04T18:27:35.638" v="5170" actId="14100"/>
          <ac:picMkLst>
            <pc:docMk/>
            <pc:sldMk cId="3265593624" sldId="324"/>
            <ac:picMk id="157" creationId="{9B0BE444-14BD-7BD1-4185-B5AD756013D7}"/>
          </ac:picMkLst>
        </pc:picChg>
        <pc:picChg chg="mod">
          <ac:chgData name="Alex Blandón" userId="7d795bfe-18ab-4902-aaf2-9e41080f467f" providerId="ADAL" clId="{9C8463DE-3521-4048-B966-9077F0537975}" dt="2025-12-04T18:27:35.638" v="5170" actId="14100"/>
          <ac:picMkLst>
            <pc:docMk/>
            <pc:sldMk cId="3265593624" sldId="324"/>
            <ac:picMk id="158" creationId="{215ADBE7-6B35-339F-75BD-56FB448CDE02}"/>
          </ac:picMkLst>
        </pc:picChg>
      </pc:sldChg>
      <pc:sldChg chg="addSp delSp modSp mod">
        <pc:chgData name="Alex Blandón" userId="7d795bfe-18ab-4902-aaf2-9e41080f467f" providerId="ADAL" clId="{9C8463DE-3521-4048-B966-9077F0537975}" dt="2025-12-04T18:33:42.781" v="5273" actId="1076"/>
        <pc:sldMkLst>
          <pc:docMk/>
          <pc:sldMk cId="2142073009" sldId="325"/>
        </pc:sldMkLst>
        <pc:spChg chg="ord">
          <ac:chgData name="Alex Blandón" userId="7d795bfe-18ab-4902-aaf2-9e41080f467f" providerId="ADAL" clId="{9C8463DE-3521-4048-B966-9077F0537975}" dt="2025-12-04T18:32:56.580" v="5268" actId="167"/>
          <ac:spMkLst>
            <pc:docMk/>
            <pc:sldMk cId="2142073009" sldId="325"/>
            <ac:spMk id="30" creationId="{1097F22E-E344-58CB-918A-38036C7161EB}"/>
          </ac:spMkLst>
        </pc:spChg>
        <pc:spChg chg="mod">
          <ac:chgData name="Alex Blandón" userId="7d795bfe-18ab-4902-aaf2-9e41080f467f" providerId="ADAL" clId="{9C8463DE-3521-4048-B966-9077F0537975}" dt="2025-12-04T18:33:42.781" v="5273" actId="1076"/>
          <ac:spMkLst>
            <pc:docMk/>
            <pc:sldMk cId="2142073009" sldId="325"/>
            <ac:spMk id="32" creationId="{2CE8060E-BC3D-866A-8C79-5C8FDE0141A6}"/>
          </ac:spMkLst>
        </pc:spChg>
        <pc:spChg chg="mod">
          <ac:chgData name="Alex Blandón" userId="7d795bfe-18ab-4902-aaf2-9e41080f467f" providerId="ADAL" clId="{9C8463DE-3521-4048-B966-9077F0537975}" dt="2025-12-04T18:33:32.455" v="5271" actId="14100"/>
          <ac:spMkLst>
            <pc:docMk/>
            <pc:sldMk cId="2142073009" sldId="325"/>
            <ac:spMk id="37" creationId="{68A9B17E-9881-400D-C307-BCECBAC8DBC5}"/>
          </ac:spMkLst>
        </pc:spChg>
        <pc:spChg chg="mod">
          <ac:chgData name="Alex Blandón" userId="7d795bfe-18ab-4902-aaf2-9e41080f467f" providerId="ADAL" clId="{9C8463DE-3521-4048-B966-9077F0537975}" dt="2025-12-04T18:33:04.524" v="5270" actId="1076"/>
          <ac:spMkLst>
            <pc:docMk/>
            <pc:sldMk cId="2142073009" sldId="325"/>
            <ac:spMk id="59" creationId="{4D9AD6A5-50F1-5271-CF65-BB51F6129BD2}"/>
          </ac:spMkLst>
        </pc:spChg>
        <pc:grpChg chg="mod">
          <ac:chgData name="Alex Blandón" userId="7d795bfe-18ab-4902-aaf2-9e41080f467f" providerId="ADAL" clId="{9C8463DE-3521-4048-B966-9077F0537975}" dt="2025-12-04T18:33:38.682" v="5272" actId="1076"/>
          <ac:grpSpMkLst>
            <pc:docMk/>
            <pc:sldMk cId="2142073009" sldId="325"/>
            <ac:grpSpMk id="51" creationId="{AD39475F-4AF8-A04A-DFF7-2BA8AF2184D8}"/>
          </ac:grpSpMkLst>
        </pc:grpChg>
        <pc:picChg chg="add mod">
          <ac:chgData name="Alex Blandón" userId="7d795bfe-18ab-4902-aaf2-9e41080f467f" providerId="ADAL" clId="{9C8463DE-3521-4048-B966-9077F0537975}" dt="2025-12-04T18:31:53.081" v="5258" actId="1035"/>
          <ac:picMkLst>
            <pc:docMk/>
            <pc:sldMk cId="2142073009" sldId="325"/>
            <ac:picMk id="5" creationId="{69053AD9-A561-0B71-AB3C-B6F0BCB0824E}"/>
          </ac:picMkLst>
        </pc:picChg>
        <pc:picChg chg="add mod">
          <ac:chgData name="Alex Blandón" userId="7d795bfe-18ab-4902-aaf2-9e41080f467f" providerId="ADAL" clId="{9C8463DE-3521-4048-B966-9077F0537975}" dt="2025-12-04T18:31:53.081" v="5258" actId="1035"/>
          <ac:picMkLst>
            <pc:docMk/>
            <pc:sldMk cId="2142073009" sldId="325"/>
            <ac:picMk id="8" creationId="{29930534-F8EB-74B3-D441-400E78743DD7}"/>
          </ac:picMkLst>
        </pc:picChg>
        <pc:picChg chg="add mod">
          <ac:chgData name="Alex Blandón" userId="7d795bfe-18ab-4902-aaf2-9e41080f467f" providerId="ADAL" clId="{9C8463DE-3521-4048-B966-9077F0537975}" dt="2025-12-04T18:31:53.081" v="5258" actId="1035"/>
          <ac:picMkLst>
            <pc:docMk/>
            <pc:sldMk cId="2142073009" sldId="325"/>
            <ac:picMk id="10" creationId="{B3D089A1-2A1B-9A4D-71E3-C3FB434A62FC}"/>
          </ac:picMkLst>
        </pc:picChg>
        <pc:picChg chg="add mod">
          <ac:chgData name="Alex Blandón" userId="7d795bfe-18ab-4902-aaf2-9e41080f467f" providerId="ADAL" clId="{9C8463DE-3521-4048-B966-9077F0537975}" dt="2025-12-04T18:32:19.884" v="5264" actId="1076"/>
          <ac:picMkLst>
            <pc:docMk/>
            <pc:sldMk cId="2142073009" sldId="325"/>
            <ac:picMk id="13" creationId="{37BA57EA-9516-7A7E-03CC-C070C2056FF0}"/>
          </ac:picMkLst>
        </pc:picChg>
        <pc:picChg chg="mod">
          <ac:chgData name="Alex Blandón" userId="7d795bfe-18ab-4902-aaf2-9e41080f467f" providerId="ADAL" clId="{9C8463DE-3521-4048-B966-9077F0537975}" dt="2025-12-04T18:31:59.885" v="5260" actId="1076"/>
          <ac:picMkLst>
            <pc:docMk/>
            <pc:sldMk cId="2142073009" sldId="325"/>
            <ac:picMk id="16" creationId="{A7C38885-D5B7-981A-ED9F-FC00A3541299}"/>
          </ac:picMkLst>
        </pc:picChg>
        <pc:picChg chg="add mod">
          <ac:chgData name="Alex Blandón" userId="7d795bfe-18ab-4902-aaf2-9e41080f467f" providerId="ADAL" clId="{9C8463DE-3521-4048-B966-9077F0537975}" dt="2025-12-04T18:32:19.884" v="5264" actId="1076"/>
          <ac:picMkLst>
            <pc:docMk/>
            <pc:sldMk cId="2142073009" sldId="325"/>
            <ac:picMk id="20" creationId="{3378362D-53CD-2475-3D02-A1F4FA296DD2}"/>
          </ac:picMkLst>
        </pc:picChg>
        <pc:picChg chg="add mod">
          <ac:chgData name="Alex Blandón" userId="7d795bfe-18ab-4902-aaf2-9e41080f467f" providerId="ADAL" clId="{9C8463DE-3521-4048-B966-9077F0537975}" dt="2025-12-04T18:32:19.884" v="5264" actId="1076"/>
          <ac:picMkLst>
            <pc:docMk/>
            <pc:sldMk cId="2142073009" sldId="325"/>
            <ac:picMk id="22" creationId="{A0A6FB89-07FD-835D-34FA-46EDE1B89226}"/>
          </ac:picMkLst>
        </pc:picChg>
        <pc:picChg chg="add mod">
          <ac:chgData name="Alex Blandón" userId="7d795bfe-18ab-4902-aaf2-9e41080f467f" providerId="ADAL" clId="{9C8463DE-3521-4048-B966-9077F0537975}" dt="2025-12-04T18:32:19.884" v="5264" actId="1076"/>
          <ac:picMkLst>
            <pc:docMk/>
            <pc:sldMk cId="2142073009" sldId="325"/>
            <ac:picMk id="23" creationId="{5869DEDD-E023-BCA5-9D5C-B87E68D346F1}"/>
          </ac:picMkLst>
        </pc:picChg>
        <pc:picChg chg="add mod">
          <ac:chgData name="Alex Blandón" userId="7d795bfe-18ab-4902-aaf2-9e41080f467f" providerId="ADAL" clId="{9C8463DE-3521-4048-B966-9077F0537975}" dt="2025-12-04T18:32:23.135" v="5266" actId="1076"/>
          <ac:picMkLst>
            <pc:docMk/>
            <pc:sldMk cId="2142073009" sldId="325"/>
            <ac:picMk id="26" creationId="{6EC23EA9-B626-0B23-571D-A4B6FCB08886}"/>
          </ac:picMkLst>
        </pc:picChg>
        <pc:picChg chg="add mod">
          <ac:chgData name="Alex Blandón" userId="7d795bfe-18ab-4902-aaf2-9e41080f467f" providerId="ADAL" clId="{9C8463DE-3521-4048-B966-9077F0537975}" dt="2025-12-04T18:32:23.135" v="5266" actId="1076"/>
          <ac:picMkLst>
            <pc:docMk/>
            <pc:sldMk cId="2142073009" sldId="325"/>
            <ac:picMk id="27" creationId="{23775ACD-651F-30B7-E34C-B0D282CEEC5C}"/>
          </ac:picMkLst>
        </pc:picChg>
        <pc:picChg chg="add mod">
          <ac:chgData name="Alex Blandón" userId="7d795bfe-18ab-4902-aaf2-9e41080f467f" providerId="ADAL" clId="{9C8463DE-3521-4048-B966-9077F0537975}" dt="2025-12-04T18:32:23.135" v="5266" actId="1076"/>
          <ac:picMkLst>
            <pc:docMk/>
            <pc:sldMk cId="2142073009" sldId="325"/>
            <ac:picMk id="28" creationId="{DF6ECD2C-C43E-4DD4-3467-370BCD41D135}"/>
          </ac:picMkLst>
        </pc:picChg>
      </pc:sldChg>
    </pc:docChg>
  </pc:docChgLst>
  <pc:docChgLst>
    <pc:chgData name="Max Concellon Marimon" userId="S::maxcm@ug.kth.se::fc38c1d0-2ce5-40e0-a335-34b1a9229426" providerId="AD" clId="Web-{89EEB60F-14E7-7F2D-1E1F-C8F03885FF8F}"/>
    <pc:docChg chg="modSld">
      <pc:chgData name="Max Concellon Marimon" userId="S::maxcm@ug.kth.se::fc38c1d0-2ce5-40e0-a335-34b1a9229426" providerId="AD" clId="Web-{89EEB60F-14E7-7F2D-1E1F-C8F03885FF8F}" dt="2025-12-09T17:40:04.900" v="0"/>
      <pc:docMkLst>
        <pc:docMk/>
      </pc:docMkLst>
      <pc:sldChg chg="addSp modSp">
        <pc:chgData name="Max Concellon Marimon" userId="S::maxcm@ug.kth.se::fc38c1d0-2ce5-40e0-a335-34b1a9229426" providerId="AD" clId="Web-{89EEB60F-14E7-7F2D-1E1F-C8F03885FF8F}" dt="2025-12-09T17:40:04.900" v="0"/>
        <pc:sldMkLst>
          <pc:docMk/>
          <pc:sldMk cId="1616471928" sldId="310"/>
        </pc:sldMkLst>
        <pc:graphicFrameChg chg="mod topLvl modGraphic">
          <ac:chgData name="Max Concellon Marimon" userId="S::maxcm@ug.kth.se::fc38c1d0-2ce5-40e0-a335-34b1a9229426" providerId="AD" clId="Web-{89EEB60F-14E7-7F2D-1E1F-C8F03885FF8F}" dt="2025-12-09T17:40:04.900" v="0"/>
          <ac:graphicFrameMkLst>
            <pc:docMk/>
            <pc:sldMk cId="1616471928" sldId="310"/>
            <ac:graphicFrameMk id="9" creationId="{F97D4626-07D9-8955-F6AD-03EBAC75D0BF}"/>
          </ac:graphicFrameMkLst>
        </pc:graphicFrameChg>
      </pc:sldChg>
    </pc:docChg>
  </pc:docChgLst>
  <pc:docChgLst>
    <pc:chgData name="Max Concellon Marimon" userId="S::maxcm@ug.kth.se::fc38c1d0-2ce5-40e0-a335-34b1a9229426" providerId="AD" clId="Web-{37762976-EFA0-7B1E-CE59-825C6A84461B}"/>
    <pc:docChg chg="addSld modSld sldOrd">
      <pc:chgData name="Max Concellon Marimon" userId="S::maxcm@ug.kth.se::fc38c1d0-2ce5-40e0-a335-34b1a9229426" providerId="AD" clId="Web-{37762976-EFA0-7B1E-CE59-825C6A84461B}" dt="2025-11-29T16:21:34.848" v="443" actId="20577"/>
      <pc:docMkLst>
        <pc:docMk/>
      </pc:docMkLst>
    </pc:docChg>
  </pc:docChgLst>
  <pc:docChgLst>
    <pc:chgData name="Max Concellon Marimon" userId="S::maxcm@ug.kth.se::fc38c1d0-2ce5-40e0-a335-34b1a9229426" providerId="AD" clId="Web-{58ECE873-0C4A-BB77-94B2-46B76EB68F9E}"/>
    <pc:docChg chg="delSld modSld sldOrd">
      <pc:chgData name="Max Concellon Marimon" userId="S::maxcm@ug.kth.se::fc38c1d0-2ce5-40e0-a335-34b1a9229426" providerId="AD" clId="Web-{58ECE873-0C4A-BB77-94B2-46B76EB68F9E}" dt="2025-12-04T20:40:23.213" v="226" actId="20577"/>
      <pc:docMkLst>
        <pc:docMk/>
      </pc:docMkLst>
      <pc:sldChg chg="modSp">
        <pc:chgData name="Max Concellon Marimon" userId="S::maxcm@ug.kth.se::fc38c1d0-2ce5-40e0-a335-34b1a9229426" providerId="AD" clId="Web-{58ECE873-0C4A-BB77-94B2-46B76EB68F9E}" dt="2025-12-04T19:50:40.233" v="57" actId="20577"/>
        <pc:sldMkLst>
          <pc:docMk/>
          <pc:sldMk cId="1615936512" sldId="266"/>
        </pc:sldMkLst>
        <pc:spChg chg="mod">
          <ac:chgData name="Max Concellon Marimon" userId="S::maxcm@ug.kth.se::fc38c1d0-2ce5-40e0-a335-34b1a9229426" providerId="AD" clId="Web-{58ECE873-0C4A-BB77-94B2-46B76EB68F9E}" dt="2025-12-04T19:50:40.233" v="57" actId="20577"/>
          <ac:spMkLst>
            <pc:docMk/>
            <pc:sldMk cId="1615936512" sldId="266"/>
            <ac:spMk id="3" creationId="{33F0D142-95A0-1E90-67DC-13555D99B715}"/>
          </ac:spMkLst>
        </pc:spChg>
      </pc:sldChg>
      <pc:sldChg chg="ord">
        <pc:chgData name="Max Concellon Marimon" userId="S::maxcm@ug.kth.se::fc38c1d0-2ce5-40e0-a335-34b1a9229426" providerId="AD" clId="Web-{58ECE873-0C4A-BB77-94B2-46B76EB68F9E}" dt="2025-12-04T19:19:02.786" v="8"/>
        <pc:sldMkLst>
          <pc:docMk/>
          <pc:sldMk cId="1372419877" sldId="268"/>
        </pc:sldMkLst>
      </pc:sldChg>
      <pc:sldChg chg="ord">
        <pc:chgData name="Max Concellon Marimon" userId="S::maxcm@ug.kth.se::fc38c1d0-2ce5-40e0-a335-34b1a9229426" providerId="AD" clId="Web-{58ECE873-0C4A-BB77-94B2-46B76EB68F9E}" dt="2025-12-04T19:19:31.505" v="11"/>
        <pc:sldMkLst>
          <pc:docMk/>
          <pc:sldMk cId="3485414127" sldId="282"/>
        </pc:sldMkLst>
      </pc:sldChg>
      <pc:sldChg chg="ord">
        <pc:chgData name="Max Concellon Marimon" userId="S::maxcm@ug.kth.se::fc38c1d0-2ce5-40e0-a335-34b1a9229426" providerId="AD" clId="Web-{58ECE873-0C4A-BB77-94B2-46B76EB68F9E}" dt="2025-12-04T19:19:15.849" v="9"/>
        <pc:sldMkLst>
          <pc:docMk/>
          <pc:sldMk cId="266142315" sldId="283"/>
        </pc:sldMkLst>
      </pc:sldChg>
      <pc:sldChg chg="ord">
        <pc:chgData name="Max Concellon Marimon" userId="S::maxcm@ug.kth.se::fc38c1d0-2ce5-40e0-a335-34b1a9229426" providerId="AD" clId="Web-{58ECE873-0C4A-BB77-94B2-46B76EB68F9E}" dt="2025-12-04T19:22:05.599" v="16"/>
        <pc:sldMkLst>
          <pc:docMk/>
          <pc:sldMk cId="2603457227" sldId="284"/>
        </pc:sldMkLst>
      </pc:sldChg>
      <pc:sldChg chg="ord">
        <pc:chgData name="Max Concellon Marimon" userId="S::maxcm@ug.kth.se::fc38c1d0-2ce5-40e0-a335-34b1a9229426" providerId="AD" clId="Web-{58ECE873-0C4A-BB77-94B2-46B76EB68F9E}" dt="2025-12-04T19:19:23.505" v="10"/>
        <pc:sldMkLst>
          <pc:docMk/>
          <pc:sldMk cId="2056833546" sldId="299"/>
        </pc:sldMkLst>
      </pc:sldChg>
      <pc:sldChg chg="ord">
        <pc:chgData name="Max Concellon Marimon" userId="S::maxcm@ug.kth.se::fc38c1d0-2ce5-40e0-a335-34b1a9229426" providerId="AD" clId="Web-{58ECE873-0C4A-BB77-94B2-46B76EB68F9E}" dt="2025-12-04T19:18:45.114" v="6"/>
        <pc:sldMkLst>
          <pc:docMk/>
          <pc:sldMk cId="1616471928" sldId="310"/>
        </pc:sldMkLst>
      </pc:sldChg>
      <pc:sldChg chg="delSp modSp delAnim">
        <pc:chgData name="Max Concellon Marimon" userId="S::maxcm@ug.kth.se::fc38c1d0-2ce5-40e0-a335-34b1a9229426" providerId="AD" clId="Web-{58ECE873-0C4A-BB77-94B2-46B76EB68F9E}" dt="2025-12-04T20:40:23.213" v="226" actId="20577"/>
        <pc:sldMkLst>
          <pc:docMk/>
          <pc:sldMk cId="2142073009" sldId="325"/>
        </pc:sldMkLst>
        <pc:spChg chg="mod">
          <ac:chgData name="Max Concellon Marimon" userId="S::maxcm@ug.kth.se::fc38c1d0-2ce5-40e0-a335-34b1a9229426" providerId="AD" clId="Web-{58ECE873-0C4A-BB77-94B2-46B76EB68F9E}" dt="2025-12-04T20:27:29.487" v="214" actId="14100"/>
          <ac:spMkLst>
            <pc:docMk/>
            <pc:sldMk cId="2142073009" sldId="325"/>
            <ac:spMk id="14" creationId="{4E3C6EFE-4000-0B46-BDFD-05B61BC8281D}"/>
          </ac:spMkLst>
        </pc:spChg>
        <pc:spChg chg="mod">
          <ac:chgData name="Max Concellon Marimon" userId="S::maxcm@ug.kth.se::fc38c1d0-2ce5-40e0-a335-34b1a9229426" providerId="AD" clId="Web-{58ECE873-0C4A-BB77-94B2-46B76EB68F9E}" dt="2025-12-04T20:18:11.644" v="196" actId="20577"/>
          <ac:spMkLst>
            <pc:docMk/>
            <pc:sldMk cId="2142073009" sldId="325"/>
            <ac:spMk id="24" creationId="{B1927C81-D719-30FE-59DE-A95013ED6AF2}"/>
          </ac:spMkLst>
        </pc:spChg>
        <pc:spChg chg="mod">
          <ac:chgData name="Max Concellon Marimon" userId="S::maxcm@ug.kth.se::fc38c1d0-2ce5-40e0-a335-34b1a9229426" providerId="AD" clId="Web-{58ECE873-0C4A-BB77-94B2-46B76EB68F9E}" dt="2025-12-04T20:40:23.213" v="226" actId="20577"/>
          <ac:spMkLst>
            <pc:docMk/>
            <pc:sldMk cId="2142073009" sldId="325"/>
            <ac:spMk id="37" creationId="{68A9B17E-9881-400D-C307-BCECBAC8DBC5}"/>
          </ac:spMkLst>
        </pc:spChg>
        <pc:spChg chg="mod">
          <ac:chgData name="Max Concellon Marimon" userId="S::maxcm@ug.kth.se::fc38c1d0-2ce5-40e0-a335-34b1a9229426" providerId="AD" clId="Web-{58ECE873-0C4A-BB77-94B2-46B76EB68F9E}" dt="2025-12-04T20:17:19.738" v="141" actId="14100"/>
          <ac:spMkLst>
            <pc:docMk/>
            <pc:sldMk cId="2142073009" sldId="325"/>
            <ac:spMk id="44" creationId="{1C2D0441-5517-74CD-85BA-C07E84F41ABD}"/>
          </ac:spMkLst>
        </pc:spChg>
      </pc:sldChg>
      <pc:sldChg chg="modSp">
        <pc:chgData name="Max Concellon Marimon" userId="S::maxcm@ug.kth.se::fc38c1d0-2ce5-40e0-a335-34b1a9229426" providerId="AD" clId="Web-{58ECE873-0C4A-BB77-94B2-46B76EB68F9E}" dt="2025-12-04T20:28:36.688" v="215" actId="20577"/>
        <pc:sldMkLst>
          <pc:docMk/>
          <pc:sldMk cId="840361931" sldId="326"/>
        </pc:sldMkLst>
        <pc:spChg chg="mod">
          <ac:chgData name="Max Concellon Marimon" userId="S::maxcm@ug.kth.se::fc38c1d0-2ce5-40e0-a335-34b1a9229426" providerId="AD" clId="Web-{58ECE873-0C4A-BB77-94B2-46B76EB68F9E}" dt="2025-12-04T20:28:36.688" v="215" actId="20577"/>
          <ac:spMkLst>
            <pc:docMk/>
            <pc:sldMk cId="840361931" sldId="326"/>
            <ac:spMk id="2" creationId="{1921F20A-2C13-78F0-8D62-BB8D2619F3CC}"/>
          </ac:spMkLst>
        </pc:spChg>
        <pc:spChg chg="mod">
          <ac:chgData name="Max Concellon Marimon" userId="S::maxcm@ug.kth.se::fc38c1d0-2ce5-40e0-a335-34b1a9229426" providerId="AD" clId="Web-{58ECE873-0C4A-BB77-94B2-46B76EB68F9E}" dt="2025-12-04T19:18:01.630" v="3" actId="20577"/>
          <ac:spMkLst>
            <pc:docMk/>
            <pc:sldMk cId="840361931" sldId="326"/>
            <ac:spMk id="20" creationId="{46B9F272-92AD-8949-772B-8B9972772E33}"/>
          </ac:spMkLst>
        </pc:spChg>
        <pc:spChg chg="mod">
          <ac:chgData name="Max Concellon Marimon" userId="S::maxcm@ug.kth.se::fc38c1d0-2ce5-40e0-a335-34b1a9229426" providerId="AD" clId="Web-{58ECE873-0C4A-BB77-94B2-46B76EB68F9E}" dt="2025-12-04T20:22:11.456" v="203" actId="20577"/>
          <ac:spMkLst>
            <pc:docMk/>
            <pc:sldMk cId="840361931" sldId="326"/>
            <ac:spMk id="23" creationId="{01D60A6E-2849-C752-BC3E-0DAE71A3F2B6}"/>
          </ac:spMkLst>
        </pc:spChg>
      </pc:sldChg>
    </pc:docChg>
  </pc:docChgLst>
  <pc:docChgLst>
    <pc:chgData name="Max Concellon Marimon" userId="S::maxcm@ug.kth.se::fc38c1d0-2ce5-40e0-a335-34b1a9229426" providerId="AD" clId="Web-{2547EF23-CAF1-23AD-A342-02174E687D93}"/>
    <pc:docChg chg="modSld">
      <pc:chgData name="Max Concellon Marimon" userId="S::maxcm@ug.kth.se::fc38c1d0-2ce5-40e0-a335-34b1a9229426" providerId="AD" clId="Web-{2547EF23-CAF1-23AD-A342-02174E687D93}" dt="2025-12-09T17:44:32.649" v="0"/>
      <pc:docMkLst>
        <pc:docMk/>
      </pc:docMkLst>
      <pc:sldChg chg="addSp modSp">
        <pc:chgData name="Max Concellon Marimon" userId="S::maxcm@ug.kth.se::fc38c1d0-2ce5-40e0-a335-34b1a9229426" providerId="AD" clId="Web-{2547EF23-CAF1-23AD-A342-02174E687D93}" dt="2025-12-09T17:44:32.649" v="0"/>
        <pc:sldMkLst>
          <pc:docMk/>
          <pc:sldMk cId="840361931" sldId="326"/>
        </pc:sldMkLst>
        <pc:graphicFrameChg chg="mod topLvl modGraphic">
          <ac:chgData name="Max Concellon Marimon" userId="S::maxcm@ug.kth.se::fc38c1d0-2ce5-40e0-a335-34b1a9229426" providerId="AD" clId="Web-{2547EF23-CAF1-23AD-A342-02174E687D93}" dt="2025-12-09T17:44:32.649" v="0"/>
          <ac:graphicFrameMkLst>
            <pc:docMk/>
            <pc:sldMk cId="840361931" sldId="326"/>
            <ac:graphicFrameMk id="3" creationId="{CAA302FE-9452-986E-91B2-B6822CDDC4A9}"/>
          </ac:graphicFrameMkLst>
        </pc:graphicFrameChg>
      </pc:sldChg>
    </pc:docChg>
  </pc:docChgLst>
  <pc:docChgLst>
    <pc:chgData name="Max Concellon Marimon" userId="S::maxcm@ug.kth.se::fc38c1d0-2ce5-40e0-a335-34b1a9229426" providerId="AD" clId="Web-{D1F8959C-1045-4832-E941-66A679ADF697}"/>
    <pc:docChg chg="modSld">
      <pc:chgData name="Max Concellon Marimon" userId="S::maxcm@ug.kth.se::fc38c1d0-2ce5-40e0-a335-34b1a9229426" providerId="AD" clId="Web-{D1F8959C-1045-4832-E941-66A679ADF697}" dt="2025-12-04T08:03:21.857" v="19" actId="20577"/>
      <pc:docMkLst>
        <pc:docMk/>
      </pc:docMkLst>
      <pc:sldChg chg="modSp">
        <pc:chgData name="Max Concellon Marimon" userId="S::maxcm@ug.kth.se::fc38c1d0-2ce5-40e0-a335-34b1a9229426" providerId="AD" clId="Web-{D1F8959C-1045-4832-E941-66A679ADF697}" dt="2025-12-04T07:53:29.077" v="6" actId="20577"/>
        <pc:sldMkLst>
          <pc:docMk/>
          <pc:sldMk cId="466171498" sldId="308"/>
        </pc:sldMkLst>
        <pc:spChg chg="mod">
          <ac:chgData name="Max Concellon Marimon" userId="S::maxcm@ug.kth.se::fc38c1d0-2ce5-40e0-a335-34b1a9229426" providerId="AD" clId="Web-{D1F8959C-1045-4832-E941-66A679ADF697}" dt="2025-12-04T07:53:29.077" v="6" actId="20577"/>
          <ac:spMkLst>
            <pc:docMk/>
            <pc:sldMk cId="466171498" sldId="308"/>
            <ac:spMk id="55" creationId="{01BF7687-9D10-7999-BD3D-216432AED794}"/>
          </ac:spMkLst>
        </pc:spChg>
      </pc:sldChg>
    </pc:docChg>
  </pc:docChgLst>
  <pc:docChgLst>
    <pc:chgData name="Michelangelo Inzerilli" userId="c2a1ca82-3e46-4cfd-b4a1-7fe10b94d7be" providerId="ADAL" clId="{AF28DD4D-5B5A-549F-B64B-F96AF5F6B824}"/>
    <pc:docChg chg="undo redo custSel addSld delSld modSld sldOrd">
      <pc:chgData name="Michelangelo Inzerilli" userId="c2a1ca82-3e46-4cfd-b4a1-7fe10b94d7be" providerId="ADAL" clId="{AF28DD4D-5B5A-549F-B64B-F96AF5F6B824}" dt="2025-12-04T21:01:26.477" v="1069" actId="20577"/>
      <pc:docMkLst>
        <pc:docMk/>
      </pc:docMkLst>
      <pc:sldChg chg="addSp modSp mod">
        <pc:chgData name="Michelangelo Inzerilli" userId="c2a1ca82-3e46-4cfd-b4a1-7fe10b94d7be" providerId="ADAL" clId="{AF28DD4D-5B5A-549F-B64B-F96AF5F6B824}" dt="2025-12-03T22:24:49.103" v="543" actId="1076"/>
        <pc:sldMkLst>
          <pc:docMk/>
          <pc:sldMk cId="208122748" sldId="256"/>
        </pc:sldMkLst>
        <pc:spChg chg="add mod">
          <ac:chgData name="Michelangelo Inzerilli" userId="c2a1ca82-3e46-4cfd-b4a1-7fe10b94d7be" providerId="ADAL" clId="{AF28DD4D-5B5A-549F-B64B-F96AF5F6B824}" dt="2025-12-03T19:22:01.260" v="518"/>
          <ac:spMkLst>
            <pc:docMk/>
            <pc:sldMk cId="208122748" sldId="256"/>
            <ac:spMk id="2" creationId="{B68ECC0A-77FE-9C5A-69B1-0E65E96A5985}"/>
          </ac:spMkLst>
        </pc:spChg>
        <pc:spChg chg="mod">
          <ac:chgData name="Michelangelo Inzerilli" userId="c2a1ca82-3e46-4cfd-b4a1-7fe10b94d7be" providerId="ADAL" clId="{AF28DD4D-5B5A-549F-B64B-F96AF5F6B824}" dt="2025-12-03T22:24:49.103" v="543" actId="1076"/>
          <ac:spMkLst>
            <pc:docMk/>
            <pc:sldMk cId="208122748" sldId="256"/>
            <ac:spMk id="5" creationId="{92A29924-00C9-C549-25FA-02CDD1D96ADA}"/>
          </ac:spMkLst>
        </pc:spChg>
      </pc:sldChg>
      <pc:sldChg chg="addSp modSp mod modNotesTx">
        <pc:chgData name="Michelangelo Inzerilli" userId="c2a1ca82-3e46-4cfd-b4a1-7fe10b94d7be" providerId="ADAL" clId="{AF28DD4D-5B5A-549F-B64B-F96AF5F6B824}" dt="2025-12-04T21:00:37.397" v="1059" actId="20577"/>
        <pc:sldMkLst>
          <pc:docMk/>
          <pc:sldMk cId="844338237" sldId="264"/>
        </pc:sldMkLst>
        <pc:spChg chg="mod">
          <ac:chgData name="Michelangelo Inzerilli" userId="c2a1ca82-3e46-4cfd-b4a1-7fe10b94d7be" providerId="ADAL" clId="{AF28DD4D-5B5A-549F-B64B-F96AF5F6B824}" dt="2025-12-03T19:23:16.443" v="532" actId="20577"/>
          <ac:spMkLst>
            <pc:docMk/>
            <pc:sldMk cId="844338237" sldId="264"/>
            <ac:spMk id="2" creationId="{B0DB2B7B-ED52-C95D-E455-0CFB8040CA2A}"/>
          </ac:spMkLst>
        </pc:spChg>
        <pc:spChg chg="mod">
          <ac:chgData name="Michelangelo Inzerilli" userId="c2a1ca82-3e46-4cfd-b4a1-7fe10b94d7be" providerId="ADAL" clId="{AF28DD4D-5B5A-549F-B64B-F96AF5F6B824}" dt="2025-12-03T19:23:06.688" v="531" actId="20577"/>
          <ac:spMkLst>
            <pc:docMk/>
            <pc:sldMk cId="844338237" sldId="264"/>
            <ac:spMk id="3" creationId="{57E942A5-31F2-519E-EA4D-E40EE3C36828}"/>
          </ac:spMkLst>
        </pc:spChg>
        <pc:spChg chg="add mod">
          <ac:chgData name="Michelangelo Inzerilli" userId="c2a1ca82-3e46-4cfd-b4a1-7fe10b94d7be" providerId="ADAL" clId="{AF28DD4D-5B5A-549F-B64B-F96AF5F6B824}" dt="2025-12-03T19:22:01.260" v="518"/>
          <ac:spMkLst>
            <pc:docMk/>
            <pc:sldMk cId="844338237" sldId="264"/>
            <ac:spMk id="4" creationId="{7B09B9D6-400F-182D-8271-DE0D0346082E}"/>
          </ac:spMkLst>
        </pc:spChg>
      </pc:sldChg>
      <pc:sldChg chg="addSp modSp mod">
        <pc:chgData name="Michelangelo Inzerilli" userId="c2a1ca82-3e46-4cfd-b4a1-7fe10b94d7be" providerId="ADAL" clId="{AF28DD4D-5B5A-549F-B64B-F96AF5F6B824}" dt="2025-12-03T19:22:37.532" v="520" actId="14100"/>
        <pc:sldMkLst>
          <pc:docMk/>
          <pc:sldMk cId="1615936512" sldId="266"/>
        </pc:sldMkLst>
        <pc:spChg chg="mod">
          <ac:chgData name="Michelangelo Inzerilli" userId="c2a1ca82-3e46-4cfd-b4a1-7fe10b94d7be" providerId="ADAL" clId="{AF28DD4D-5B5A-549F-B64B-F96AF5F6B824}" dt="2025-12-03T19:22:37.532" v="520" actId="14100"/>
          <ac:spMkLst>
            <pc:docMk/>
            <pc:sldMk cId="1615936512" sldId="266"/>
            <ac:spMk id="3" creationId="{33F0D142-95A0-1E90-67DC-13555D99B715}"/>
          </ac:spMkLst>
        </pc:spChg>
        <pc:spChg chg="add mod">
          <ac:chgData name="Michelangelo Inzerilli" userId="c2a1ca82-3e46-4cfd-b4a1-7fe10b94d7be" providerId="ADAL" clId="{AF28DD4D-5B5A-549F-B64B-F96AF5F6B824}" dt="2025-12-03T19:22:01.260" v="518"/>
          <ac:spMkLst>
            <pc:docMk/>
            <pc:sldMk cId="1615936512" sldId="266"/>
            <ac:spMk id="4" creationId="{C0E000D8-36AA-D1AB-BB30-B400D25807C0}"/>
          </ac:spMkLst>
        </pc:spChg>
      </pc:sldChg>
      <pc:sldChg chg="addSp modSp mod">
        <pc:chgData name="Michelangelo Inzerilli" userId="c2a1ca82-3e46-4cfd-b4a1-7fe10b94d7be" providerId="ADAL" clId="{AF28DD4D-5B5A-549F-B64B-F96AF5F6B824}" dt="2025-12-03T19:22:27.407" v="519" actId="14100"/>
        <pc:sldMkLst>
          <pc:docMk/>
          <pc:sldMk cId="2387929560" sldId="267"/>
        </pc:sldMkLst>
        <pc:spChg chg="mod">
          <ac:chgData name="Michelangelo Inzerilli" userId="c2a1ca82-3e46-4cfd-b4a1-7fe10b94d7be" providerId="ADAL" clId="{AF28DD4D-5B5A-549F-B64B-F96AF5F6B824}" dt="2025-12-03T19:22:27.407" v="519" actId="14100"/>
          <ac:spMkLst>
            <pc:docMk/>
            <pc:sldMk cId="2387929560" sldId="267"/>
            <ac:spMk id="3" creationId="{764F34F3-AEF5-E03B-EF05-1DF4AF2BBB1D}"/>
          </ac:spMkLst>
        </pc:spChg>
        <pc:spChg chg="add mod">
          <ac:chgData name="Michelangelo Inzerilli" userId="c2a1ca82-3e46-4cfd-b4a1-7fe10b94d7be" providerId="ADAL" clId="{AF28DD4D-5B5A-549F-B64B-F96AF5F6B824}" dt="2025-12-03T19:22:01.260" v="518"/>
          <ac:spMkLst>
            <pc:docMk/>
            <pc:sldMk cId="2387929560" sldId="267"/>
            <ac:spMk id="4" creationId="{B54EB513-CFE9-3B50-9041-8FEE028BCB39}"/>
          </ac:spMkLst>
        </pc:spChg>
      </pc:sldChg>
      <pc:sldChg chg="addSp delSp modSp mod">
        <pc:chgData name="Michelangelo Inzerilli" userId="c2a1ca82-3e46-4cfd-b4a1-7fe10b94d7be" providerId="ADAL" clId="{AF28DD4D-5B5A-549F-B64B-F96AF5F6B824}" dt="2025-12-03T19:22:01.260" v="518"/>
        <pc:sldMkLst>
          <pc:docMk/>
          <pc:sldMk cId="1372419877" sldId="268"/>
        </pc:sldMkLst>
        <pc:spChg chg="mod">
          <ac:chgData name="Michelangelo Inzerilli" userId="c2a1ca82-3e46-4cfd-b4a1-7fe10b94d7be" providerId="ADAL" clId="{AF28DD4D-5B5A-549F-B64B-F96AF5F6B824}" dt="2025-12-03T16:20:03.083" v="89" actId="1076"/>
          <ac:spMkLst>
            <pc:docMk/>
            <pc:sldMk cId="1372419877" sldId="268"/>
            <ac:spMk id="2" creationId="{B227D8DA-CF44-23D5-25D3-8BE52F9C9E7C}"/>
          </ac:spMkLst>
        </pc:spChg>
        <pc:spChg chg="mod">
          <ac:chgData name="Michelangelo Inzerilli" userId="c2a1ca82-3e46-4cfd-b4a1-7fe10b94d7be" providerId="ADAL" clId="{AF28DD4D-5B5A-549F-B64B-F96AF5F6B824}" dt="2025-12-03T16:17:43.018" v="84" actId="404"/>
          <ac:spMkLst>
            <pc:docMk/>
            <pc:sldMk cId="1372419877" sldId="268"/>
            <ac:spMk id="3" creationId="{4D641700-1BB7-8405-C304-4C3919A174B4}"/>
          </ac:spMkLst>
        </pc:spChg>
        <pc:spChg chg="add mod">
          <ac:chgData name="Michelangelo Inzerilli" userId="c2a1ca82-3e46-4cfd-b4a1-7fe10b94d7be" providerId="ADAL" clId="{AF28DD4D-5B5A-549F-B64B-F96AF5F6B824}" dt="2025-12-03T19:22:01.260" v="518"/>
          <ac:spMkLst>
            <pc:docMk/>
            <pc:sldMk cId="1372419877" sldId="268"/>
            <ac:spMk id="4" creationId="{BF179C0C-9C5D-636D-7641-AA29A9422949}"/>
          </ac:spMkLst>
        </pc:spChg>
        <pc:spChg chg="add del">
          <ac:chgData name="Michelangelo Inzerilli" userId="c2a1ca82-3e46-4cfd-b4a1-7fe10b94d7be" providerId="ADAL" clId="{AF28DD4D-5B5A-549F-B64B-F96AF5F6B824}" dt="2025-12-03T16:16:02.690" v="69" actId="478"/>
          <ac:spMkLst>
            <pc:docMk/>
            <pc:sldMk cId="1372419877" sldId="268"/>
            <ac:spMk id="7" creationId="{429FB699-3438-FD84-B456-50E2A3E0CCE5}"/>
          </ac:spMkLst>
        </pc:spChg>
        <pc:spChg chg="mod">
          <ac:chgData name="Michelangelo Inzerilli" userId="c2a1ca82-3e46-4cfd-b4a1-7fe10b94d7be" providerId="ADAL" clId="{AF28DD4D-5B5A-549F-B64B-F96AF5F6B824}" dt="2025-12-03T16:19:51.585" v="87" actId="1076"/>
          <ac:spMkLst>
            <pc:docMk/>
            <pc:sldMk cId="1372419877" sldId="268"/>
            <ac:spMk id="12" creationId="{0524A901-D935-E26B-1F21-B001C9D0C847}"/>
          </ac:spMkLst>
        </pc:spChg>
        <pc:grpChg chg="mod">
          <ac:chgData name="Michelangelo Inzerilli" userId="c2a1ca82-3e46-4cfd-b4a1-7fe10b94d7be" providerId="ADAL" clId="{AF28DD4D-5B5A-549F-B64B-F96AF5F6B824}" dt="2025-12-03T16:19:52.066" v="88" actId="1076"/>
          <ac:grpSpMkLst>
            <pc:docMk/>
            <pc:sldMk cId="1372419877" sldId="268"/>
            <ac:grpSpMk id="11" creationId="{C326ED2E-42A7-00CA-DEC4-A1FEA137574E}"/>
          </ac:grpSpMkLst>
        </pc:grpChg>
        <pc:graphicFrameChg chg="mod">
          <ac:chgData name="Michelangelo Inzerilli" userId="c2a1ca82-3e46-4cfd-b4a1-7fe10b94d7be" providerId="ADAL" clId="{AF28DD4D-5B5A-549F-B64B-F96AF5F6B824}" dt="2025-12-03T16:17:12.543" v="81" actId="1076"/>
          <ac:graphicFrameMkLst>
            <pc:docMk/>
            <pc:sldMk cId="1372419877" sldId="268"/>
            <ac:graphicFrameMk id="16" creationId="{2E2FCF9A-8B17-893F-3E52-4C19B584A8A5}"/>
          </ac:graphicFrameMkLst>
        </pc:graphicFrameChg>
        <pc:graphicFrameChg chg="mod">
          <ac:chgData name="Michelangelo Inzerilli" userId="c2a1ca82-3e46-4cfd-b4a1-7fe10b94d7be" providerId="ADAL" clId="{AF28DD4D-5B5A-549F-B64B-F96AF5F6B824}" dt="2025-12-03T16:17:31.032" v="83" actId="14100"/>
          <ac:graphicFrameMkLst>
            <pc:docMk/>
            <pc:sldMk cId="1372419877" sldId="268"/>
            <ac:graphicFrameMk id="17" creationId="{E6AC891E-6531-ABB6-63E7-77CE2450ACE9}"/>
          </ac:graphicFrameMkLst>
        </pc:graphicFrameChg>
        <pc:picChg chg="mod">
          <ac:chgData name="Michelangelo Inzerilli" userId="c2a1ca82-3e46-4cfd-b4a1-7fe10b94d7be" providerId="ADAL" clId="{AF28DD4D-5B5A-549F-B64B-F96AF5F6B824}" dt="2025-12-03T16:16:22.169" v="74" actId="1076"/>
          <ac:picMkLst>
            <pc:docMk/>
            <pc:sldMk cId="1372419877" sldId="268"/>
            <ac:picMk id="5" creationId="{5DA3E2DA-D94B-E8FC-AFFD-8D3AB3866708}"/>
          </ac:picMkLst>
        </pc:picChg>
        <pc:cxnChg chg="mod">
          <ac:chgData name="Michelangelo Inzerilli" userId="c2a1ca82-3e46-4cfd-b4a1-7fe10b94d7be" providerId="ADAL" clId="{AF28DD4D-5B5A-549F-B64B-F96AF5F6B824}" dt="2025-12-03T16:16:26.783" v="75" actId="1076"/>
          <ac:cxnSpMkLst>
            <pc:docMk/>
            <pc:sldMk cId="1372419877" sldId="268"/>
            <ac:cxnSpMk id="6" creationId="{B9065D42-3DB7-521B-B20B-5CD2A93AA94B}"/>
          </ac:cxnSpMkLst>
        </pc:cxnChg>
      </pc:sldChg>
      <pc:sldChg chg="addSp modSp">
        <pc:chgData name="Michelangelo Inzerilli" userId="c2a1ca82-3e46-4cfd-b4a1-7fe10b94d7be" providerId="ADAL" clId="{AF28DD4D-5B5A-549F-B64B-F96AF5F6B824}" dt="2025-12-03T19:22:01.260" v="518"/>
        <pc:sldMkLst>
          <pc:docMk/>
          <pc:sldMk cId="966177561" sldId="274"/>
        </pc:sldMkLst>
        <pc:spChg chg="add mod">
          <ac:chgData name="Michelangelo Inzerilli" userId="c2a1ca82-3e46-4cfd-b4a1-7fe10b94d7be" providerId="ADAL" clId="{AF28DD4D-5B5A-549F-B64B-F96AF5F6B824}" dt="2025-12-03T19:22:01.260" v="518"/>
          <ac:spMkLst>
            <pc:docMk/>
            <pc:sldMk cId="966177561" sldId="274"/>
            <ac:spMk id="15" creationId="{74A0579F-C7FA-38C5-353A-B896EADBD08A}"/>
          </ac:spMkLst>
        </pc:spChg>
      </pc:sldChg>
      <pc:sldChg chg="addSp modSp">
        <pc:chgData name="Michelangelo Inzerilli" userId="c2a1ca82-3e46-4cfd-b4a1-7fe10b94d7be" providerId="ADAL" clId="{AF28DD4D-5B5A-549F-B64B-F96AF5F6B824}" dt="2025-12-03T19:22:01.260" v="518"/>
        <pc:sldMkLst>
          <pc:docMk/>
          <pc:sldMk cId="3485414127" sldId="282"/>
        </pc:sldMkLst>
        <pc:spChg chg="add mod">
          <ac:chgData name="Michelangelo Inzerilli" userId="c2a1ca82-3e46-4cfd-b4a1-7fe10b94d7be" providerId="ADAL" clId="{AF28DD4D-5B5A-549F-B64B-F96AF5F6B824}" dt="2025-12-03T19:22:01.260" v="518"/>
          <ac:spMkLst>
            <pc:docMk/>
            <pc:sldMk cId="3485414127" sldId="282"/>
            <ac:spMk id="3" creationId="{78EEB4E5-A9E0-E1FE-6FD9-3ED123830BEE}"/>
          </ac:spMkLst>
        </pc:spChg>
      </pc:sldChg>
      <pc:sldChg chg="addSp modSp modNotesTx">
        <pc:chgData name="Michelangelo Inzerilli" userId="c2a1ca82-3e46-4cfd-b4a1-7fe10b94d7be" providerId="ADAL" clId="{AF28DD4D-5B5A-549F-B64B-F96AF5F6B824}" dt="2025-12-04T21:01:15.408" v="1065" actId="20577"/>
        <pc:sldMkLst>
          <pc:docMk/>
          <pc:sldMk cId="266142315" sldId="283"/>
        </pc:sldMkLst>
        <pc:spChg chg="add mod">
          <ac:chgData name="Michelangelo Inzerilli" userId="c2a1ca82-3e46-4cfd-b4a1-7fe10b94d7be" providerId="ADAL" clId="{AF28DD4D-5B5A-549F-B64B-F96AF5F6B824}" dt="2025-12-03T19:22:01.260" v="518"/>
          <ac:spMkLst>
            <pc:docMk/>
            <pc:sldMk cId="266142315" sldId="283"/>
            <ac:spMk id="3" creationId="{922F1861-8C45-EF37-C209-8406C963AC1E}"/>
          </ac:spMkLst>
        </pc:spChg>
      </pc:sldChg>
      <pc:sldChg chg="addSp modSp ord">
        <pc:chgData name="Michelangelo Inzerilli" userId="c2a1ca82-3e46-4cfd-b4a1-7fe10b94d7be" providerId="ADAL" clId="{AF28DD4D-5B5A-549F-B64B-F96AF5F6B824}" dt="2025-12-04T11:46:42.008" v="682" actId="20578"/>
        <pc:sldMkLst>
          <pc:docMk/>
          <pc:sldMk cId="2603457227" sldId="284"/>
        </pc:sldMkLst>
        <pc:spChg chg="add mod">
          <ac:chgData name="Michelangelo Inzerilli" userId="c2a1ca82-3e46-4cfd-b4a1-7fe10b94d7be" providerId="ADAL" clId="{AF28DD4D-5B5A-549F-B64B-F96AF5F6B824}" dt="2025-12-03T19:22:01.260" v="518"/>
          <ac:spMkLst>
            <pc:docMk/>
            <pc:sldMk cId="2603457227" sldId="284"/>
            <ac:spMk id="4" creationId="{A2E82086-DAF4-4967-AE66-B05D83F30D74}"/>
          </ac:spMkLst>
        </pc:spChg>
      </pc:sldChg>
      <pc:sldChg chg="addSp modSp">
        <pc:chgData name="Michelangelo Inzerilli" userId="c2a1ca82-3e46-4cfd-b4a1-7fe10b94d7be" providerId="ADAL" clId="{AF28DD4D-5B5A-549F-B64B-F96AF5F6B824}" dt="2025-12-03T19:22:01.260" v="518"/>
        <pc:sldMkLst>
          <pc:docMk/>
          <pc:sldMk cId="1423589453" sldId="285"/>
        </pc:sldMkLst>
        <pc:spChg chg="add mod">
          <ac:chgData name="Michelangelo Inzerilli" userId="c2a1ca82-3e46-4cfd-b4a1-7fe10b94d7be" providerId="ADAL" clId="{AF28DD4D-5B5A-549F-B64B-F96AF5F6B824}" dt="2025-12-03T19:22:01.260" v="518"/>
          <ac:spMkLst>
            <pc:docMk/>
            <pc:sldMk cId="1423589453" sldId="285"/>
            <ac:spMk id="3" creationId="{DF6CD424-4CBB-0A5E-435E-66E91FD8E754}"/>
          </ac:spMkLst>
        </pc:spChg>
      </pc:sldChg>
      <pc:sldChg chg="addSp modSp">
        <pc:chgData name="Michelangelo Inzerilli" userId="c2a1ca82-3e46-4cfd-b4a1-7fe10b94d7be" providerId="ADAL" clId="{AF28DD4D-5B5A-549F-B64B-F96AF5F6B824}" dt="2025-12-03T19:22:01.260" v="518"/>
        <pc:sldMkLst>
          <pc:docMk/>
          <pc:sldMk cId="3745492728" sldId="287"/>
        </pc:sldMkLst>
        <pc:spChg chg="add mod">
          <ac:chgData name="Michelangelo Inzerilli" userId="c2a1ca82-3e46-4cfd-b4a1-7fe10b94d7be" providerId="ADAL" clId="{AF28DD4D-5B5A-549F-B64B-F96AF5F6B824}" dt="2025-12-03T19:22:01.260" v="518"/>
          <ac:spMkLst>
            <pc:docMk/>
            <pc:sldMk cId="3745492728" sldId="287"/>
            <ac:spMk id="4" creationId="{B49F414E-D2C0-B11F-74DD-F5F5A96F6ECB}"/>
          </ac:spMkLst>
        </pc:spChg>
      </pc:sldChg>
      <pc:sldChg chg="addSp modSp mod">
        <pc:chgData name="Michelangelo Inzerilli" userId="c2a1ca82-3e46-4cfd-b4a1-7fe10b94d7be" providerId="ADAL" clId="{AF28DD4D-5B5A-549F-B64B-F96AF5F6B824}" dt="2025-12-03T19:22:01.260" v="518"/>
        <pc:sldMkLst>
          <pc:docMk/>
          <pc:sldMk cId="3115126841" sldId="290"/>
        </pc:sldMkLst>
        <pc:spChg chg="mod">
          <ac:chgData name="Michelangelo Inzerilli" userId="c2a1ca82-3e46-4cfd-b4a1-7fe10b94d7be" providerId="ADAL" clId="{AF28DD4D-5B5A-549F-B64B-F96AF5F6B824}" dt="2025-12-03T19:04:56.670" v="356" actId="20577"/>
          <ac:spMkLst>
            <pc:docMk/>
            <pc:sldMk cId="3115126841" sldId="290"/>
            <ac:spMk id="2" creationId="{32A3F528-CAC7-FA72-3765-6103E2DD5C1A}"/>
          </ac:spMkLst>
        </pc:spChg>
        <pc:spChg chg="add mod">
          <ac:chgData name="Michelangelo Inzerilli" userId="c2a1ca82-3e46-4cfd-b4a1-7fe10b94d7be" providerId="ADAL" clId="{AF28DD4D-5B5A-549F-B64B-F96AF5F6B824}" dt="2025-12-03T19:22:01.260" v="518"/>
          <ac:spMkLst>
            <pc:docMk/>
            <pc:sldMk cId="3115126841" sldId="290"/>
            <ac:spMk id="3" creationId="{D5B2CCA1-6979-8B27-E0FE-0C33ED14EB89}"/>
          </ac:spMkLst>
        </pc:spChg>
      </pc:sldChg>
      <pc:sldChg chg="addSp modSp mod">
        <pc:chgData name="Michelangelo Inzerilli" userId="c2a1ca82-3e46-4cfd-b4a1-7fe10b94d7be" providerId="ADAL" clId="{AF28DD4D-5B5A-549F-B64B-F96AF5F6B824}" dt="2025-12-03T19:22:01.260" v="518"/>
        <pc:sldMkLst>
          <pc:docMk/>
          <pc:sldMk cId="2499878178" sldId="297"/>
        </pc:sldMkLst>
        <pc:spChg chg="add mod">
          <ac:chgData name="Michelangelo Inzerilli" userId="c2a1ca82-3e46-4cfd-b4a1-7fe10b94d7be" providerId="ADAL" clId="{AF28DD4D-5B5A-549F-B64B-F96AF5F6B824}" dt="2025-12-03T19:22:01.260" v="518"/>
          <ac:spMkLst>
            <pc:docMk/>
            <pc:sldMk cId="2499878178" sldId="297"/>
            <ac:spMk id="4" creationId="{59EE8F6B-474A-F9CB-7092-44EA7872985E}"/>
          </ac:spMkLst>
        </pc:spChg>
        <pc:graphicFrameChg chg="modGraphic">
          <ac:chgData name="Michelangelo Inzerilli" userId="c2a1ca82-3e46-4cfd-b4a1-7fe10b94d7be" providerId="ADAL" clId="{AF28DD4D-5B5A-549F-B64B-F96AF5F6B824}" dt="2025-12-03T12:49:33.029" v="56" actId="20577"/>
          <ac:graphicFrameMkLst>
            <pc:docMk/>
            <pc:sldMk cId="2499878178" sldId="297"/>
            <ac:graphicFrameMk id="5" creationId="{9BA8A4AF-AEC3-9A63-AF96-E01177856FF0}"/>
          </ac:graphicFrameMkLst>
        </pc:graphicFrameChg>
      </pc:sldChg>
      <pc:sldChg chg="addSp delSp modSp mod modAnim modNotesTx">
        <pc:chgData name="Michelangelo Inzerilli" userId="c2a1ca82-3e46-4cfd-b4a1-7fe10b94d7be" providerId="ADAL" clId="{AF28DD4D-5B5A-549F-B64B-F96AF5F6B824}" dt="2025-12-04T21:01:26.477" v="1069" actId="20577"/>
        <pc:sldMkLst>
          <pc:docMk/>
          <pc:sldMk cId="834356660" sldId="298"/>
        </pc:sldMkLst>
        <pc:spChg chg="mod">
          <ac:chgData name="Michelangelo Inzerilli" userId="c2a1ca82-3e46-4cfd-b4a1-7fe10b94d7be" providerId="ADAL" clId="{AF28DD4D-5B5A-549F-B64B-F96AF5F6B824}" dt="2025-12-03T19:08:16.356" v="417" actId="20577"/>
          <ac:spMkLst>
            <pc:docMk/>
            <pc:sldMk cId="834356660" sldId="298"/>
            <ac:spMk id="2" creationId="{3FC56B66-FAB7-6D2A-BB01-75768FCAC394}"/>
          </ac:spMkLst>
        </pc:spChg>
        <pc:spChg chg="add mod">
          <ac:chgData name="Michelangelo Inzerilli" userId="c2a1ca82-3e46-4cfd-b4a1-7fe10b94d7be" providerId="ADAL" clId="{AF28DD4D-5B5A-549F-B64B-F96AF5F6B824}" dt="2025-12-03T16:52:19.699" v="304" actId="1076"/>
          <ac:spMkLst>
            <pc:docMk/>
            <pc:sldMk cId="834356660" sldId="298"/>
            <ac:spMk id="19" creationId="{E31B1B73-FA67-AF53-E517-675BFB39098A}"/>
          </ac:spMkLst>
        </pc:spChg>
        <pc:spChg chg="add mod">
          <ac:chgData name="Michelangelo Inzerilli" userId="c2a1ca82-3e46-4cfd-b4a1-7fe10b94d7be" providerId="ADAL" clId="{AF28DD4D-5B5A-549F-B64B-F96AF5F6B824}" dt="2025-12-03T16:48:11.676" v="257" actId="1076"/>
          <ac:spMkLst>
            <pc:docMk/>
            <pc:sldMk cId="834356660" sldId="298"/>
            <ac:spMk id="26" creationId="{E9FB12CC-39AF-7ABC-846F-B2839F7FE20C}"/>
          </ac:spMkLst>
        </pc:spChg>
        <pc:spChg chg="add mod">
          <ac:chgData name="Michelangelo Inzerilli" userId="c2a1ca82-3e46-4cfd-b4a1-7fe10b94d7be" providerId="ADAL" clId="{AF28DD4D-5B5A-549F-B64B-F96AF5F6B824}" dt="2025-12-03T16:50:05.989" v="268" actId="167"/>
          <ac:spMkLst>
            <pc:docMk/>
            <pc:sldMk cId="834356660" sldId="298"/>
            <ac:spMk id="27" creationId="{F6C2152A-EE3F-A904-82B4-B278DFA3B8EC}"/>
          </ac:spMkLst>
        </pc:spChg>
        <pc:spChg chg="add mod">
          <ac:chgData name="Michelangelo Inzerilli" userId="c2a1ca82-3e46-4cfd-b4a1-7fe10b94d7be" providerId="ADAL" clId="{AF28DD4D-5B5A-549F-B64B-F96AF5F6B824}" dt="2025-12-03T16:50:08.696" v="269" actId="167"/>
          <ac:spMkLst>
            <pc:docMk/>
            <pc:sldMk cId="834356660" sldId="298"/>
            <ac:spMk id="28" creationId="{A1A91134-FB42-3AC2-D566-000BF2D8352A}"/>
          </ac:spMkLst>
        </pc:spChg>
        <pc:spChg chg="add mod">
          <ac:chgData name="Michelangelo Inzerilli" userId="c2a1ca82-3e46-4cfd-b4a1-7fe10b94d7be" providerId="ADAL" clId="{AF28DD4D-5B5A-549F-B64B-F96AF5F6B824}" dt="2025-12-03T16:50:11.072" v="270" actId="167"/>
          <ac:spMkLst>
            <pc:docMk/>
            <pc:sldMk cId="834356660" sldId="298"/>
            <ac:spMk id="29" creationId="{AB7B659C-625F-756B-E2CB-EBE3B91E24CD}"/>
          </ac:spMkLst>
        </pc:spChg>
        <pc:spChg chg="add mod">
          <ac:chgData name="Michelangelo Inzerilli" userId="c2a1ca82-3e46-4cfd-b4a1-7fe10b94d7be" providerId="ADAL" clId="{AF28DD4D-5B5A-549F-B64B-F96AF5F6B824}" dt="2025-12-03T19:22:01.260" v="518"/>
          <ac:spMkLst>
            <pc:docMk/>
            <pc:sldMk cId="834356660" sldId="298"/>
            <ac:spMk id="35" creationId="{DB1DB30F-F6E6-E05A-6C94-355203DC75CE}"/>
          </ac:spMkLst>
        </pc:spChg>
        <pc:graphicFrameChg chg="mod">
          <ac:chgData name="Michelangelo Inzerilli" userId="c2a1ca82-3e46-4cfd-b4a1-7fe10b94d7be" providerId="ADAL" clId="{AF28DD4D-5B5A-549F-B64B-F96AF5F6B824}" dt="2025-12-03T16:48:21.605" v="259"/>
          <ac:graphicFrameMkLst>
            <pc:docMk/>
            <pc:sldMk cId="834356660" sldId="298"/>
            <ac:graphicFrameMk id="23" creationId="{D55E8588-ADFE-4699-9405-4ABA24502793}"/>
          </ac:graphicFrameMkLst>
        </pc:graphicFrameChg>
        <pc:picChg chg="mod">
          <ac:chgData name="Michelangelo Inzerilli" userId="c2a1ca82-3e46-4cfd-b4a1-7fe10b94d7be" providerId="ADAL" clId="{AF28DD4D-5B5A-549F-B64B-F96AF5F6B824}" dt="2025-12-03T16:50:46.350" v="279" actId="1076"/>
          <ac:picMkLst>
            <pc:docMk/>
            <pc:sldMk cId="834356660" sldId="298"/>
            <ac:picMk id="10" creationId="{85C94A1A-A19F-A893-0F87-54EC1C45821C}"/>
          </ac:picMkLst>
        </pc:picChg>
        <pc:picChg chg="mod">
          <ac:chgData name="Michelangelo Inzerilli" userId="c2a1ca82-3e46-4cfd-b4a1-7fe10b94d7be" providerId="ADAL" clId="{AF28DD4D-5B5A-549F-B64B-F96AF5F6B824}" dt="2025-12-03T16:51:11.145" v="288" actId="1076"/>
          <ac:picMkLst>
            <pc:docMk/>
            <pc:sldMk cId="834356660" sldId="298"/>
            <ac:picMk id="15" creationId="{99832443-9431-07D2-D346-C97DEEB9A396}"/>
          </ac:picMkLst>
        </pc:picChg>
        <pc:picChg chg="mod">
          <ac:chgData name="Michelangelo Inzerilli" userId="c2a1ca82-3e46-4cfd-b4a1-7fe10b94d7be" providerId="ADAL" clId="{AF28DD4D-5B5A-549F-B64B-F96AF5F6B824}" dt="2025-12-03T16:50:33.537" v="273" actId="1076"/>
          <ac:picMkLst>
            <pc:docMk/>
            <pc:sldMk cId="834356660" sldId="298"/>
            <ac:picMk id="16" creationId="{690FC843-44C4-680B-5283-E178E355D310}"/>
          </ac:picMkLst>
        </pc:picChg>
        <pc:picChg chg="mod">
          <ac:chgData name="Michelangelo Inzerilli" userId="c2a1ca82-3e46-4cfd-b4a1-7fe10b94d7be" providerId="ADAL" clId="{AF28DD4D-5B5A-549F-B64B-F96AF5F6B824}" dt="2025-12-03T16:50:43.418" v="278" actId="1076"/>
          <ac:picMkLst>
            <pc:docMk/>
            <pc:sldMk cId="834356660" sldId="298"/>
            <ac:picMk id="17" creationId="{FAA34654-F680-052B-D182-00D09836A98D}"/>
          </ac:picMkLst>
        </pc:picChg>
        <pc:picChg chg="mod">
          <ac:chgData name="Michelangelo Inzerilli" userId="c2a1ca82-3e46-4cfd-b4a1-7fe10b94d7be" providerId="ADAL" clId="{AF28DD4D-5B5A-549F-B64B-F96AF5F6B824}" dt="2025-12-03T16:52:19.699" v="304" actId="1076"/>
          <ac:picMkLst>
            <pc:docMk/>
            <pc:sldMk cId="834356660" sldId="298"/>
            <ac:picMk id="20" creationId="{B3769F9C-D094-E3B9-0025-9403B84D0C1E}"/>
          </ac:picMkLst>
        </pc:picChg>
        <pc:picChg chg="add mod">
          <ac:chgData name="Michelangelo Inzerilli" userId="c2a1ca82-3e46-4cfd-b4a1-7fe10b94d7be" providerId="ADAL" clId="{AF28DD4D-5B5A-549F-B64B-F96AF5F6B824}" dt="2025-12-03T16:50:56.503" v="283" actId="1076"/>
          <ac:picMkLst>
            <pc:docMk/>
            <pc:sldMk cId="834356660" sldId="298"/>
            <ac:picMk id="30" creationId="{5C59595D-DC00-DFEA-357F-5622AEA25137}"/>
          </ac:picMkLst>
        </pc:picChg>
        <pc:picChg chg="add mod">
          <ac:chgData name="Michelangelo Inzerilli" userId="c2a1ca82-3e46-4cfd-b4a1-7fe10b94d7be" providerId="ADAL" clId="{AF28DD4D-5B5A-549F-B64B-F96AF5F6B824}" dt="2025-12-03T16:51:06.198" v="286" actId="1076"/>
          <ac:picMkLst>
            <pc:docMk/>
            <pc:sldMk cId="834356660" sldId="298"/>
            <ac:picMk id="31" creationId="{28F75B56-0F1C-9171-5A2B-F64E34867152}"/>
          </ac:picMkLst>
        </pc:picChg>
        <pc:picChg chg="add mod">
          <ac:chgData name="Michelangelo Inzerilli" userId="c2a1ca82-3e46-4cfd-b4a1-7fe10b94d7be" providerId="ADAL" clId="{AF28DD4D-5B5A-549F-B64B-F96AF5F6B824}" dt="2025-12-03T16:51:23.369" v="291" actId="1076"/>
          <ac:picMkLst>
            <pc:docMk/>
            <pc:sldMk cId="834356660" sldId="298"/>
            <ac:picMk id="32" creationId="{4F27886A-8F72-D5AF-9820-1EFF9B311F1C}"/>
          </ac:picMkLst>
        </pc:picChg>
        <pc:picChg chg="add mod">
          <ac:chgData name="Michelangelo Inzerilli" userId="c2a1ca82-3e46-4cfd-b4a1-7fe10b94d7be" providerId="ADAL" clId="{AF28DD4D-5B5A-549F-B64B-F96AF5F6B824}" dt="2025-12-03T16:51:30.273" v="294" actId="1076"/>
          <ac:picMkLst>
            <pc:docMk/>
            <pc:sldMk cId="834356660" sldId="298"/>
            <ac:picMk id="33" creationId="{ED3EA9FC-0191-B5CB-E100-1AAAE1FA2338}"/>
          </ac:picMkLst>
        </pc:picChg>
        <pc:picChg chg="add mod">
          <ac:chgData name="Michelangelo Inzerilli" userId="c2a1ca82-3e46-4cfd-b4a1-7fe10b94d7be" providerId="ADAL" clId="{AF28DD4D-5B5A-549F-B64B-F96AF5F6B824}" dt="2025-12-03T16:51:37.713" v="297" actId="1076"/>
          <ac:picMkLst>
            <pc:docMk/>
            <pc:sldMk cId="834356660" sldId="298"/>
            <ac:picMk id="34" creationId="{03E1C209-C1D5-0C37-EAED-C46469104A8A}"/>
          </ac:picMkLst>
        </pc:picChg>
      </pc:sldChg>
      <pc:sldChg chg="addSp modSp modNotesTx">
        <pc:chgData name="Michelangelo Inzerilli" userId="c2a1ca82-3e46-4cfd-b4a1-7fe10b94d7be" providerId="ADAL" clId="{AF28DD4D-5B5A-549F-B64B-F96AF5F6B824}" dt="2025-12-04T21:01:23.715" v="1068" actId="20577"/>
        <pc:sldMkLst>
          <pc:docMk/>
          <pc:sldMk cId="2056833546" sldId="299"/>
        </pc:sldMkLst>
        <pc:spChg chg="add mod">
          <ac:chgData name="Michelangelo Inzerilli" userId="c2a1ca82-3e46-4cfd-b4a1-7fe10b94d7be" providerId="ADAL" clId="{AF28DD4D-5B5A-549F-B64B-F96AF5F6B824}" dt="2025-12-03T19:22:01.260" v="518"/>
          <ac:spMkLst>
            <pc:docMk/>
            <pc:sldMk cId="2056833546" sldId="299"/>
            <ac:spMk id="14" creationId="{EEEF6A62-E328-68BE-6279-FFDE0DC7CC7F}"/>
          </ac:spMkLst>
        </pc:spChg>
      </pc:sldChg>
      <pc:sldChg chg="addSp delSp modSp mod addAnim delAnim">
        <pc:chgData name="Michelangelo Inzerilli" userId="c2a1ca82-3e46-4cfd-b4a1-7fe10b94d7be" providerId="ADAL" clId="{AF28DD4D-5B5A-549F-B64B-F96AF5F6B824}" dt="2025-12-03T19:23:28.458" v="534" actId="14100"/>
        <pc:sldMkLst>
          <pc:docMk/>
          <pc:sldMk cId="466171498" sldId="308"/>
        </pc:sldMkLst>
        <pc:spChg chg="add mod">
          <ac:chgData name="Michelangelo Inzerilli" userId="c2a1ca82-3e46-4cfd-b4a1-7fe10b94d7be" providerId="ADAL" clId="{AF28DD4D-5B5A-549F-B64B-F96AF5F6B824}" dt="2025-12-03T19:22:01.260" v="518"/>
          <ac:spMkLst>
            <pc:docMk/>
            <pc:sldMk cId="466171498" sldId="308"/>
            <ac:spMk id="4" creationId="{E9837081-225A-F6CC-9325-F96FAE286E20}"/>
          </ac:spMkLst>
        </pc:spChg>
        <pc:spChg chg="mod">
          <ac:chgData name="Michelangelo Inzerilli" userId="c2a1ca82-3e46-4cfd-b4a1-7fe10b94d7be" providerId="ADAL" clId="{AF28DD4D-5B5A-549F-B64B-F96AF5F6B824}" dt="2025-12-03T19:23:28.458" v="534" actId="14100"/>
          <ac:spMkLst>
            <pc:docMk/>
            <pc:sldMk cId="466171498" sldId="308"/>
            <ac:spMk id="55" creationId="{01BF7687-9D10-7999-BD3D-216432AED794}"/>
          </ac:spMkLst>
        </pc:spChg>
        <pc:grpChg chg="mod">
          <ac:chgData name="Michelangelo Inzerilli" userId="c2a1ca82-3e46-4cfd-b4a1-7fe10b94d7be" providerId="ADAL" clId="{AF28DD4D-5B5A-549F-B64B-F96AF5F6B824}" dt="2025-12-03T19:18:06.177" v="467" actId="1076"/>
          <ac:grpSpMkLst>
            <pc:docMk/>
            <pc:sldMk cId="466171498" sldId="308"/>
            <ac:grpSpMk id="57" creationId="{93D91A0E-1C04-AE38-CA10-2F33C1E139AE}"/>
          </ac:grpSpMkLst>
        </pc:grpChg>
        <pc:picChg chg="mod">
          <ac:chgData name="Michelangelo Inzerilli" userId="c2a1ca82-3e46-4cfd-b4a1-7fe10b94d7be" providerId="ADAL" clId="{AF28DD4D-5B5A-549F-B64B-F96AF5F6B824}" dt="2025-12-03T19:18:33.487" v="478" actId="1076"/>
          <ac:picMkLst>
            <pc:docMk/>
            <pc:sldMk cId="466171498" sldId="308"/>
            <ac:picMk id="43" creationId="{F2204B33-26B4-8595-8B9F-9B27DA0BF0DD}"/>
          </ac:picMkLst>
        </pc:picChg>
        <pc:picChg chg="add del mod">
          <ac:chgData name="Michelangelo Inzerilli" userId="c2a1ca82-3e46-4cfd-b4a1-7fe10b94d7be" providerId="ADAL" clId="{AF28DD4D-5B5A-549F-B64B-F96AF5F6B824}" dt="2025-12-03T19:18:38.452" v="480" actId="1076"/>
          <ac:picMkLst>
            <pc:docMk/>
            <pc:sldMk cId="466171498" sldId="308"/>
            <ac:picMk id="44" creationId="{BC0CFD52-6FE3-F973-3679-BDA7A79AB1BA}"/>
          </ac:picMkLst>
        </pc:picChg>
        <pc:picChg chg="add del mod">
          <ac:chgData name="Michelangelo Inzerilli" userId="c2a1ca82-3e46-4cfd-b4a1-7fe10b94d7be" providerId="ADAL" clId="{AF28DD4D-5B5A-549F-B64B-F96AF5F6B824}" dt="2025-12-03T19:18:43.960" v="482" actId="1076"/>
          <ac:picMkLst>
            <pc:docMk/>
            <pc:sldMk cId="466171498" sldId="308"/>
            <ac:picMk id="45" creationId="{1D01A229-18C1-BD3C-A5BC-44820F645098}"/>
          </ac:picMkLst>
        </pc:picChg>
        <pc:picChg chg="mod">
          <ac:chgData name="Michelangelo Inzerilli" userId="c2a1ca82-3e46-4cfd-b4a1-7fe10b94d7be" providerId="ADAL" clId="{AF28DD4D-5B5A-549F-B64B-F96AF5F6B824}" dt="2025-12-03T19:17:51.491" v="464" actId="1076"/>
          <ac:picMkLst>
            <pc:docMk/>
            <pc:sldMk cId="466171498" sldId="308"/>
            <ac:picMk id="1026" creationId="{05941A05-A08F-C199-B8FB-006304DD30C8}"/>
          </ac:picMkLst>
        </pc:picChg>
      </pc:sldChg>
      <pc:sldChg chg="addSp delSp modSp mod">
        <pc:chgData name="Michelangelo Inzerilli" userId="c2a1ca82-3e46-4cfd-b4a1-7fe10b94d7be" providerId="ADAL" clId="{AF28DD4D-5B5A-549F-B64B-F96AF5F6B824}" dt="2025-12-04T11:34:03.620" v="681"/>
        <pc:sldMkLst>
          <pc:docMk/>
          <pc:sldMk cId="2624732379" sldId="309"/>
        </pc:sldMkLst>
        <pc:spChg chg="add mod">
          <ac:chgData name="Michelangelo Inzerilli" userId="c2a1ca82-3e46-4cfd-b4a1-7fe10b94d7be" providerId="ADAL" clId="{AF28DD4D-5B5A-549F-B64B-F96AF5F6B824}" dt="2025-12-03T19:22:01.260" v="518"/>
          <ac:spMkLst>
            <pc:docMk/>
            <pc:sldMk cId="2624732379" sldId="309"/>
            <ac:spMk id="3" creationId="{50E3C13D-774D-E38B-8A26-7F0BC05DBF12}"/>
          </ac:spMkLst>
        </pc:spChg>
      </pc:sldChg>
      <pc:sldChg chg="addSp modSp modNotesTx">
        <pc:chgData name="Michelangelo Inzerilli" userId="c2a1ca82-3e46-4cfd-b4a1-7fe10b94d7be" providerId="ADAL" clId="{AF28DD4D-5B5A-549F-B64B-F96AF5F6B824}" dt="2025-12-04T21:01:18.013" v="1066" actId="20577"/>
        <pc:sldMkLst>
          <pc:docMk/>
          <pc:sldMk cId="1616471928" sldId="310"/>
        </pc:sldMkLst>
        <pc:spChg chg="add mod">
          <ac:chgData name="Michelangelo Inzerilli" userId="c2a1ca82-3e46-4cfd-b4a1-7fe10b94d7be" providerId="ADAL" clId="{AF28DD4D-5B5A-549F-B64B-F96AF5F6B824}" dt="2025-12-03T19:22:01.260" v="518"/>
          <ac:spMkLst>
            <pc:docMk/>
            <pc:sldMk cId="1616471928" sldId="310"/>
            <ac:spMk id="5" creationId="{0BC47802-D0CF-61BE-AE4C-C658AA6A5F8E}"/>
          </ac:spMkLst>
        </pc:spChg>
      </pc:sldChg>
      <pc:sldChg chg="addSp modSp modNotesTx">
        <pc:chgData name="Michelangelo Inzerilli" userId="c2a1ca82-3e46-4cfd-b4a1-7fe10b94d7be" providerId="ADAL" clId="{AF28DD4D-5B5A-549F-B64B-F96AF5F6B824}" dt="2025-12-04T21:00:40.522" v="1060" actId="20577"/>
        <pc:sldMkLst>
          <pc:docMk/>
          <pc:sldMk cId="851786718" sldId="312"/>
        </pc:sldMkLst>
        <pc:spChg chg="add mod">
          <ac:chgData name="Michelangelo Inzerilli" userId="c2a1ca82-3e46-4cfd-b4a1-7fe10b94d7be" providerId="ADAL" clId="{AF28DD4D-5B5A-549F-B64B-F96AF5F6B824}" dt="2025-12-03T19:22:01.260" v="518"/>
          <ac:spMkLst>
            <pc:docMk/>
            <pc:sldMk cId="851786718" sldId="312"/>
            <ac:spMk id="2" creationId="{88708826-DE60-0ADC-0BA7-510BA5112E67}"/>
          </ac:spMkLst>
        </pc:spChg>
      </pc:sldChg>
      <pc:sldChg chg="addSp modSp modNotesTx">
        <pc:chgData name="Michelangelo Inzerilli" userId="c2a1ca82-3e46-4cfd-b4a1-7fe10b94d7be" providerId="ADAL" clId="{AF28DD4D-5B5A-549F-B64B-F96AF5F6B824}" dt="2025-12-04T21:01:20.949" v="1067" actId="20577"/>
        <pc:sldMkLst>
          <pc:docMk/>
          <pc:sldMk cId="2130770908" sldId="314"/>
        </pc:sldMkLst>
        <pc:spChg chg="add mod">
          <ac:chgData name="Michelangelo Inzerilli" userId="c2a1ca82-3e46-4cfd-b4a1-7fe10b94d7be" providerId="ADAL" clId="{AF28DD4D-5B5A-549F-B64B-F96AF5F6B824}" dt="2025-12-03T19:22:01.260" v="518"/>
          <ac:spMkLst>
            <pc:docMk/>
            <pc:sldMk cId="2130770908" sldId="314"/>
            <ac:spMk id="8" creationId="{F7E83988-1EFD-2B38-DAFE-07FB8BFDB0B1}"/>
          </ac:spMkLst>
        </pc:spChg>
      </pc:sldChg>
      <pc:sldChg chg="addSp modSp add">
        <pc:chgData name="Michelangelo Inzerilli" userId="c2a1ca82-3e46-4cfd-b4a1-7fe10b94d7be" providerId="ADAL" clId="{AF28DD4D-5B5A-549F-B64B-F96AF5F6B824}" dt="2025-12-03T19:22:01.260" v="518"/>
        <pc:sldMkLst>
          <pc:docMk/>
          <pc:sldMk cId="2909624945" sldId="315"/>
        </pc:sldMkLst>
        <pc:spChg chg="add mod">
          <ac:chgData name="Michelangelo Inzerilli" userId="c2a1ca82-3e46-4cfd-b4a1-7fe10b94d7be" providerId="ADAL" clId="{AF28DD4D-5B5A-549F-B64B-F96AF5F6B824}" dt="2025-12-03T19:22:01.260" v="518"/>
          <ac:spMkLst>
            <pc:docMk/>
            <pc:sldMk cId="2909624945" sldId="315"/>
            <ac:spMk id="3" creationId="{FC175C51-C0C3-BF27-EBF4-8900EA02D3FC}"/>
          </ac:spMkLst>
        </pc:spChg>
      </pc:sldChg>
      <pc:sldChg chg="modAnim modNotesTx">
        <pc:chgData name="Michelangelo Inzerilli" userId="c2a1ca82-3e46-4cfd-b4a1-7fe10b94d7be" providerId="ADAL" clId="{AF28DD4D-5B5A-549F-B64B-F96AF5F6B824}" dt="2025-12-04T21:01:09.163" v="1064" actId="20577"/>
        <pc:sldMkLst>
          <pc:docMk/>
          <pc:sldMk cId="3259187233" sldId="316"/>
        </pc:sldMkLst>
      </pc:sldChg>
      <pc:sldChg chg="addSp delSp modSp mod delAnim modAnim modNotesTx">
        <pc:chgData name="Michelangelo Inzerilli" userId="c2a1ca82-3e46-4cfd-b4a1-7fe10b94d7be" providerId="ADAL" clId="{AF28DD4D-5B5A-549F-B64B-F96AF5F6B824}" dt="2025-12-04T21:00:52.383" v="1063" actId="20577"/>
        <pc:sldMkLst>
          <pc:docMk/>
          <pc:sldMk cId="2311047263" sldId="320"/>
        </pc:sldMkLst>
        <pc:spChg chg="mod">
          <ac:chgData name="Michelangelo Inzerilli" userId="c2a1ca82-3e46-4cfd-b4a1-7fe10b94d7be" providerId="ADAL" clId="{AF28DD4D-5B5A-549F-B64B-F96AF5F6B824}" dt="2025-12-04T17:21:14.201" v="816" actId="1076"/>
          <ac:spMkLst>
            <pc:docMk/>
            <pc:sldMk cId="2311047263" sldId="320"/>
            <ac:spMk id="7" creationId="{AC26130A-F8F9-0462-907A-7D06ABB1CF8A}"/>
          </ac:spMkLst>
        </pc:spChg>
        <pc:spChg chg="mod">
          <ac:chgData name="Michelangelo Inzerilli" userId="c2a1ca82-3e46-4cfd-b4a1-7fe10b94d7be" providerId="ADAL" clId="{AF28DD4D-5B5A-549F-B64B-F96AF5F6B824}" dt="2025-12-04T20:21:34.779" v="933" actId="1076"/>
          <ac:spMkLst>
            <pc:docMk/>
            <pc:sldMk cId="2311047263" sldId="320"/>
            <ac:spMk id="27" creationId="{9841A641-D596-744D-A0FB-AD700A1F58A7}"/>
          </ac:spMkLst>
        </pc:spChg>
        <pc:spChg chg="mod">
          <ac:chgData name="Michelangelo Inzerilli" userId="c2a1ca82-3e46-4cfd-b4a1-7fe10b94d7be" providerId="ADAL" clId="{AF28DD4D-5B5A-549F-B64B-F96AF5F6B824}" dt="2025-12-04T20:21:39.358" v="934" actId="1076"/>
          <ac:spMkLst>
            <pc:docMk/>
            <pc:sldMk cId="2311047263" sldId="320"/>
            <ac:spMk id="28" creationId="{E6166595-D431-925F-88E1-DB4F68C572F2}"/>
          </ac:spMkLst>
        </pc:spChg>
        <pc:spChg chg="mod">
          <ac:chgData name="Michelangelo Inzerilli" userId="c2a1ca82-3e46-4cfd-b4a1-7fe10b94d7be" providerId="ADAL" clId="{AF28DD4D-5B5A-549F-B64B-F96AF5F6B824}" dt="2025-12-04T20:21:34.779" v="933" actId="1076"/>
          <ac:spMkLst>
            <pc:docMk/>
            <pc:sldMk cId="2311047263" sldId="320"/>
            <ac:spMk id="37" creationId="{AA26C5AB-2E67-A0BA-DBA1-7637EBDD43A5}"/>
          </ac:spMkLst>
        </pc:spChg>
        <pc:spChg chg="mod">
          <ac:chgData name="Michelangelo Inzerilli" userId="c2a1ca82-3e46-4cfd-b4a1-7fe10b94d7be" providerId="ADAL" clId="{AF28DD4D-5B5A-549F-B64B-F96AF5F6B824}" dt="2025-12-04T20:21:34.779" v="933" actId="1076"/>
          <ac:spMkLst>
            <pc:docMk/>
            <pc:sldMk cId="2311047263" sldId="320"/>
            <ac:spMk id="38" creationId="{726A724E-A0B5-D83B-5C75-FC4995658715}"/>
          </ac:spMkLst>
        </pc:spChg>
        <pc:spChg chg="mod">
          <ac:chgData name="Michelangelo Inzerilli" userId="c2a1ca82-3e46-4cfd-b4a1-7fe10b94d7be" providerId="ADAL" clId="{AF28DD4D-5B5A-549F-B64B-F96AF5F6B824}" dt="2025-12-04T20:21:34.779" v="933" actId="1076"/>
          <ac:spMkLst>
            <pc:docMk/>
            <pc:sldMk cId="2311047263" sldId="320"/>
            <ac:spMk id="40" creationId="{F78B6536-C4C0-6E55-3F1F-9ECE73FAC627}"/>
          </ac:spMkLst>
        </pc:spChg>
        <pc:spChg chg="mod">
          <ac:chgData name="Michelangelo Inzerilli" userId="c2a1ca82-3e46-4cfd-b4a1-7fe10b94d7be" providerId="ADAL" clId="{AF28DD4D-5B5A-549F-B64B-F96AF5F6B824}" dt="2025-12-04T20:21:34.779" v="933" actId="1076"/>
          <ac:spMkLst>
            <pc:docMk/>
            <pc:sldMk cId="2311047263" sldId="320"/>
            <ac:spMk id="58" creationId="{5D303084-80F5-3E9F-AB2D-052A688064C9}"/>
          </ac:spMkLst>
        </pc:spChg>
        <pc:spChg chg="mod">
          <ac:chgData name="Michelangelo Inzerilli" userId="c2a1ca82-3e46-4cfd-b4a1-7fe10b94d7be" providerId="ADAL" clId="{AF28DD4D-5B5A-549F-B64B-F96AF5F6B824}" dt="2025-12-04T20:21:34.779" v="933" actId="1076"/>
          <ac:spMkLst>
            <pc:docMk/>
            <pc:sldMk cId="2311047263" sldId="320"/>
            <ac:spMk id="66" creationId="{5724676D-49C7-5D9C-D84B-A4B9FB44462D}"/>
          </ac:spMkLst>
        </pc:spChg>
        <pc:spChg chg="mod">
          <ac:chgData name="Michelangelo Inzerilli" userId="c2a1ca82-3e46-4cfd-b4a1-7fe10b94d7be" providerId="ADAL" clId="{AF28DD4D-5B5A-549F-B64B-F96AF5F6B824}" dt="2025-12-04T20:21:34.779" v="933" actId="1076"/>
          <ac:spMkLst>
            <pc:docMk/>
            <pc:sldMk cId="2311047263" sldId="320"/>
            <ac:spMk id="74" creationId="{A7DEFDE1-B981-0BA3-8AAB-2C412AF01736}"/>
          </ac:spMkLst>
        </pc:spChg>
        <pc:spChg chg="mod">
          <ac:chgData name="Michelangelo Inzerilli" userId="c2a1ca82-3e46-4cfd-b4a1-7fe10b94d7be" providerId="ADAL" clId="{AF28DD4D-5B5A-549F-B64B-F96AF5F6B824}" dt="2025-12-04T20:21:34.779" v="933" actId="1076"/>
          <ac:spMkLst>
            <pc:docMk/>
            <pc:sldMk cId="2311047263" sldId="320"/>
            <ac:spMk id="77" creationId="{8665AFBF-56F6-DDC5-A7E4-C583E0A38CE2}"/>
          </ac:spMkLst>
        </pc:spChg>
        <pc:spChg chg="mod">
          <ac:chgData name="Michelangelo Inzerilli" userId="c2a1ca82-3e46-4cfd-b4a1-7fe10b94d7be" providerId="ADAL" clId="{AF28DD4D-5B5A-549F-B64B-F96AF5F6B824}" dt="2025-12-04T20:21:34.779" v="933" actId="1076"/>
          <ac:spMkLst>
            <pc:docMk/>
            <pc:sldMk cId="2311047263" sldId="320"/>
            <ac:spMk id="80" creationId="{4026406C-5C60-6682-190C-100268073D02}"/>
          </ac:spMkLst>
        </pc:spChg>
        <pc:grpChg chg="add del">
          <ac:chgData name="Michelangelo Inzerilli" userId="c2a1ca82-3e46-4cfd-b4a1-7fe10b94d7be" providerId="ADAL" clId="{AF28DD4D-5B5A-549F-B64B-F96AF5F6B824}" dt="2025-12-04T20:20:14.756" v="930" actId="478"/>
          <ac:grpSpMkLst>
            <pc:docMk/>
            <pc:sldMk cId="2311047263" sldId="320"/>
            <ac:grpSpMk id="54" creationId="{FCCDEC32-B90D-BD67-797D-24CF2E022539}"/>
          </ac:grpSpMkLst>
        </pc:grpChg>
        <pc:grpChg chg="add del">
          <ac:chgData name="Michelangelo Inzerilli" userId="c2a1ca82-3e46-4cfd-b4a1-7fe10b94d7be" providerId="ADAL" clId="{AF28DD4D-5B5A-549F-B64B-F96AF5F6B824}" dt="2025-12-04T20:20:14.322" v="928" actId="478"/>
          <ac:grpSpMkLst>
            <pc:docMk/>
            <pc:sldMk cId="2311047263" sldId="320"/>
            <ac:grpSpMk id="56" creationId="{7A3A23C1-3B14-6C40-FE5C-90B9BA3D7104}"/>
          </ac:grpSpMkLst>
        </pc:grpChg>
        <pc:grpChg chg="add del">
          <ac:chgData name="Michelangelo Inzerilli" userId="c2a1ca82-3e46-4cfd-b4a1-7fe10b94d7be" providerId="ADAL" clId="{AF28DD4D-5B5A-549F-B64B-F96AF5F6B824}" dt="2025-12-04T20:20:14.508" v="929" actId="478"/>
          <ac:grpSpMkLst>
            <pc:docMk/>
            <pc:sldMk cId="2311047263" sldId="320"/>
            <ac:grpSpMk id="62" creationId="{040638D2-B881-ADAA-F697-2EC827D4D30A}"/>
          </ac:grpSpMkLst>
        </pc:grpChg>
        <pc:grpChg chg="add del">
          <ac:chgData name="Michelangelo Inzerilli" userId="c2a1ca82-3e46-4cfd-b4a1-7fe10b94d7be" providerId="ADAL" clId="{AF28DD4D-5B5A-549F-B64B-F96AF5F6B824}" dt="2025-12-04T20:20:14.121" v="927" actId="478"/>
          <ac:grpSpMkLst>
            <pc:docMk/>
            <pc:sldMk cId="2311047263" sldId="320"/>
            <ac:grpSpMk id="73" creationId="{A48B1F75-055C-D079-2CA0-3B807740B091}"/>
          </ac:grpSpMkLst>
        </pc:grpChg>
        <pc:grpChg chg="add del">
          <ac:chgData name="Michelangelo Inzerilli" userId="c2a1ca82-3e46-4cfd-b4a1-7fe10b94d7be" providerId="ADAL" clId="{AF28DD4D-5B5A-549F-B64B-F96AF5F6B824}" dt="2025-12-04T20:20:13.957" v="926" actId="478"/>
          <ac:grpSpMkLst>
            <pc:docMk/>
            <pc:sldMk cId="2311047263" sldId="320"/>
            <ac:grpSpMk id="76" creationId="{22EFB290-6B2D-65DB-E340-AB3A384EF374}"/>
          </ac:grpSpMkLst>
        </pc:grpChg>
        <pc:grpChg chg="add del">
          <ac:chgData name="Michelangelo Inzerilli" userId="c2a1ca82-3e46-4cfd-b4a1-7fe10b94d7be" providerId="ADAL" clId="{AF28DD4D-5B5A-549F-B64B-F96AF5F6B824}" dt="2025-12-04T20:20:13.696" v="925" actId="478"/>
          <ac:grpSpMkLst>
            <pc:docMk/>
            <pc:sldMk cId="2311047263" sldId="320"/>
            <ac:grpSpMk id="79" creationId="{A6A9CC5E-297C-9B1F-9101-26E4B2C14484}"/>
          </ac:grpSpMkLst>
        </pc:grpChg>
        <pc:picChg chg="mod">
          <ac:chgData name="Michelangelo Inzerilli" userId="c2a1ca82-3e46-4cfd-b4a1-7fe10b94d7be" providerId="ADAL" clId="{AF28DD4D-5B5A-549F-B64B-F96AF5F6B824}" dt="2025-12-04T20:21:34.779" v="933" actId="1076"/>
          <ac:picMkLst>
            <pc:docMk/>
            <pc:sldMk cId="2311047263" sldId="320"/>
            <ac:picMk id="19" creationId="{416DA306-C653-9A06-0905-223D8ACBAFC9}"/>
          </ac:picMkLst>
        </pc:picChg>
        <pc:picChg chg="add mod">
          <ac:chgData name="Michelangelo Inzerilli" userId="c2a1ca82-3e46-4cfd-b4a1-7fe10b94d7be" providerId="ADAL" clId="{AF28DD4D-5B5A-549F-B64B-F96AF5F6B824}" dt="2025-12-04T17:16:58.412" v="740" actId="14100"/>
          <ac:picMkLst>
            <pc:docMk/>
            <pc:sldMk cId="2311047263" sldId="320"/>
            <ac:picMk id="22" creationId="{6067E780-D67E-DCE1-C374-B78E8002D0B2}"/>
          </ac:picMkLst>
        </pc:picChg>
        <pc:picChg chg="add mod">
          <ac:chgData name="Michelangelo Inzerilli" userId="c2a1ca82-3e46-4cfd-b4a1-7fe10b94d7be" providerId="ADAL" clId="{AF28DD4D-5B5A-549F-B64B-F96AF5F6B824}" dt="2025-12-04T17:17:14.379" v="747" actId="1076"/>
          <ac:picMkLst>
            <pc:docMk/>
            <pc:sldMk cId="2311047263" sldId="320"/>
            <ac:picMk id="29" creationId="{190A91E8-72C2-B47A-6B47-503EA3276A36}"/>
          </ac:picMkLst>
        </pc:picChg>
        <pc:picChg chg="mod">
          <ac:chgData name="Michelangelo Inzerilli" userId="c2a1ca82-3e46-4cfd-b4a1-7fe10b94d7be" providerId="ADAL" clId="{AF28DD4D-5B5A-549F-B64B-F96AF5F6B824}" dt="2025-12-04T17:21:19.026" v="817" actId="1076"/>
          <ac:picMkLst>
            <pc:docMk/>
            <pc:sldMk cId="2311047263" sldId="320"/>
            <ac:picMk id="61" creationId="{FD972D41-809C-6FC3-D7CC-8D8C41A8EE82}"/>
          </ac:picMkLst>
        </pc:picChg>
      </pc:sldChg>
      <pc:sldChg chg="addSp delSp modSp mod modAnim modNotesTx">
        <pc:chgData name="Michelangelo Inzerilli" userId="c2a1ca82-3e46-4cfd-b4a1-7fe10b94d7be" providerId="ADAL" clId="{AF28DD4D-5B5A-549F-B64B-F96AF5F6B824}" dt="2025-12-04T21:00:49.329" v="1062" actId="20577"/>
        <pc:sldMkLst>
          <pc:docMk/>
          <pc:sldMk cId="888422313" sldId="321"/>
        </pc:sldMkLst>
        <pc:spChg chg="add mod">
          <ac:chgData name="Michelangelo Inzerilli" userId="c2a1ca82-3e46-4cfd-b4a1-7fe10b94d7be" providerId="ADAL" clId="{AF28DD4D-5B5A-549F-B64B-F96AF5F6B824}" dt="2025-12-03T22:39:22.829" v="545" actId="1076"/>
          <ac:spMkLst>
            <pc:docMk/>
            <pc:sldMk cId="888422313" sldId="321"/>
            <ac:spMk id="5" creationId="{3259D922-28C5-5D1A-CD42-0B2F830F7957}"/>
          </ac:spMkLst>
        </pc:spChg>
        <pc:spChg chg="add mod">
          <ac:chgData name="Michelangelo Inzerilli" userId="c2a1ca82-3e46-4cfd-b4a1-7fe10b94d7be" providerId="ADAL" clId="{AF28DD4D-5B5A-549F-B64B-F96AF5F6B824}" dt="2025-12-04T17:00:07.443" v="700" actId="1076"/>
          <ac:spMkLst>
            <pc:docMk/>
            <pc:sldMk cId="888422313" sldId="321"/>
            <ac:spMk id="7" creationId="{B10CD821-48FB-78EA-0509-C3DB97B4845D}"/>
          </ac:spMkLst>
        </pc:spChg>
        <pc:spChg chg="add mod">
          <ac:chgData name="Michelangelo Inzerilli" userId="c2a1ca82-3e46-4cfd-b4a1-7fe10b94d7be" providerId="ADAL" clId="{AF28DD4D-5B5A-549F-B64B-F96AF5F6B824}" dt="2025-12-04T17:10:27.904" v="713" actId="20577"/>
          <ac:spMkLst>
            <pc:docMk/>
            <pc:sldMk cId="888422313" sldId="321"/>
            <ac:spMk id="9" creationId="{651BA63B-E1DD-1466-E8B4-9E3528EC318E}"/>
          </ac:spMkLst>
        </pc:spChg>
        <pc:spChg chg="add mod">
          <ac:chgData name="Michelangelo Inzerilli" userId="c2a1ca82-3e46-4cfd-b4a1-7fe10b94d7be" providerId="ADAL" clId="{AF28DD4D-5B5A-549F-B64B-F96AF5F6B824}" dt="2025-12-04T17:15:09.562" v="727" actId="20577"/>
          <ac:spMkLst>
            <pc:docMk/>
            <pc:sldMk cId="888422313" sldId="321"/>
            <ac:spMk id="10" creationId="{BB96C03B-048E-923E-EA7D-A97C6D17C413}"/>
          </ac:spMkLst>
        </pc:spChg>
        <pc:spChg chg="add mod">
          <ac:chgData name="Michelangelo Inzerilli" userId="c2a1ca82-3e46-4cfd-b4a1-7fe10b94d7be" providerId="ADAL" clId="{AF28DD4D-5B5A-549F-B64B-F96AF5F6B824}" dt="2025-12-03T22:39:22.829" v="545" actId="1076"/>
          <ac:spMkLst>
            <pc:docMk/>
            <pc:sldMk cId="888422313" sldId="321"/>
            <ac:spMk id="11" creationId="{FF1BF3B1-7B2D-B910-6539-8174DB08BCD6}"/>
          </ac:spMkLst>
        </pc:spChg>
        <pc:spChg chg="add mod">
          <ac:chgData name="Michelangelo Inzerilli" userId="c2a1ca82-3e46-4cfd-b4a1-7fe10b94d7be" providerId="ADAL" clId="{AF28DD4D-5B5A-549F-B64B-F96AF5F6B824}" dt="2025-12-03T22:39:22.829" v="545" actId="1076"/>
          <ac:spMkLst>
            <pc:docMk/>
            <pc:sldMk cId="888422313" sldId="321"/>
            <ac:spMk id="17" creationId="{68EDF531-86C0-DF7B-7C05-2615371E913C}"/>
          </ac:spMkLst>
        </pc:spChg>
        <pc:spChg chg="add mod">
          <ac:chgData name="Michelangelo Inzerilli" userId="c2a1ca82-3e46-4cfd-b4a1-7fe10b94d7be" providerId="ADAL" clId="{AF28DD4D-5B5A-549F-B64B-F96AF5F6B824}" dt="2025-12-03T22:39:22.829" v="545" actId="1076"/>
          <ac:spMkLst>
            <pc:docMk/>
            <pc:sldMk cId="888422313" sldId="321"/>
            <ac:spMk id="23" creationId="{A919F197-AB9B-EFA1-19FB-D0D8D30E9C10}"/>
          </ac:spMkLst>
        </pc:spChg>
        <pc:spChg chg="add mod">
          <ac:chgData name="Michelangelo Inzerilli" userId="c2a1ca82-3e46-4cfd-b4a1-7fe10b94d7be" providerId="ADAL" clId="{AF28DD4D-5B5A-549F-B64B-F96AF5F6B824}" dt="2025-12-03T22:39:22.829" v="545" actId="1076"/>
          <ac:spMkLst>
            <pc:docMk/>
            <pc:sldMk cId="888422313" sldId="321"/>
            <ac:spMk id="24" creationId="{8E4CC2AC-08C4-6C75-C921-1C26E8438CE8}"/>
          </ac:spMkLst>
        </pc:spChg>
        <pc:spChg chg="add mod">
          <ac:chgData name="Michelangelo Inzerilli" userId="c2a1ca82-3e46-4cfd-b4a1-7fe10b94d7be" providerId="ADAL" clId="{AF28DD4D-5B5A-549F-B64B-F96AF5F6B824}" dt="2025-12-03T22:39:22.829" v="545" actId="1076"/>
          <ac:spMkLst>
            <pc:docMk/>
            <pc:sldMk cId="888422313" sldId="321"/>
            <ac:spMk id="25" creationId="{54E263A7-6B79-29F0-57F7-307990B02BD4}"/>
          </ac:spMkLst>
        </pc:spChg>
        <pc:spChg chg="mod">
          <ac:chgData name="Michelangelo Inzerilli" userId="c2a1ca82-3e46-4cfd-b4a1-7fe10b94d7be" providerId="ADAL" clId="{AF28DD4D-5B5A-549F-B64B-F96AF5F6B824}" dt="2025-12-04T00:18:00.369" v="631"/>
          <ac:spMkLst>
            <pc:docMk/>
            <pc:sldMk cId="888422313" sldId="321"/>
            <ac:spMk id="39" creationId="{94FF589A-4E38-68BF-C2D0-D65A62CF6B68}"/>
          </ac:spMkLst>
        </pc:spChg>
        <pc:spChg chg="mod">
          <ac:chgData name="Michelangelo Inzerilli" userId="c2a1ca82-3e46-4cfd-b4a1-7fe10b94d7be" providerId="ADAL" clId="{AF28DD4D-5B5A-549F-B64B-F96AF5F6B824}" dt="2025-12-04T00:18:00.369" v="631"/>
          <ac:spMkLst>
            <pc:docMk/>
            <pc:sldMk cId="888422313" sldId="321"/>
            <ac:spMk id="40" creationId="{3A9A6641-C92F-A222-B6A2-201B57DD9D70}"/>
          </ac:spMkLst>
        </pc:spChg>
        <pc:spChg chg="mod">
          <ac:chgData name="Michelangelo Inzerilli" userId="c2a1ca82-3e46-4cfd-b4a1-7fe10b94d7be" providerId="ADAL" clId="{AF28DD4D-5B5A-549F-B64B-F96AF5F6B824}" dt="2025-12-04T00:18:00.369" v="631"/>
          <ac:spMkLst>
            <pc:docMk/>
            <pc:sldMk cId="888422313" sldId="321"/>
            <ac:spMk id="41" creationId="{8F54086D-4CA0-087C-7FA5-08763C9FAC02}"/>
          </ac:spMkLst>
        </pc:spChg>
        <pc:spChg chg="mod">
          <ac:chgData name="Michelangelo Inzerilli" userId="c2a1ca82-3e46-4cfd-b4a1-7fe10b94d7be" providerId="ADAL" clId="{AF28DD4D-5B5A-549F-B64B-F96AF5F6B824}" dt="2025-12-04T00:18:00.369" v="631"/>
          <ac:spMkLst>
            <pc:docMk/>
            <pc:sldMk cId="888422313" sldId="321"/>
            <ac:spMk id="42" creationId="{73FB2E6E-F251-666B-C0A0-C6E65780CF30}"/>
          </ac:spMkLst>
        </pc:spChg>
        <pc:spChg chg="mod">
          <ac:chgData name="Michelangelo Inzerilli" userId="c2a1ca82-3e46-4cfd-b4a1-7fe10b94d7be" providerId="ADAL" clId="{AF28DD4D-5B5A-549F-B64B-F96AF5F6B824}" dt="2025-12-04T00:18:00.369" v="631"/>
          <ac:spMkLst>
            <pc:docMk/>
            <pc:sldMk cId="888422313" sldId="321"/>
            <ac:spMk id="43" creationId="{DB909AA2-C7A7-7E1A-5F0B-3C3588247514}"/>
          </ac:spMkLst>
        </pc:spChg>
        <pc:spChg chg="mod">
          <ac:chgData name="Michelangelo Inzerilli" userId="c2a1ca82-3e46-4cfd-b4a1-7fe10b94d7be" providerId="ADAL" clId="{AF28DD4D-5B5A-549F-B64B-F96AF5F6B824}" dt="2025-12-04T00:18:00.369" v="631"/>
          <ac:spMkLst>
            <pc:docMk/>
            <pc:sldMk cId="888422313" sldId="321"/>
            <ac:spMk id="44" creationId="{64014138-037F-5C4D-A9AC-F20E788643C6}"/>
          </ac:spMkLst>
        </pc:spChg>
        <pc:spChg chg="mod">
          <ac:chgData name="Michelangelo Inzerilli" userId="c2a1ca82-3e46-4cfd-b4a1-7fe10b94d7be" providerId="ADAL" clId="{AF28DD4D-5B5A-549F-B64B-F96AF5F6B824}" dt="2025-12-04T00:18:00.369" v="631"/>
          <ac:spMkLst>
            <pc:docMk/>
            <pc:sldMk cId="888422313" sldId="321"/>
            <ac:spMk id="45" creationId="{592F9958-C6E2-A9F5-C2B4-43E5D47022B0}"/>
          </ac:spMkLst>
        </pc:spChg>
        <pc:spChg chg="mod">
          <ac:chgData name="Michelangelo Inzerilli" userId="c2a1ca82-3e46-4cfd-b4a1-7fe10b94d7be" providerId="ADAL" clId="{AF28DD4D-5B5A-549F-B64B-F96AF5F6B824}" dt="2025-12-04T00:18:00.369" v="631"/>
          <ac:spMkLst>
            <pc:docMk/>
            <pc:sldMk cId="888422313" sldId="321"/>
            <ac:spMk id="46" creationId="{F656E116-3548-6404-47C5-003BAA8DADB9}"/>
          </ac:spMkLst>
        </pc:spChg>
        <pc:spChg chg="mod">
          <ac:chgData name="Michelangelo Inzerilli" userId="c2a1ca82-3e46-4cfd-b4a1-7fe10b94d7be" providerId="ADAL" clId="{AF28DD4D-5B5A-549F-B64B-F96AF5F6B824}" dt="2025-12-04T00:18:00.369" v="631"/>
          <ac:spMkLst>
            <pc:docMk/>
            <pc:sldMk cId="888422313" sldId="321"/>
            <ac:spMk id="47" creationId="{92492E31-8C50-1352-F6A7-1463624B74AD}"/>
          </ac:spMkLst>
        </pc:spChg>
        <pc:spChg chg="mod">
          <ac:chgData name="Michelangelo Inzerilli" userId="c2a1ca82-3e46-4cfd-b4a1-7fe10b94d7be" providerId="ADAL" clId="{AF28DD4D-5B5A-549F-B64B-F96AF5F6B824}" dt="2025-12-04T00:18:00.369" v="631"/>
          <ac:spMkLst>
            <pc:docMk/>
            <pc:sldMk cId="888422313" sldId="321"/>
            <ac:spMk id="48" creationId="{4BA71BF3-A7E5-F3D2-402B-27BDBB6AB3D9}"/>
          </ac:spMkLst>
        </pc:spChg>
        <pc:spChg chg="mod">
          <ac:chgData name="Michelangelo Inzerilli" userId="c2a1ca82-3e46-4cfd-b4a1-7fe10b94d7be" providerId="ADAL" clId="{AF28DD4D-5B5A-549F-B64B-F96AF5F6B824}" dt="2025-12-04T00:18:48.103" v="644"/>
          <ac:spMkLst>
            <pc:docMk/>
            <pc:sldMk cId="888422313" sldId="321"/>
            <ac:spMk id="50" creationId="{541C0911-BF11-DA67-EB7A-8FDD4275293B}"/>
          </ac:spMkLst>
        </pc:spChg>
        <pc:spChg chg="mod">
          <ac:chgData name="Michelangelo Inzerilli" userId="c2a1ca82-3e46-4cfd-b4a1-7fe10b94d7be" providerId="ADAL" clId="{AF28DD4D-5B5A-549F-B64B-F96AF5F6B824}" dt="2025-12-04T00:18:48.103" v="644"/>
          <ac:spMkLst>
            <pc:docMk/>
            <pc:sldMk cId="888422313" sldId="321"/>
            <ac:spMk id="51" creationId="{ECB2158D-9A10-ED9E-A7B6-C41930AC5F5E}"/>
          </ac:spMkLst>
        </pc:spChg>
        <pc:spChg chg="mod">
          <ac:chgData name="Michelangelo Inzerilli" userId="c2a1ca82-3e46-4cfd-b4a1-7fe10b94d7be" providerId="ADAL" clId="{AF28DD4D-5B5A-549F-B64B-F96AF5F6B824}" dt="2025-12-04T00:18:48.103" v="644"/>
          <ac:spMkLst>
            <pc:docMk/>
            <pc:sldMk cId="888422313" sldId="321"/>
            <ac:spMk id="52" creationId="{E48307A0-E1C3-B488-3D5E-BED7DEAF6197}"/>
          </ac:spMkLst>
        </pc:spChg>
        <pc:spChg chg="mod">
          <ac:chgData name="Michelangelo Inzerilli" userId="c2a1ca82-3e46-4cfd-b4a1-7fe10b94d7be" providerId="ADAL" clId="{AF28DD4D-5B5A-549F-B64B-F96AF5F6B824}" dt="2025-12-04T00:18:48.103" v="644"/>
          <ac:spMkLst>
            <pc:docMk/>
            <pc:sldMk cId="888422313" sldId="321"/>
            <ac:spMk id="53" creationId="{4E82D1BC-A79E-2140-6D60-C63CB5A44DEC}"/>
          </ac:spMkLst>
        </pc:spChg>
        <pc:spChg chg="mod">
          <ac:chgData name="Michelangelo Inzerilli" userId="c2a1ca82-3e46-4cfd-b4a1-7fe10b94d7be" providerId="ADAL" clId="{AF28DD4D-5B5A-549F-B64B-F96AF5F6B824}" dt="2025-12-04T00:18:48.103" v="644"/>
          <ac:spMkLst>
            <pc:docMk/>
            <pc:sldMk cId="888422313" sldId="321"/>
            <ac:spMk id="54" creationId="{AE16A399-F2DF-AA3B-305F-E2A8A14B4134}"/>
          </ac:spMkLst>
        </pc:spChg>
        <pc:spChg chg="mod">
          <ac:chgData name="Michelangelo Inzerilli" userId="c2a1ca82-3e46-4cfd-b4a1-7fe10b94d7be" providerId="ADAL" clId="{AF28DD4D-5B5A-549F-B64B-F96AF5F6B824}" dt="2025-12-04T00:18:48.103" v="644"/>
          <ac:spMkLst>
            <pc:docMk/>
            <pc:sldMk cId="888422313" sldId="321"/>
            <ac:spMk id="55" creationId="{59B7867A-F66C-9031-CF91-E2A6C2A8085B}"/>
          </ac:spMkLst>
        </pc:spChg>
        <pc:spChg chg="mod">
          <ac:chgData name="Michelangelo Inzerilli" userId="c2a1ca82-3e46-4cfd-b4a1-7fe10b94d7be" providerId="ADAL" clId="{AF28DD4D-5B5A-549F-B64B-F96AF5F6B824}" dt="2025-12-04T00:18:48.103" v="644"/>
          <ac:spMkLst>
            <pc:docMk/>
            <pc:sldMk cId="888422313" sldId="321"/>
            <ac:spMk id="56" creationId="{BF8522DF-B3EA-3390-D91F-4C833FC79672}"/>
          </ac:spMkLst>
        </pc:spChg>
        <pc:spChg chg="mod">
          <ac:chgData name="Michelangelo Inzerilli" userId="c2a1ca82-3e46-4cfd-b4a1-7fe10b94d7be" providerId="ADAL" clId="{AF28DD4D-5B5A-549F-B64B-F96AF5F6B824}" dt="2025-12-04T00:18:48.103" v="644"/>
          <ac:spMkLst>
            <pc:docMk/>
            <pc:sldMk cId="888422313" sldId="321"/>
            <ac:spMk id="57" creationId="{158F26E1-0371-4042-9E1E-9A78911EEA87}"/>
          </ac:spMkLst>
        </pc:spChg>
        <pc:spChg chg="mod">
          <ac:chgData name="Michelangelo Inzerilli" userId="c2a1ca82-3e46-4cfd-b4a1-7fe10b94d7be" providerId="ADAL" clId="{AF28DD4D-5B5A-549F-B64B-F96AF5F6B824}" dt="2025-12-04T00:18:48.103" v="644"/>
          <ac:spMkLst>
            <pc:docMk/>
            <pc:sldMk cId="888422313" sldId="321"/>
            <ac:spMk id="58" creationId="{0D7881F6-DD3C-9217-5C6C-E7555C55777D}"/>
          </ac:spMkLst>
        </pc:spChg>
        <pc:spChg chg="mod">
          <ac:chgData name="Michelangelo Inzerilli" userId="c2a1ca82-3e46-4cfd-b4a1-7fe10b94d7be" providerId="ADAL" clId="{AF28DD4D-5B5A-549F-B64B-F96AF5F6B824}" dt="2025-12-04T00:18:48.103" v="644"/>
          <ac:spMkLst>
            <pc:docMk/>
            <pc:sldMk cId="888422313" sldId="321"/>
            <ac:spMk id="59" creationId="{0893CB96-FE54-2F0F-37FD-42B50D67D7F4}"/>
          </ac:spMkLst>
        </pc:spChg>
        <pc:spChg chg="add mod">
          <ac:chgData name="Michelangelo Inzerilli" userId="c2a1ca82-3e46-4cfd-b4a1-7fe10b94d7be" providerId="ADAL" clId="{AF28DD4D-5B5A-549F-B64B-F96AF5F6B824}" dt="2025-12-04T00:38:51.081" v="675" actId="20577"/>
          <ac:spMkLst>
            <pc:docMk/>
            <pc:sldMk cId="888422313" sldId="321"/>
            <ac:spMk id="132" creationId="{C13C57EB-6E01-9CFB-B698-D875CC8D7011}"/>
          </ac:spMkLst>
        </pc:spChg>
        <pc:spChg chg="mod">
          <ac:chgData name="Michelangelo Inzerilli" userId="c2a1ca82-3e46-4cfd-b4a1-7fe10b94d7be" providerId="ADAL" clId="{AF28DD4D-5B5A-549F-B64B-F96AF5F6B824}" dt="2025-12-03T23:58:14.999" v="599" actId="20577"/>
          <ac:spMkLst>
            <pc:docMk/>
            <pc:sldMk cId="888422313" sldId="321"/>
            <ac:spMk id="160" creationId="{3C3AC5B3-DB32-9CEF-53AE-C10E86942215}"/>
          </ac:spMkLst>
        </pc:spChg>
        <pc:grpChg chg="mod">
          <ac:chgData name="Michelangelo Inzerilli" userId="c2a1ca82-3e46-4cfd-b4a1-7fe10b94d7be" providerId="ADAL" clId="{AF28DD4D-5B5A-549F-B64B-F96AF5F6B824}" dt="2025-12-04T00:19:07.816" v="646" actId="1076"/>
          <ac:grpSpMkLst>
            <pc:docMk/>
            <pc:sldMk cId="888422313" sldId="321"/>
            <ac:grpSpMk id="38" creationId="{AF350D25-8956-397D-D28E-6F2258B4FDBD}"/>
          </ac:grpSpMkLst>
        </pc:grpChg>
        <pc:grpChg chg="mod">
          <ac:chgData name="Michelangelo Inzerilli" userId="c2a1ca82-3e46-4cfd-b4a1-7fe10b94d7be" providerId="ADAL" clId="{AF28DD4D-5B5A-549F-B64B-F96AF5F6B824}" dt="2025-12-04T00:18:51.719" v="645" actId="1076"/>
          <ac:grpSpMkLst>
            <pc:docMk/>
            <pc:sldMk cId="888422313" sldId="321"/>
            <ac:grpSpMk id="49" creationId="{583D3BBD-7902-A8A3-F1A3-E9AF23078465}"/>
          </ac:grpSpMkLst>
        </pc:grpChg>
        <pc:picChg chg="add mod">
          <ac:chgData name="Michelangelo Inzerilli" userId="c2a1ca82-3e46-4cfd-b4a1-7fe10b94d7be" providerId="ADAL" clId="{AF28DD4D-5B5A-549F-B64B-F96AF5F6B824}" dt="2025-12-04T00:18:44.891" v="643" actId="166"/>
          <ac:picMkLst>
            <pc:docMk/>
            <pc:sldMk cId="888422313" sldId="321"/>
            <ac:picMk id="8" creationId="{E571AC9C-0455-90A3-35A5-7D476BE7E069}"/>
          </ac:picMkLst>
        </pc:picChg>
        <pc:picChg chg="add mod">
          <ac:chgData name="Michelangelo Inzerilli" userId="c2a1ca82-3e46-4cfd-b4a1-7fe10b94d7be" providerId="ADAL" clId="{AF28DD4D-5B5A-549F-B64B-F96AF5F6B824}" dt="2025-12-03T22:39:22.829" v="545" actId="1076"/>
          <ac:picMkLst>
            <pc:docMk/>
            <pc:sldMk cId="888422313" sldId="321"/>
            <ac:picMk id="12" creationId="{6A089E1C-0FF1-4CAC-41FC-BDEA54585ABC}"/>
          </ac:picMkLst>
        </pc:picChg>
        <pc:picChg chg="add mod">
          <ac:chgData name="Michelangelo Inzerilli" userId="c2a1ca82-3e46-4cfd-b4a1-7fe10b94d7be" providerId="ADAL" clId="{AF28DD4D-5B5A-549F-B64B-F96AF5F6B824}" dt="2025-12-03T22:39:22.829" v="545" actId="1076"/>
          <ac:picMkLst>
            <pc:docMk/>
            <pc:sldMk cId="888422313" sldId="321"/>
            <ac:picMk id="18" creationId="{595661FB-86DD-30E7-6A2E-CE142DABC540}"/>
          </ac:picMkLst>
        </pc:picChg>
        <pc:picChg chg="add mod">
          <ac:chgData name="Michelangelo Inzerilli" userId="c2a1ca82-3e46-4cfd-b4a1-7fe10b94d7be" providerId="ADAL" clId="{AF28DD4D-5B5A-549F-B64B-F96AF5F6B824}" dt="2025-12-04T17:11:14" v="720" actId="688"/>
          <ac:picMkLst>
            <pc:docMk/>
            <pc:sldMk cId="888422313" sldId="321"/>
            <ac:picMk id="21" creationId="{6DD55B54-942A-9644-9B56-AD1578C7D353}"/>
          </ac:picMkLst>
        </pc:picChg>
        <pc:picChg chg="add mod">
          <ac:chgData name="Michelangelo Inzerilli" userId="c2a1ca82-3e46-4cfd-b4a1-7fe10b94d7be" providerId="ADAL" clId="{AF28DD4D-5B5A-549F-B64B-F96AF5F6B824}" dt="2025-12-03T22:39:43.936" v="548" actId="167"/>
          <ac:picMkLst>
            <pc:docMk/>
            <pc:sldMk cId="888422313" sldId="321"/>
            <ac:picMk id="27" creationId="{CFD17280-AA26-8856-5E60-84C5D8D1BC12}"/>
          </ac:picMkLst>
        </pc:picChg>
        <pc:picChg chg="add mod">
          <ac:chgData name="Michelangelo Inzerilli" userId="c2a1ca82-3e46-4cfd-b4a1-7fe10b94d7be" providerId="ADAL" clId="{AF28DD4D-5B5A-549F-B64B-F96AF5F6B824}" dt="2025-12-03T22:39:43.936" v="548" actId="167"/>
          <ac:picMkLst>
            <pc:docMk/>
            <pc:sldMk cId="888422313" sldId="321"/>
            <ac:picMk id="28" creationId="{37F4BEEF-3A7E-3D49-BE95-22EEF84DFAEB}"/>
          </ac:picMkLst>
        </pc:picChg>
        <pc:picChg chg="add mod">
          <ac:chgData name="Michelangelo Inzerilli" userId="c2a1ca82-3e46-4cfd-b4a1-7fe10b94d7be" providerId="ADAL" clId="{AF28DD4D-5B5A-549F-B64B-F96AF5F6B824}" dt="2025-12-03T23:59:31.577" v="603" actId="1076"/>
          <ac:picMkLst>
            <pc:docMk/>
            <pc:sldMk cId="888422313" sldId="321"/>
            <ac:picMk id="29" creationId="{E909B460-6C0F-2DD1-295D-FE060DA499B9}"/>
          </ac:picMkLst>
        </pc:picChg>
        <pc:picChg chg="add mod">
          <ac:chgData name="Michelangelo Inzerilli" userId="c2a1ca82-3e46-4cfd-b4a1-7fe10b94d7be" providerId="ADAL" clId="{AF28DD4D-5B5A-549F-B64B-F96AF5F6B824}" dt="2025-12-03T22:52:24.493" v="558" actId="1076"/>
          <ac:picMkLst>
            <pc:docMk/>
            <pc:sldMk cId="888422313" sldId="321"/>
            <ac:picMk id="30" creationId="{31B7575B-5A3E-5E39-9F9C-501BC55019BC}"/>
          </ac:picMkLst>
        </pc:picChg>
        <pc:picChg chg="add mod">
          <ac:chgData name="Michelangelo Inzerilli" userId="c2a1ca82-3e46-4cfd-b4a1-7fe10b94d7be" providerId="ADAL" clId="{AF28DD4D-5B5A-549F-B64B-F96AF5F6B824}" dt="2025-12-04T17:11:22.671" v="722" actId="167"/>
          <ac:picMkLst>
            <pc:docMk/>
            <pc:sldMk cId="888422313" sldId="321"/>
            <ac:picMk id="31" creationId="{595F07C7-8A63-A060-A4B6-6DB8CA7C980A}"/>
          </ac:picMkLst>
        </pc:picChg>
        <pc:picChg chg="add mod">
          <ac:chgData name="Michelangelo Inzerilli" userId="c2a1ca82-3e46-4cfd-b4a1-7fe10b94d7be" providerId="ADAL" clId="{AF28DD4D-5B5A-549F-B64B-F96AF5F6B824}" dt="2025-12-04T17:11:05.878" v="719" actId="166"/>
          <ac:picMkLst>
            <pc:docMk/>
            <pc:sldMk cId="888422313" sldId="321"/>
            <ac:picMk id="32" creationId="{C5934837-688F-C488-B592-3AC2172ED680}"/>
          </ac:picMkLst>
        </pc:picChg>
        <pc:picChg chg="add mod">
          <ac:chgData name="Michelangelo Inzerilli" userId="c2a1ca82-3e46-4cfd-b4a1-7fe10b94d7be" providerId="ADAL" clId="{AF28DD4D-5B5A-549F-B64B-F96AF5F6B824}" dt="2025-12-04T00:12:18.934" v="617" actId="1076"/>
          <ac:picMkLst>
            <pc:docMk/>
            <pc:sldMk cId="888422313" sldId="321"/>
            <ac:picMk id="35" creationId="{1CAD5CFB-030C-15D4-BF73-22FCD99E44CE}"/>
          </ac:picMkLst>
        </pc:picChg>
        <pc:picChg chg="add mod">
          <ac:chgData name="Michelangelo Inzerilli" userId="c2a1ca82-3e46-4cfd-b4a1-7fe10b94d7be" providerId="ADAL" clId="{AF28DD4D-5B5A-549F-B64B-F96AF5F6B824}" dt="2025-12-04T17:11:00.871" v="718" actId="1076"/>
          <ac:picMkLst>
            <pc:docMk/>
            <pc:sldMk cId="888422313" sldId="321"/>
            <ac:picMk id="36" creationId="{26D9447F-DD63-CBB2-7E90-D0136A1ED1F7}"/>
          </ac:picMkLst>
        </pc:picChg>
        <pc:picChg chg="add mod">
          <ac:chgData name="Michelangelo Inzerilli" userId="c2a1ca82-3e46-4cfd-b4a1-7fe10b94d7be" providerId="ADAL" clId="{AF28DD4D-5B5A-549F-B64B-F96AF5F6B824}" dt="2025-12-04T00:18:15.754" v="637" actId="166"/>
          <ac:picMkLst>
            <pc:docMk/>
            <pc:sldMk cId="888422313" sldId="321"/>
            <ac:picMk id="37" creationId="{3139682D-3317-F7D9-B2B2-BEF221F68ACA}"/>
          </ac:picMkLst>
        </pc:picChg>
        <pc:picChg chg="add mod">
          <ac:chgData name="Michelangelo Inzerilli" userId="c2a1ca82-3e46-4cfd-b4a1-7fe10b94d7be" providerId="ADAL" clId="{AF28DD4D-5B5A-549F-B64B-F96AF5F6B824}" dt="2025-12-04T00:27:29.629" v="649" actId="1076"/>
          <ac:picMkLst>
            <pc:docMk/>
            <pc:sldMk cId="888422313" sldId="321"/>
            <ac:picMk id="60" creationId="{6DC926DD-EC93-611C-F558-1248270A4718}"/>
          </ac:picMkLst>
        </pc:picChg>
        <pc:picChg chg="add mod">
          <ac:chgData name="Michelangelo Inzerilli" userId="c2a1ca82-3e46-4cfd-b4a1-7fe10b94d7be" providerId="ADAL" clId="{AF28DD4D-5B5A-549F-B64B-F96AF5F6B824}" dt="2025-12-04T00:28:03.671" v="652" actId="1076"/>
          <ac:picMkLst>
            <pc:docMk/>
            <pc:sldMk cId="888422313" sldId="321"/>
            <ac:picMk id="61" creationId="{09444796-50BE-EB9E-2A4E-3289F92A4FF2}"/>
          </ac:picMkLst>
        </pc:picChg>
        <pc:cxnChg chg="add mod">
          <ac:chgData name="Michelangelo Inzerilli" userId="c2a1ca82-3e46-4cfd-b4a1-7fe10b94d7be" providerId="ADAL" clId="{AF28DD4D-5B5A-549F-B64B-F96AF5F6B824}" dt="2025-12-04T00:28:46.429" v="664" actId="14100"/>
          <ac:cxnSpMkLst>
            <pc:docMk/>
            <pc:sldMk cId="888422313" sldId="321"/>
            <ac:cxnSpMk id="62" creationId="{C533851B-5B5F-88A8-9925-8DC1A75F299C}"/>
          </ac:cxnSpMkLst>
        </pc:cxnChg>
        <pc:cxnChg chg="add mod">
          <ac:chgData name="Michelangelo Inzerilli" userId="c2a1ca82-3e46-4cfd-b4a1-7fe10b94d7be" providerId="ADAL" clId="{AF28DD4D-5B5A-549F-B64B-F96AF5F6B824}" dt="2025-12-04T00:28:35.765" v="660" actId="1076"/>
          <ac:cxnSpMkLst>
            <pc:docMk/>
            <pc:sldMk cId="888422313" sldId="321"/>
            <ac:cxnSpMk id="128" creationId="{19F3AB57-D7BE-FE56-EF6A-A32B6BD413AF}"/>
          </ac:cxnSpMkLst>
        </pc:cxnChg>
        <pc:cxnChg chg="add mod">
          <ac:chgData name="Michelangelo Inzerilli" userId="c2a1ca82-3e46-4cfd-b4a1-7fe10b94d7be" providerId="ADAL" clId="{AF28DD4D-5B5A-549F-B64B-F96AF5F6B824}" dt="2025-12-04T00:28:36.539" v="661"/>
          <ac:cxnSpMkLst>
            <pc:docMk/>
            <pc:sldMk cId="888422313" sldId="321"/>
            <ac:cxnSpMk id="130" creationId="{59D0FC42-0B63-5437-416F-BFD016D6CE86}"/>
          </ac:cxnSpMkLst>
        </pc:cxnChg>
      </pc:sldChg>
      <pc:sldChg chg="modSp mod ord modAnim modNotesTx">
        <pc:chgData name="Michelangelo Inzerilli" userId="c2a1ca82-3e46-4cfd-b4a1-7fe10b94d7be" providerId="ADAL" clId="{AF28DD4D-5B5A-549F-B64B-F96AF5F6B824}" dt="2025-12-04T21:00:46.972" v="1061" actId="20577"/>
        <pc:sldMkLst>
          <pc:docMk/>
          <pc:sldMk cId="732224054" sldId="322"/>
        </pc:sldMkLst>
        <pc:grpChg chg="mod">
          <ac:chgData name="Michelangelo Inzerilli" userId="c2a1ca82-3e46-4cfd-b4a1-7fe10b94d7be" providerId="ADAL" clId="{AF28DD4D-5B5A-549F-B64B-F96AF5F6B824}" dt="2025-12-04T17:27:46.183" v="868" actId="1076"/>
          <ac:grpSpMkLst>
            <pc:docMk/>
            <pc:sldMk cId="732224054" sldId="322"/>
            <ac:grpSpMk id="3" creationId="{B843C76A-6B85-4F09-0153-9A7A79E3A1A8}"/>
          </ac:grpSpMkLst>
        </pc:grpChg>
        <pc:graphicFrameChg chg="mod">
          <ac:chgData name="Michelangelo Inzerilli" userId="c2a1ca82-3e46-4cfd-b4a1-7fe10b94d7be" providerId="ADAL" clId="{AF28DD4D-5B5A-549F-B64B-F96AF5F6B824}" dt="2025-12-04T17:27:35.861" v="866"/>
          <ac:graphicFrameMkLst>
            <pc:docMk/>
            <pc:sldMk cId="732224054" sldId="322"/>
            <ac:graphicFrameMk id="17" creationId="{59AB6FFD-F4BC-D0DC-97A6-DAE648C708EE}"/>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kth-my.sharepoint.com/personal/jldoll_ug_kth_se/Documents/Smart%20cities%20Team/Reports%20And%20Presentation/Simulation_Results/Results_Ba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kth-my.sharepoint.com/personal/jldoll_ug_kth_se/Documents/Smart%20cities%20Team/Reports%20And%20Presentation/Simulation_Results/Results_Ba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kth-my.sharepoint.com/personal/jldoll_ug_kth_se/Documents/Smart%20cities%20Team/Reports%20And%20Presentation/Simulation_Results/Results_(Michelangelo).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kth-my.sharepoint.com/personal/jldoll_ug_kth_se/Documents/Smart%20cities%20Team/Reports%20And%20Presentation/PA_graph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kth-my.sharepoint.com/personal/jldoll_ug_kth_se/Documents/Smart%20cities%20Team/Reports%20And%20Presentation/PA_graph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kth-my.sharepoint.com/personal/jldoll_ug_kth_se/Documents/Smart%20cities%20Team/Reports%20And%20Presentation/Simulation_Results/Results_HP.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kth-my.sharepoint.com/personal/jldoll_ug_kth_se/Documents/Smart%20cities%20Team/Reports%20And%20Presentation/Simulation_Results/Results_(Michelangelo).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kth-my.sharepoint.com/personal/jldoll_ug_kth_se/Documents/Smart%20cities%20Team/Reports%20And%20Presentation/Simulation_Results/Results_Bat.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460786433072434"/>
          <c:y val="0.16033478459037789"/>
          <c:w val="0.84474871260008821"/>
          <c:h val="0.68394635283060878"/>
        </c:manualLayout>
      </c:layout>
      <c:barChart>
        <c:barDir val="col"/>
        <c:grouping val="clustered"/>
        <c:varyColors val="0"/>
        <c:ser>
          <c:idx val="3"/>
          <c:order val="3"/>
          <c:tx>
            <c:strRef>
              <c:f>'C-level All buildings'!$AD$41</c:f>
              <c:strCache>
                <c:ptCount val="1"/>
                <c:pt idx="0">
                  <c:v>Combined </c:v>
                </c:pt>
              </c:strCache>
              <c:extLst xmlns:c15="http://schemas.microsoft.com/office/drawing/2012/chart"/>
            </c:strRef>
          </c:tx>
          <c:spPr>
            <a:solidFill>
              <a:schemeClr val="accent5">
                <a:lumMod val="75000"/>
              </a:schemeClr>
            </a:solidFill>
            <a:ln>
              <a:solidFill>
                <a:schemeClr val="accent5"/>
              </a:solidFill>
            </a:ln>
            <a:effectLst/>
          </c:spPr>
          <c:invertIfNegative val="0"/>
          <c:cat>
            <c:strRef>
              <c:f>'C-level All buildings'!$AI$37</c:f>
              <c:strCache>
                <c:ptCount val="1"/>
                <c:pt idx="0">
                  <c:v>NPV</c:v>
                </c:pt>
              </c:strCache>
              <c:extLst/>
            </c:strRef>
          </c:cat>
          <c:val>
            <c:numRef>
              <c:f>'C-level All buildings'!$AI$41</c:f>
              <c:numCache>
                <c:formatCode>#,#00%</c:formatCode>
                <c:ptCount val="1"/>
                <c:pt idx="0">
                  <c:v>-1.0310456893689065E-2</c:v>
                </c:pt>
              </c:numCache>
              <c:extLst/>
            </c:numRef>
          </c:val>
          <c:extLst xmlns:c15="http://schemas.microsoft.com/office/drawing/2012/chart">
            <c:ext xmlns:c16="http://schemas.microsoft.com/office/drawing/2014/chart" uri="{C3380CC4-5D6E-409C-BE32-E72D297353CC}">
              <c16:uniqueId val="{00000000-710F-4331-95F9-0F52CB15D52E}"/>
            </c:ext>
          </c:extLst>
        </c:ser>
        <c:ser>
          <c:idx val="4"/>
          <c:order val="4"/>
          <c:tx>
            <c:strRef>
              <c:f>'C-level All buildings'!$AD$42</c:f>
              <c:strCache>
                <c:ptCount val="1"/>
                <c:pt idx="0">
                  <c:v>Combined +50% Battery subsidies</c:v>
                </c:pt>
              </c:strCache>
              <c:extLst xmlns:c15="http://schemas.microsoft.com/office/drawing/2012/chart"/>
            </c:strRef>
          </c:tx>
          <c:spPr>
            <a:solidFill>
              <a:srgbClr val="E86A58"/>
            </a:solidFill>
            <a:ln>
              <a:noFill/>
            </a:ln>
            <a:effectLst/>
          </c:spPr>
          <c:invertIfNegative val="0"/>
          <c:cat>
            <c:strRef>
              <c:f>'C-level All buildings'!$AI$37</c:f>
              <c:strCache>
                <c:ptCount val="1"/>
                <c:pt idx="0">
                  <c:v>NPV</c:v>
                </c:pt>
              </c:strCache>
              <c:extLst/>
            </c:strRef>
          </c:cat>
          <c:val>
            <c:numRef>
              <c:f>'C-level All buildings'!$AI$42</c:f>
              <c:numCache>
                <c:formatCode>#,#00%</c:formatCode>
                <c:ptCount val="1"/>
                <c:pt idx="0">
                  <c:v>2.3032493726081536E-2</c:v>
                </c:pt>
              </c:numCache>
              <c:extLst/>
            </c:numRef>
          </c:val>
          <c:extLst>
            <c:ext xmlns:c16="http://schemas.microsoft.com/office/drawing/2014/chart" uri="{C3380CC4-5D6E-409C-BE32-E72D297353CC}">
              <c16:uniqueId val="{00000001-710F-4331-95F9-0F52CB15D52E}"/>
            </c:ext>
          </c:extLst>
        </c:ser>
        <c:dLbls>
          <c:showLegendKey val="0"/>
          <c:showVal val="0"/>
          <c:showCatName val="0"/>
          <c:showSerName val="0"/>
          <c:showPercent val="0"/>
          <c:showBubbleSize val="0"/>
        </c:dLbls>
        <c:gapWidth val="150"/>
        <c:axId val="704828496"/>
        <c:axId val="704826096"/>
        <c:extLst>
          <c:ext xmlns:c15="http://schemas.microsoft.com/office/drawing/2012/chart" uri="{02D57815-91ED-43cb-92C2-25804820EDAC}">
            <c15:filteredBarSeries>
              <c15:ser>
                <c:idx val="0"/>
                <c:order val="0"/>
                <c:tx>
                  <c:strRef>
                    <c:extLst>
                      <c:ext uri="{02D57815-91ED-43cb-92C2-25804820EDAC}">
                        <c15:formulaRef>
                          <c15:sqref>'C-level All buildings'!$AD$38</c15:sqref>
                        </c15:formulaRef>
                      </c:ext>
                    </c:extLst>
                    <c:strCache>
                      <c:ptCount val="1"/>
                      <c:pt idx="0">
                        <c:v>SC</c:v>
                      </c:pt>
                    </c:strCache>
                  </c:strRef>
                </c:tx>
                <c:spPr>
                  <a:solidFill>
                    <a:schemeClr val="bg1">
                      <a:lumMod val="50000"/>
                    </a:schemeClr>
                  </a:solidFill>
                  <a:ln>
                    <a:solidFill>
                      <a:schemeClr val="bg1">
                        <a:lumMod val="50000"/>
                      </a:schemeClr>
                    </a:solidFill>
                  </a:ln>
                  <a:effectLst/>
                </c:spPr>
                <c:invertIfNegative val="0"/>
                <c:cat>
                  <c:strRef>
                    <c:extLst>
                      <c:ext uri="{02D57815-91ED-43cb-92C2-25804820EDAC}">
                        <c15:formulaRef>
                          <c15:sqref>'C-level All buildings'!$AI$37</c15:sqref>
                        </c15:formulaRef>
                      </c:ext>
                    </c:extLst>
                    <c:strCache>
                      <c:ptCount val="1"/>
                      <c:pt idx="0">
                        <c:v>NPV</c:v>
                      </c:pt>
                    </c:strCache>
                  </c:strRef>
                </c:cat>
                <c:val>
                  <c:numRef>
                    <c:extLst>
                      <c:ext uri="{02D57815-91ED-43cb-92C2-25804820EDAC}">
                        <c15:formulaRef>
                          <c15:sqref>'C-level All buildings'!$AI$38</c15:sqref>
                        </c15:formulaRef>
                      </c:ext>
                    </c:extLst>
                    <c:numCache>
                      <c:formatCode>#,#00%</c:formatCode>
                      <c:ptCount val="1"/>
                      <c:pt idx="0">
                        <c:v>-5.2449141793279148E-2</c:v>
                      </c:pt>
                    </c:numCache>
                  </c:numRef>
                </c:val>
                <c:extLst>
                  <c:ext xmlns:c16="http://schemas.microsoft.com/office/drawing/2014/chart" uri="{C3380CC4-5D6E-409C-BE32-E72D297353CC}">
                    <c16:uniqueId val="{00000002-710F-4331-95F9-0F52CB15D52E}"/>
                  </c:ext>
                </c:extLst>
              </c15:ser>
            </c15:filteredBarSeries>
            <c15:filteredBarSeries>
              <c15:ser>
                <c:idx val="1"/>
                <c:order val="1"/>
                <c:tx>
                  <c:strRef>
                    <c:extLst xmlns:c15="http://schemas.microsoft.com/office/drawing/2012/chart">
                      <c:ext xmlns:c15="http://schemas.microsoft.com/office/drawing/2012/chart" uri="{02D57815-91ED-43cb-92C2-25804820EDAC}">
                        <c15:formulaRef>
                          <c15:sqref>'C-level All buildings'!$AD$39</c15:sqref>
                        </c15:formulaRef>
                      </c:ext>
                    </c:extLst>
                    <c:strCache>
                      <c:ptCount val="1"/>
                      <c:pt idx="0">
                        <c:v>PA</c:v>
                      </c:pt>
                    </c:strCache>
                  </c:strRef>
                </c:tx>
                <c:spPr>
                  <a:solidFill>
                    <a:schemeClr val="accent2"/>
                  </a:solidFill>
                  <a:ln>
                    <a:noFill/>
                  </a:ln>
                  <a:effectLst/>
                </c:spPr>
                <c:invertIfNegative val="0"/>
                <c:cat>
                  <c:strRef>
                    <c:extLst xmlns:c15="http://schemas.microsoft.com/office/drawing/2012/chart">
                      <c:ext xmlns:c15="http://schemas.microsoft.com/office/drawing/2012/chart" uri="{02D57815-91ED-43cb-92C2-25804820EDAC}">
                        <c15:formulaRef>
                          <c15:sqref>'C-level All buildings'!$AI$37</c15:sqref>
                        </c15:formulaRef>
                      </c:ext>
                    </c:extLst>
                    <c:strCache>
                      <c:ptCount val="1"/>
                      <c:pt idx="0">
                        <c:v>NPV</c:v>
                      </c:pt>
                    </c:strCache>
                  </c:strRef>
                </c:cat>
                <c:val>
                  <c:numRef>
                    <c:extLst xmlns:c15="http://schemas.microsoft.com/office/drawing/2012/chart">
                      <c:ext xmlns:c15="http://schemas.microsoft.com/office/drawing/2012/chart" uri="{02D57815-91ED-43cb-92C2-25804820EDAC}">
                        <c15:formulaRef>
                          <c15:sqref>'C-level All buildings'!$AI$39</c15:sqref>
                        </c15:formulaRef>
                      </c:ext>
                    </c:extLst>
                    <c:numCache>
                      <c:formatCode>#,#00%</c:formatCode>
                      <c:ptCount val="1"/>
                      <c:pt idx="0">
                        <c:v>-5.4362618877825987E-2</c:v>
                      </c:pt>
                    </c:numCache>
                  </c:numRef>
                </c:val>
                <c:extLst xmlns:c15="http://schemas.microsoft.com/office/drawing/2012/chart">
                  <c:ext xmlns:c16="http://schemas.microsoft.com/office/drawing/2014/chart" uri="{C3380CC4-5D6E-409C-BE32-E72D297353CC}">
                    <c16:uniqueId val="{00000003-710F-4331-95F9-0F52CB15D52E}"/>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'C-level All buildings'!$AD$40</c15:sqref>
                        </c15:formulaRef>
                      </c:ext>
                    </c:extLst>
                    <c:strCache>
                      <c:ptCount val="1"/>
                      <c:pt idx="0">
                        <c:v>PS</c:v>
                      </c:pt>
                    </c:strCache>
                  </c:strRef>
                </c:tx>
                <c:spPr>
                  <a:solidFill>
                    <a:schemeClr val="accent3"/>
                  </a:solidFill>
                  <a:ln>
                    <a:noFill/>
                  </a:ln>
                  <a:effectLst/>
                </c:spPr>
                <c:invertIfNegative val="0"/>
                <c:cat>
                  <c:strRef>
                    <c:extLst xmlns:c15="http://schemas.microsoft.com/office/drawing/2012/chart">
                      <c:ext xmlns:c15="http://schemas.microsoft.com/office/drawing/2012/chart" uri="{02D57815-91ED-43cb-92C2-25804820EDAC}">
                        <c15:formulaRef>
                          <c15:sqref>'C-level All buildings'!$AI$37</c15:sqref>
                        </c15:formulaRef>
                      </c:ext>
                    </c:extLst>
                    <c:strCache>
                      <c:ptCount val="1"/>
                      <c:pt idx="0">
                        <c:v>NPV</c:v>
                      </c:pt>
                    </c:strCache>
                  </c:strRef>
                </c:cat>
                <c:val>
                  <c:numRef>
                    <c:extLst xmlns:c15="http://schemas.microsoft.com/office/drawing/2012/chart">
                      <c:ext xmlns:c15="http://schemas.microsoft.com/office/drawing/2012/chart" uri="{02D57815-91ED-43cb-92C2-25804820EDAC}">
                        <c15:formulaRef>
                          <c15:sqref>'C-level All buildings'!$AI$40</c15:sqref>
                        </c15:formulaRef>
                      </c:ext>
                    </c:extLst>
                    <c:numCache>
                      <c:formatCode>#,#00%</c:formatCode>
                      <c:ptCount val="1"/>
                      <c:pt idx="0">
                        <c:v>-1.2266123017795609E-2</c:v>
                      </c:pt>
                    </c:numCache>
                  </c:numRef>
                </c:val>
                <c:extLst xmlns:c15="http://schemas.microsoft.com/office/drawing/2012/chart">
                  <c:ext xmlns:c16="http://schemas.microsoft.com/office/drawing/2014/chart" uri="{C3380CC4-5D6E-409C-BE32-E72D297353CC}">
                    <c16:uniqueId val="{00000004-710F-4331-95F9-0F52CB15D52E}"/>
                  </c:ext>
                </c:extLst>
              </c15:ser>
            </c15:filteredBarSeries>
          </c:ext>
        </c:extLst>
      </c:barChart>
      <c:catAx>
        <c:axId val="704828496"/>
        <c:scaling>
          <c:orientation val="minMax"/>
        </c:scaling>
        <c:delete val="0"/>
        <c:axPos val="b"/>
        <c:majorGridlines>
          <c:spPr>
            <a:ln w="9525" cap="flat" cmpd="sng" algn="ctr">
              <a:solidFill>
                <a:schemeClr val="tx1"/>
              </a:solidFill>
              <a:round/>
            </a:ln>
            <a:effectLst/>
          </c:spPr>
        </c:majorGridlines>
        <c:numFmt formatCode="General" sourceLinked="1"/>
        <c:majorTickMark val="none"/>
        <c:minorTickMark val="none"/>
        <c:tickLblPos val="high"/>
        <c:spPr>
          <a:noFill/>
          <a:ln w="12700" cap="flat" cmpd="sng" algn="ctr">
            <a:solidFill>
              <a:schemeClr val="tx1"/>
            </a:solidFill>
            <a:round/>
          </a:ln>
          <a:effectLst/>
        </c:spPr>
        <c:txPr>
          <a:bodyPr rot="-60000000" spcFirstLastPara="1" vertOverflow="ellipsis" vert="horz" wrap="square" anchor="b" anchorCtr="0"/>
          <a:lstStyle/>
          <a:p>
            <a:pPr>
              <a:defRPr sz="900" b="1" i="0" u="none" strike="noStrike" kern="1200" baseline="0">
                <a:solidFill>
                  <a:schemeClr val="tx1">
                    <a:lumMod val="65000"/>
                    <a:lumOff val="35000"/>
                  </a:schemeClr>
                </a:solidFill>
                <a:latin typeface="+mn-lt"/>
                <a:ea typeface="+mn-ea"/>
                <a:cs typeface="+mn-cs"/>
              </a:defRPr>
            </a:pPr>
            <a:endParaRPr lang="sv-SE"/>
          </a:p>
        </c:txPr>
        <c:crossAx val="704826096"/>
        <c:crossesAt val="0"/>
        <c:auto val="1"/>
        <c:lblAlgn val="ctr"/>
        <c:lblOffset val="100"/>
        <c:noMultiLvlLbl val="0"/>
      </c:catAx>
      <c:valAx>
        <c:axId val="704826096"/>
        <c:scaling>
          <c:orientation val="minMax"/>
        </c:scaling>
        <c:delete val="0"/>
        <c:axPos val="l"/>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sv-SE" b="1"/>
                  <a:t>% Change Vs. Baseline</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sv-SE"/>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sv-SE"/>
          </a:p>
        </c:txPr>
        <c:crossAx val="704828496"/>
        <c:crosses val="autoZero"/>
        <c:crossBetween val="between"/>
      </c:valAx>
      <c:spPr>
        <a:noFill/>
        <a:ln>
          <a:noFill/>
        </a:ln>
        <a:effectLst/>
      </c:spPr>
    </c:plotArea>
    <c:legend>
      <c:legendPos val="b"/>
      <c:layout>
        <c:manualLayout>
          <c:xMode val="edge"/>
          <c:yMode val="edge"/>
          <c:x val="0.11177436415951321"/>
          <c:y val="0.87353963141646729"/>
          <c:w val="0.85481476167866211"/>
          <c:h val="6.9279213520557104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sv-S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sv-S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7722666838776317E-2"/>
          <c:y val="0.15594868075701063"/>
          <c:w val="0.84474871260008821"/>
          <c:h val="0.68394635283060878"/>
        </c:manualLayout>
      </c:layout>
      <c:barChart>
        <c:barDir val="col"/>
        <c:grouping val="clustered"/>
        <c:varyColors val="0"/>
        <c:ser>
          <c:idx val="0"/>
          <c:order val="0"/>
          <c:tx>
            <c:strRef>
              <c:f>'C-level All buildings'!$AE$37</c:f>
              <c:strCache>
                <c:ptCount val="1"/>
                <c:pt idx="0">
                  <c:v>CO2 Emissions </c:v>
                </c:pt>
              </c:strCache>
            </c:strRef>
          </c:tx>
          <c:spPr>
            <a:solidFill>
              <a:srgbClr val="4EA72E"/>
            </a:solidFill>
            <a:ln w="25400">
              <a:noFill/>
            </a:ln>
            <a:effectLst/>
          </c:spPr>
          <c:invertIfNegative val="0"/>
          <c:cat>
            <c:strRef>
              <c:f>'https://kth-my.sharepoint.com/personal/jldoll_ug_kth_se/Documents/Smart cities Team/Reports And Presentation/Simulation_Results/[Results_Bat.xlsx]C-level All buildings'!$AD$38:$AD$41</c:f>
              <c:strCache>
                <c:ptCount val="3"/>
                <c:pt idx="0">
                  <c:v>SC</c:v>
                </c:pt>
                <c:pt idx="1">
                  <c:v>PA</c:v>
                </c:pt>
                <c:pt idx="2">
                  <c:v>PS</c:v>
                </c:pt>
              </c:strCache>
              <c:extLst/>
            </c:strRef>
          </c:cat>
          <c:val>
            <c:numRef>
              <c:f>'https://kth-my.sharepoint.com/personal/jldoll_ug_kth_se/Documents/Smart cities Team/Reports And Presentation/Simulation_Results/[Results_Bat.xlsx]C-level All buildings'!$AE$38:$AE$41</c:f>
              <c:numCache>
                <c:formatCode>0.0%</c:formatCode>
                <c:ptCount val="3"/>
                <c:pt idx="0">
                  <c:v>-4.7033285094066568E-2</c:v>
                </c:pt>
                <c:pt idx="1">
                  <c:v>4.5827303424987942E-3</c:v>
                </c:pt>
                <c:pt idx="2">
                  <c:v>-3.1596719729860105E-2</c:v>
                </c:pt>
              </c:numCache>
              <c:extLst/>
            </c:numRef>
          </c:val>
          <c:extLst>
            <c:ext xmlns:c16="http://schemas.microsoft.com/office/drawing/2014/chart" uri="{C3380CC4-5D6E-409C-BE32-E72D297353CC}">
              <c16:uniqueId val="{00000000-9624-40C9-9B12-F1A47B8D3ECB}"/>
            </c:ext>
          </c:extLst>
        </c:ser>
        <c:ser>
          <c:idx val="3"/>
          <c:order val="3"/>
          <c:tx>
            <c:strRef>
              <c:f>'C-level All buildings'!$AH$37</c:f>
              <c:strCache>
                <c:ptCount val="1"/>
                <c:pt idx="0">
                  <c:v>Energy supply cost</c:v>
                </c:pt>
              </c:strCache>
            </c:strRef>
          </c:tx>
          <c:spPr>
            <a:solidFill>
              <a:schemeClr val="bg1">
                <a:lumMod val="65000"/>
              </a:schemeClr>
            </a:solidFill>
            <a:ln w="25400">
              <a:noFill/>
            </a:ln>
            <a:effectLst/>
          </c:spPr>
          <c:invertIfNegative val="0"/>
          <c:cat>
            <c:strRef>
              <c:f>'https://kth-my.sharepoint.com/personal/jldoll_ug_kth_se/Documents/Smart cities Team/Reports And Presentation/Simulation_Results/[Results_Bat.xlsx]C-level All buildings'!$AD$38:$AD$41</c:f>
              <c:strCache>
                <c:ptCount val="3"/>
                <c:pt idx="0">
                  <c:v>SC</c:v>
                </c:pt>
                <c:pt idx="1">
                  <c:v>PA</c:v>
                </c:pt>
                <c:pt idx="2">
                  <c:v>PS</c:v>
                </c:pt>
              </c:strCache>
              <c:extLst/>
            </c:strRef>
          </c:cat>
          <c:val>
            <c:numRef>
              <c:f>'https://kth-my.sharepoint.com/personal/jldoll_ug_kth_se/Documents/Smart cities Team/Reports And Presentation/Simulation_Results/[Results_Bat.xlsx]C-level All buildings'!$AH$38:$AH$41</c:f>
              <c:numCache>
                <c:formatCode>0.0%</c:formatCode>
                <c:ptCount val="3"/>
                <c:pt idx="0">
                  <c:v>-4.6297417959073814E-2</c:v>
                </c:pt>
                <c:pt idx="1">
                  <c:v>-3.1308459852406677E-2</c:v>
                </c:pt>
                <c:pt idx="2">
                  <c:v>-9.6635465096175308E-2</c:v>
                </c:pt>
              </c:numCache>
              <c:extLst/>
            </c:numRef>
          </c:val>
          <c:extLst>
            <c:ext xmlns:c16="http://schemas.microsoft.com/office/drawing/2014/chart" uri="{C3380CC4-5D6E-409C-BE32-E72D297353CC}">
              <c16:uniqueId val="{00000001-9624-40C9-9B12-F1A47B8D3ECB}"/>
            </c:ext>
          </c:extLst>
        </c:ser>
        <c:ser>
          <c:idx val="4"/>
          <c:order val="4"/>
          <c:tx>
            <c:strRef>
              <c:f>'C-level All buildings'!$AI$37</c:f>
              <c:strCache>
                <c:ptCount val="1"/>
                <c:pt idx="0">
                  <c:v>NPV</c:v>
                </c:pt>
              </c:strCache>
            </c:strRef>
          </c:tx>
          <c:spPr>
            <a:solidFill>
              <a:srgbClr val="7E350E"/>
            </a:solidFill>
            <a:ln>
              <a:noFill/>
            </a:ln>
            <a:effectLst/>
          </c:spPr>
          <c:invertIfNegative val="0"/>
          <c:cat>
            <c:strRef>
              <c:f>'https://kth-my.sharepoint.com/personal/jldoll_ug_kth_se/Documents/Smart cities Team/Reports And Presentation/Simulation_Results/[Results_Bat.xlsx]C-level All buildings'!$AD$38:$AD$41</c:f>
              <c:strCache>
                <c:ptCount val="3"/>
                <c:pt idx="0">
                  <c:v>SC</c:v>
                </c:pt>
                <c:pt idx="1">
                  <c:v>PA</c:v>
                </c:pt>
                <c:pt idx="2">
                  <c:v>PS</c:v>
                </c:pt>
              </c:strCache>
              <c:extLst/>
            </c:strRef>
          </c:cat>
          <c:val>
            <c:numRef>
              <c:f>'https://kth-my.sharepoint.com/personal/jldoll_ug_kth_se/Documents/Smart cities Team/Reports And Presentation/Simulation_Results/[Results_Bat.xlsx]C-level All buildings'!$AI$38:$AI$41</c:f>
              <c:numCache>
                <c:formatCode>0.0%</c:formatCode>
                <c:ptCount val="3"/>
                <c:pt idx="0">
                  <c:v>-5.2449141793279148E-2</c:v>
                </c:pt>
                <c:pt idx="1">
                  <c:v>-5.4362618877825987E-2</c:v>
                </c:pt>
                <c:pt idx="2">
                  <c:v>-1.2266123017795609E-2</c:v>
                </c:pt>
              </c:numCache>
              <c:extLst/>
            </c:numRef>
          </c:val>
          <c:extLst>
            <c:ext xmlns:c16="http://schemas.microsoft.com/office/drawing/2014/chart" uri="{C3380CC4-5D6E-409C-BE32-E72D297353CC}">
              <c16:uniqueId val="{00000002-9624-40C9-9B12-F1A47B8D3ECB}"/>
            </c:ext>
          </c:extLst>
        </c:ser>
        <c:dLbls>
          <c:showLegendKey val="0"/>
          <c:showVal val="0"/>
          <c:showCatName val="0"/>
          <c:showSerName val="0"/>
          <c:showPercent val="0"/>
          <c:showBubbleSize val="0"/>
        </c:dLbls>
        <c:gapWidth val="52"/>
        <c:axId val="704828496"/>
        <c:axId val="704826096"/>
        <c:extLst>
          <c:ext xmlns:c15="http://schemas.microsoft.com/office/drawing/2012/chart" uri="{02D57815-91ED-43cb-92C2-25804820EDAC}">
            <c15:filteredBarSeries>
              <c15:ser>
                <c:idx val="1"/>
                <c:order val="1"/>
                <c:tx>
                  <c:strRef>
                    <c:extLst>
                      <c:ext uri="{02D57815-91ED-43cb-92C2-25804820EDAC}">
                        <c15:formulaRef>
                          <c15:sqref>'C-level All buildings'!$AF$37</c15:sqref>
                        </c15:formulaRef>
                      </c:ext>
                    </c:extLst>
                    <c:strCache>
                      <c:ptCount val="1"/>
                      <c:pt idx="0">
                        <c:v>Self-consumption </c:v>
                      </c:pt>
                    </c:strCache>
                  </c:strRef>
                </c:tx>
                <c:spPr>
                  <a:solidFill>
                    <a:schemeClr val="accent2"/>
                  </a:solidFill>
                  <a:ln>
                    <a:noFill/>
                  </a:ln>
                  <a:effectLst/>
                </c:spPr>
                <c:invertIfNegative val="0"/>
                <c:cat>
                  <c:strRef>
                    <c:extLst>
                      <c:ext uri="{02D57815-91ED-43cb-92C2-25804820EDAC}">
                        <c15:formulaRef>
                          <c15:sqref>'https://kth-my.sharepoint.com/personal/jldoll_ug_kth_se/Documents/Smart cities Team/Reports And Presentation/Simulation_Results/[Results_Bat.xlsx]C-level All buildings'!$AD$38:$AD$41</c15:sqref>
                        </c15:formulaRef>
                      </c:ext>
                    </c:extLst>
                    <c:strCache>
                      <c:ptCount val="3"/>
                      <c:pt idx="0">
                        <c:v>SC</c:v>
                      </c:pt>
                      <c:pt idx="1">
                        <c:v>PA</c:v>
                      </c:pt>
                      <c:pt idx="2">
                        <c:v>PS</c:v>
                      </c:pt>
                    </c:strCache>
                  </c:strRef>
                </c:cat>
                <c:val>
                  <c:numRef>
                    <c:extLst>
                      <c:ext uri="{02D57815-91ED-43cb-92C2-25804820EDAC}">
                        <c15:formulaRef>
                          <c15:sqref>'https://kth-my.sharepoint.com/personal/jldoll_ug_kth_se/Documents/Smart cities Team/Reports And Presentation/Simulation_Results/[Results_Bat.xlsx]C-level All buildings'!$AF$38:$AF$41</c15:sqref>
                        </c15:formulaRef>
                      </c:ext>
                    </c:extLst>
                    <c:numCache>
                      <c:formatCode>0.0%</c:formatCode>
                      <c:ptCount val="3"/>
                      <c:pt idx="0">
                        <c:v>9.5807294714257862E-2</c:v>
                      </c:pt>
                      <c:pt idx="1">
                        <c:v>2.0807294714257907E-2</c:v>
                      </c:pt>
                      <c:pt idx="2">
                        <c:v>2.8072947142578908E-3</c:v>
                      </c:pt>
                    </c:numCache>
                  </c:numRef>
                </c:val>
                <c:extLst>
                  <c:ext xmlns:c16="http://schemas.microsoft.com/office/drawing/2014/chart" uri="{C3380CC4-5D6E-409C-BE32-E72D297353CC}">
                    <c16:uniqueId val="{00000003-9624-40C9-9B12-F1A47B8D3ECB}"/>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'C-level All buildings'!$AG$37</c15:sqref>
                        </c15:formulaRef>
                      </c:ext>
                    </c:extLst>
                    <c:strCache>
                      <c:ptCount val="1"/>
                      <c:pt idx="0">
                        <c:v>Peak Power </c:v>
                      </c:pt>
                    </c:strCache>
                  </c:strRef>
                </c:tx>
                <c:spPr>
                  <a:solidFill>
                    <a:schemeClr val="accent3"/>
                  </a:solidFill>
                  <a:ln>
                    <a:noFill/>
                  </a:ln>
                  <a:effectLst/>
                </c:spPr>
                <c:invertIfNegative val="0"/>
                <c:cat>
                  <c:strRef>
                    <c:extLst xmlns:c15="http://schemas.microsoft.com/office/drawing/2012/chart">
                      <c:ext xmlns:c15="http://schemas.microsoft.com/office/drawing/2012/chart" uri="{02D57815-91ED-43cb-92C2-25804820EDAC}">
                        <c15:formulaRef>
                          <c15:sqref>'https://kth-my.sharepoint.com/personal/jldoll_ug_kth_se/Documents/Smart cities Team/Reports And Presentation/Simulation_Results/[Results_Bat.xlsx]C-level All buildings'!$AD$38:$AD$41</c15:sqref>
                        </c15:formulaRef>
                      </c:ext>
                    </c:extLst>
                    <c:strCache>
                      <c:ptCount val="3"/>
                      <c:pt idx="0">
                        <c:v>SC</c:v>
                      </c:pt>
                      <c:pt idx="1">
                        <c:v>PA</c:v>
                      </c:pt>
                      <c:pt idx="2">
                        <c:v>PS</c:v>
                      </c:pt>
                    </c:strCache>
                  </c:strRef>
                </c:cat>
                <c:val>
                  <c:numRef>
                    <c:extLst xmlns:c15="http://schemas.microsoft.com/office/drawing/2012/chart">
                      <c:ext xmlns:c15="http://schemas.microsoft.com/office/drawing/2012/chart" uri="{02D57815-91ED-43cb-92C2-25804820EDAC}">
                        <c15:formulaRef>
                          <c15:sqref>'https://kth-my.sharepoint.com/personal/jldoll_ug_kth_se/Documents/Smart cities Team/Reports And Presentation/Simulation_Results/[Results_Bat.xlsx]C-level All buildings'!$AG$38:$AG$41</c15:sqref>
                        </c15:formulaRef>
                      </c:ext>
                    </c:extLst>
                    <c:numCache>
                      <c:formatCode>0.0%</c:formatCode>
                      <c:ptCount val="3"/>
                      <c:pt idx="0">
                        <c:v>-5.7228485799914373E-2</c:v>
                      </c:pt>
                      <c:pt idx="1">
                        <c:v>-5.7228485799914373E-2</c:v>
                      </c:pt>
                      <c:pt idx="2">
                        <c:v>-0.3201084629656058</c:v>
                      </c:pt>
                    </c:numCache>
                  </c:numRef>
                </c:val>
                <c:extLst xmlns:c15="http://schemas.microsoft.com/office/drawing/2012/chart">
                  <c:ext xmlns:c16="http://schemas.microsoft.com/office/drawing/2014/chart" uri="{C3380CC4-5D6E-409C-BE32-E72D297353CC}">
                    <c16:uniqueId val="{00000004-9624-40C9-9B12-F1A47B8D3ECB}"/>
                  </c:ext>
                </c:extLst>
              </c15:ser>
            </c15:filteredBarSeries>
          </c:ext>
        </c:extLst>
      </c:barChart>
      <c:catAx>
        <c:axId val="704828496"/>
        <c:scaling>
          <c:orientation val="minMax"/>
        </c:scaling>
        <c:delete val="0"/>
        <c:axPos val="b"/>
        <c:majorGridlines>
          <c:spPr>
            <a:ln w="9525" cap="flat" cmpd="sng" algn="ctr">
              <a:solidFill>
                <a:schemeClr val="tx1"/>
              </a:solidFill>
              <a:round/>
            </a:ln>
            <a:effectLst/>
          </c:spPr>
        </c:majorGridlines>
        <c:numFmt formatCode="General" sourceLinked="1"/>
        <c:majorTickMark val="none"/>
        <c:minorTickMark val="none"/>
        <c:tickLblPos val="high"/>
        <c:spPr>
          <a:noFill/>
          <a:ln w="12700" cap="flat" cmpd="sng" algn="ctr">
            <a:solidFill>
              <a:schemeClr val="tx1"/>
            </a:solidFill>
            <a:round/>
          </a:ln>
          <a:effectLst/>
        </c:spPr>
        <c:txPr>
          <a:bodyPr rot="-60000000" spcFirstLastPara="1" vertOverflow="ellipsis" vert="horz" wrap="square" anchor="b" anchorCtr="0"/>
          <a:lstStyle/>
          <a:p>
            <a:pPr>
              <a:defRPr sz="1200" b="1" i="0" u="none" strike="noStrike" kern="1200" baseline="0">
                <a:solidFill>
                  <a:schemeClr val="tx1">
                    <a:lumMod val="65000"/>
                    <a:lumOff val="35000"/>
                  </a:schemeClr>
                </a:solidFill>
                <a:latin typeface="+mn-lt"/>
                <a:ea typeface="+mn-ea"/>
                <a:cs typeface="+mn-cs"/>
              </a:defRPr>
            </a:pPr>
            <a:endParaRPr lang="sv-SE"/>
          </a:p>
        </c:txPr>
        <c:crossAx val="704826096"/>
        <c:crosses val="autoZero"/>
        <c:auto val="1"/>
        <c:lblAlgn val="ctr"/>
        <c:lblOffset val="100"/>
        <c:noMultiLvlLbl val="0"/>
      </c:catAx>
      <c:valAx>
        <c:axId val="704826096"/>
        <c:scaling>
          <c:orientation val="minMax"/>
        </c:scaling>
        <c:delete val="0"/>
        <c:axPos val="l"/>
        <c:title>
          <c:tx>
            <c:rich>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sv-SE" b="1"/>
                  <a:t>% Change Vs. Baseline</a:t>
                </a:r>
              </a:p>
            </c:rich>
          </c:tx>
          <c:overlay val="0"/>
          <c:spPr>
            <a:noFill/>
            <a:ln>
              <a:noFill/>
            </a:ln>
            <a:effectLst/>
          </c:spPr>
          <c:txPr>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sv-SE"/>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sv-SE"/>
          </a:p>
        </c:txPr>
        <c:crossAx val="7048284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sv-S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sv-S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2389179442857294E-2"/>
          <c:y val="0.1016694849184762"/>
          <c:w val="0.88604054283726941"/>
          <c:h val="0.7952814225735525"/>
        </c:manualLayout>
      </c:layout>
      <c:barChart>
        <c:barDir val="col"/>
        <c:grouping val="clustered"/>
        <c:varyColors val="0"/>
        <c:ser>
          <c:idx val="0"/>
          <c:order val="0"/>
          <c:tx>
            <c:strRef>
              <c:f>'C-level All buildings(EV+HP)'!$AP$24</c:f>
              <c:strCache>
                <c:ptCount val="1"/>
                <c:pt idx="0">
                  <c:v>Smart Homes </c:v>
                </c:pt>
              </c:strCache>
            </c:strRef>
          </c:tx>
          <c:spPr>
            <a:solidFill>
              <a:srgbClr val="ADADAD"/>
            </a:solidFill>
            <a:ln>
              <a:noFill/>
            </a:ln>
            <a:effectLst/>
          </c:spPr>
          <c:invertIfNegative val="0"/>
          <c:cat>
            <c:strRef>
              <c:f>'C-level All buildings(EV+HP)'!$AO$25:$AO$29</c:f>
              <c:strCache>
                <c:ptCount val="5"/>
                <c:pt idx="0">
                  <c:v>CO2 Emissions </c:v>
                </c:pt>
                <c:pt idx="1">
                  <c:v>Comfort Level </c:v>
                </c:pt>
                <c:pt idx="2">
                  <c:v>Peak Power</c:v>
                </c:pt>
                <c:pt idx="3">
                  <c:v>Average el. cost</c:v>
                </c:pt>
                <c:pt idx="4">
                  <c:v>NPV</c:v>
                </c:pt>
              </c:strCache>
            </c:strRef>
          </c:cat>
          <c:val>
            <c:numRef>
              <c:f>'C-level All buildings(EV+HP)'!$AP$25:$AP$29</c:f>
              <c:numCache>
                <c:formatCode>0.0%</c:formatCode>
                <c:ptCount val="5"/>
                <c:pt idx="0">
                  <c:v>-0.12049355133543212</c:v>
                </c:pt>
                <c:pt idx="1">
                  <c:v>0.20302479964848089</c:v>
                </c:pt>
                <c:pt idx="2">
                  <c:v>-4.9047388240557772E-2</c:v>
                </c:pt>
                <c:pt idx="3">
                  <c:v>-0.20497935697650149</c:v>
                </c:pt>
                <c:pt idx="4" formatCode="0%">
                  <c:v>0.05</c:v>
                </c:pt>
              </c:numCache>
            </c:numRef>
          </c:val>
          <c:extLst>
            <c:ext xmlns:c16="http://schemas.microsoft.com/office/drawing/2014/chart" uri="{C3380CC4-5D6E-409C-BE32-E72D297353CC}">
              <c16:uniqueId val="{00000000-4ECE-49C2-B9C6-E8033876DF56}"/>
            </c:ext>
          </c:extLst>
        </c:ser>
        <c:ser>
          <c:idx val="1"/>
          <c:order val="1"/>
          <c:tx>
            <c:strRef>
              <c:f>'C-level All buildings(EV+HP)'!$AQ$24</c:f>
              <c:strCache>
                <c:ptCount val="1"/>
                <c:pt idx="0">
                  <c:v>Smart Community</c:v>
                </c:pt>
              </c:strCache>
            </c:strRef>
          </c:tx>
          <c:spPr>
            <a:solidFill>
              <a:srgbClr val="FFBE00"/>
            </a:solidFill>
            <a:ln>
              <a:noFill/>
            </a:ln>
            <a:effectLst/>
          </c:spPr>
          <c:invertIfNegative val="0"/>
          <c:cat>
            <c:strRef>
              <c:f>'C-level All buildings(EV+HP)'!$AO$25:$AO$29</c:f>
              <c:strCache>
                <c:ptCount val="5"/>
                <c:pt idx="0">
                  <c:v>CO2 Emissions </c:v>
                </c:pt>
                <c:pt idx="1">
                  <c:v>Comfort Level </c:v>
                </c:pt>
                <c:pt idx="2">
                  <c:v>Peak Power</c:v>
                </c:pt>
                <c:pt idx="3">
                  <c:v>Average el. cost</c:v>
                </c:pt>
                <c:pt idx="4">
                  <c:v>NPV</c:v>
                </c:pt>
              </c:strCache>
            </c:strRef>
          </c:cat>
          <c:val>
            <c:numRef>
              <c:f>'C-level All buildings(EV+HP)'!$AQ$25:$AQ$29</c:f>
              <c:numCache>
                <c:formatCode>0%</c:formatCode>
                <c:ptCount val="5"/>
                <c:pt idx="0">
                  <c:v>-1.2062726176115801E-3</c:v>
                </c:pt>
                <c:pt idx="1">
                  <c:v>-6.2523863986793299E-2</c:v>
                </c:pt>
                <c:pt idx="2">
                  <c:v>-0.163829580273333</c:v>
                </c:pt>
                <c:pt idx="3">
                  <c:v>-6.8778041530755937E-2</c:v>
                </c:pt>
                <c:pt idx="4">
                  <c:v>1.8810936977236146E-2</c:v>
                </c:pt>
              </c:numCache>
            </c:numRef>
          </c:val>
          <c:extLst>
            <c:ext xmlns:c16="http://schemas.microsoft.com/office/drawing/2014/chart" uri="{C3380CC4-5D6E-409C-BE32-E72D297353CC}">
              <c16:uniqueId val="{00000001-4ECE-49C2-B9C6-E8033876DF56}"/>
            </c:ext>
          </c:extLst>
        </c:ser>
        <c:dLbls>
          <c:showLegendKey val="0"/>
          <c:showVal val="0"/>
          <c:showCatName val="0"/>
          <c:showSerName val="0"/>
          <c:showPercent val="0"/>
          <c:showBubbleSize val="0"/>
        </c:dLbls>
        <c:gapWidth val="219"/>
        <c:overlap val="-27"/>
        <c:axId val="953107984"/>
        <c:axId val="953108464"/>
      </c:barChart>
      <c:catAx>
        <c:axId val="953107984"/>
        <c:scaling>
          <c:orientation val="minMax"/>
        </c:scaling>
        <c:delete val="0"/>
        <c:axPos val="b"/>
        <c:majorGridlines>
          <c:spPr>
            <a:ln w="6350" cap="flat" cmpd="sng" algn="ctr">
              <a:solidFill>
                <a:schemeClr val="tx1"/>
              </a:solidFill>
              <a:round/>
            </a:ln>
            <a:effectLst/>
          </c:spPr>
        </c:majorGridlines>
        <c:numFmt formatCode="General" sourceLinked="1"/>
        <c:majorTickMark val="none"/>
        <c:minorTickMark val="none"/>
        <c:tickLblPos val="high"/>
        <c:spPr>
          <a:noFill/>
          <a:ln w="15875" cap="flat" cmpd="sng" algn="ctr">
            <a:solidFill>
              <a:schemeClr val="tx1"/>
            </a:solidFill>
            <a:round/>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sv-SE"/>
          </a:p>
        </c:txPr>
        <c:crossAx val="953108464"/>
        <c:crosses val="autoZero"/>
        <c:auto val="1"/>
        <c:lblAlgn val="ctr"/>
        <c:lblOffset val="100"/>
        <c:noMultiLvlLbl val="0"/>
      </c:catAx>
      <c:valAx>
        <c:axId val="953108464"/>
        <c:scaling>
          <c:orientation val="minMax"/>
        </c:scaling>
        <c:delete val="0"/>
        <c:axPos val="l"/>
        <c:majorGridlines>
          <c:spPr>
            <a:ln w="9525" cap="flat" cmpd="sng" algn="ctr">
              <a:solidFill>
                <a:schemeClr val="tx1">
                  <a:lumMod val="15000"/>
                  <a:lumOff val="85000"/>
                </a:schemeClr>
              </a:solidFill>
              <a:prstDash val="dash"/>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sv-SE" b="1"/>
                  <a:t>% Change Vs. Baseline</a:t>
                </a:r>
                <a:r>
                  <a:rPr lang="sv-SE" b="1" baseline="0"/>
                  <a:t> (12 Houses &amp; Community)</a:t>
                </a:r>
                <a:endParaRPr lang="sv-SE" b="1"/>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sv-SE"/>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sv-SE"/>
          </a:p>
        </c:txPr>
        <c:crossAx val="953107984"/>
        <c:crosses val="autoZero"/>
        <c:crossBetween val="between"/>
      </c:valAx>
      <c:spPr>
        <a:noFill/>
        <a:ln>
          <a:noFill/>
        </a:ln>
        <a:effectLst/>
      </c:spPr>
    </c:plotArea>
    <c:legend>
      <c:legendPos val="b"/>
      <c:layout>
        <c:manualLayout>
          <c:xMode val="edge"/>
          <c:yMode val="edge"/>
          <c:x val="0.30670266216722908"/>
          <c:y val="0.90163522611033142"/>
          <c:w val="0.36754694552069878"/>
          <c:h val="9.2322477817161075E-2"/>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sv-S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sv-S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1"/>
          <c:tx>
            <c:strRef>
              <c:f>Sheet1!$C$1</c:f>
              <c:strCache>
                <c:ptCount val="1"/>
                <c:pt idx="0">
                  <c:v>Building Temp.</c:v>
                </c:pt>
              </c:strCache>
            </c:strRef>
          </c:tx>
          <c:spPr>
            <a:ln w="28575" cap="rnd">
              <a:solidFill>
                <a:srgbClr val="FF0000"/>
              </a:solidFill>
              <a:round/>
            </a:ln>
            <a:effectLst/>
          </c:spPr>
          <c:marker>
            <c:symbol val="none"/>
          </c:marker>
          <c:cat>
            <c:strRef>
              <c:f>Sheet1!$A$2:$A$241</c:f>
              <c:strCache>
                <c:ptCount val="240"/>
                <c:pt idx="0">
                  <c:v>01.01. 00:00</c:v>
                </c:pt>
                <c:pt idx="1">
                  <c:v>01.01. 01:00</c:v>
                </c:pt>
                <c:pt idx="2">
                  <c:v>01.01. 02:00</c:v>
                </c:pt>
                <c:pt idx="3">
                  <c:v>01.01. 03:00</c:v>
                </c:pt>
                <c:pt idx="4">
                  <c:v>01.01. 04:00</c:v>
                </c:pt>
                <c:pt idx="5">
                  <c:v>01.01. 05:00</c:v>
                </c:pt>
                <c:pt idx="6">
                  <c:v>01.01. 06:00</c:v>
                </c:pt>
                <c:pt idx="7">
                  <c:v>01.01. 07:00</c:v>
                </c:pt>
                <c:pt idx="8">
                  <c:v>01.01. 08:00</c:v>
                </c:pt>
                <c:pt idx="9">
                  <c:v>01.01. 09:00</c:v>
                </c:pt>
                <c:pt idx="10">
                  <c:v>01.01. 10:00</c:v>
                </c:pt>
                <c:pt idx="11">
                  <c:v>01.01. 11:00</c:v>
                </c:pt>
                <c:pt idx="12">
                  <c:v>01.01. 12:00</c:v>
                </c:pt>
                <c:pt idx="13">
                  <c:v>01.01. 13:00</c:v>
                </c:pt>
                <c:pt idx="14">
                  <c:v>01.01. 14:00</c:v>
                </c:pt>
                <c:pt idx="15">
                  <c:v>01.01. 15:00</c:v>
                </c:pt>
                <c:pt idx="16">
                  <c:v>01.01. 16:00</c:v>
                </c:pt>
                <c:pt idx="17">
                  <c:v>01.01. 17:00</c:v>
                </c:pt>
                <c:pt idx="18">
                  <c:v>01.01. 18:00</c:v>
                </c:pt>
                <c:pt idx="19">
                  <c:v>01.01. 19:00</c:v>
                </c:pt>
                <c:pt idx="20">
                  <c:v>01.01. 20:00</c:v>
                </c:pt>
                <c:pt idx="21">
                  <c:v>01.01. 21:00</c:v>
                </c:pt>
                <c:pt idx="22">
                  <c:v>01.01. 22:00</c:v>
                </c:pt>
                <c:pt idx="23">
                  <c:v>01.01. 23:00</c:v>
                </c:pt>
                <c:pt idx="24">
                  <c:v>02.01. 00:00</c:v>
                </c:pt>
                <c:pt idx="25">
                  <c:v>02.01. 01:00</c:v>
                </c:pt>
                <c:pt idx="26">
                  <c:v>02.01. 02:00</c:v>
                </c:pt>
                <c:pt idx="27">
                  <c:v>02.01. 03:00</c:v>
                </c:pt>
                <c:pt idx="28">
                  <c:v>02.01. 04:00</c:v>
                </c:pt>
                <c:pt idx="29">
                  <c:v>02.01. 05:00</c:v>
                </c:pt>
                <c:pt idx="30">
                  <c:v>02.01. 06:00</c:v>
                </c:pt>
                <c:pt idx="31">
                  <c:v>02.01. 07:00</c:v>
                </c:pt>
                <c:pt idx="32">
                  <c:v>02.01. 08:00</c:v>
                </c:pt>
                <c:pt idx="33">
                  <c:v>02.01. 09:00</c:v>
                </c:pt>
                <c:pt idx="34">
                  <c:v>02.01. 10:00</c:v>
                </c:pt>
                <c:pt idx="35">
                  <c:v>02.01. 11:00</c:v>
                </c:pt>
                <c:pt idx="36">
                  <c:v>02.01. 12:00</c:v>
                </c:pt>
                <c:pt idx="37">
                  <c:v>02.01. 13:00</c:v>
                </c:pt>
                <c:pt idx="38">
                  <c:v>02.01. 14:00</c:v>
                </c:pt>
                <c:pt idx="39">
                  <c:v>02.01. 15:00</c:v>
                </c:pt>
                <c:pt idx="40">
                  <c:v>02.01. 16:00</c:v>
                </c:pt>
                <c:pt idx="41">
                  <c:v>02.01. 17:00</c:v>
                </c:pt>
                <c:pt idx="42">
                  <c:v>02.01. 18:00</c:v>
                </c:pt>
                <c:pt idx="43">
                  <c:v>02.01. 19:00</c:v>
                </c:pt>
                <c:pt idx="44">
                  <c:v>02.01. 20:00</c:v>
                </c:pt>
                <c:pt idx="45">
                  <c:v>02.01. 21:00</c:v>
                </c:pt>
                <c:pt idx="46">
                  <c:v>02.01. 22:00</c:v>
                </c:pt>
                <c:pt idx="47">
                  <c:v>02.01. 23:00</c:v>
                </c:pt>
                <c:pt idx="48">
                  <c:v>03.01. 00:00</c:v>
                </c:pt>
                <c:pt idx="49">
                  <c:v>03.01. 01:00</c:v>
                </c:pt>
                <c:pt idx="50">
                  <c:v>03.01. 02:00</c:v>
                </c:pt>
                <c:pt idx="51">
                  <c:v>03.01. 03:00</c:v>
                </c:pt>
                <c:pt idx="52">
                  <c:v>03.01. 04:00</c:v>
                </c:pt>
                <c:pt idx="53">
                  <c:v>03.01. 05:00</c:v>
                </c:pt>
                <c:pt idx="54">
                  <c:v>03.01. 06:00</c:v>
                </c:pt>
                <c:pt idx="55">
                  <c:v>03.01. 07:00</c:v>
                </c:pt>
                <c:pt idx="56">
                  <c:v>03.01. 08:00</c:v>
                </c:pt>
                <c:pt idx="57">
                  <c:v>03.01. 09:00</c:v>
                </c:pt>
                <c:pt idx="58">
                  <c:v>03.01. 10:00</c:v>
                </c:pt>
                <c:pt idx="59">
                  <c:v>03.01. 11:00</c:v>
                </c:pt>
                <c:pt idx="60">
                  <c:v>03.01. 12:00</c:v>
                </c:pt>
                <c:pt idx="61">
                  <c:v>03.01. 13:00</c:v>
                </c:pt>
                <c:pt idx="62">
                  <c:v>03.01. 14:00</c:v>
                </c:pt>
                <c:pt idx="63">
                  <c:v>03.01. 15:00</c:v>
                </c:pt>
                <c:pt idx="64">
                  <c:v>03.01. 16:00</c:v>
                </c:pt>
                <c:pt idx="65">
                  <c:v>03.01. 17:00</c:v>
                </c:pt>
                <c:pt idx="66">
                  <c:v>03.01. 18:00</c:v>
                </c:pt>
                <c:pt idx="67">
                  <c:v>03.01. 19:00</c:v>
                </c:pt>
                <c:pt idx="68">
                  <c:v>03.01. 20:00</c:v>
                </c:pt>
                <c:pt idx="69">
                  <c:v>03.01. 21:00</c:v>
                </c:pt>
                <c:pt idx="70">
                  <c:v>03.01. 22:00</c:v>
                </c:pt>
                <c:pt idx="71">
                  <c:v>03.01. 23:00</c:v>
                </c:pt>
                <c:pt idx="72">
                  <c:v>04.01. 00:00</c:v>
                </c:pt>
                <c:pt idx="73">
                  <c:v>04.01. 01:00</c:v>
                </c:pt>
                <c:pt idx="74">
                  <c:v>04.01. 02:00</c:v>
                </c:pt>
                <c:pt idx="75">
                  <c:v>04.01. 03:00</c:v>
                </c:pt>
                <c:pt idx="76">
                  <c:v>04.01. 04:00</c:v>
                </c:pt>
                <c:pt idx="77">
                  <c:v>04.01. 05:00</c:v>
                </c:pt>
                <c:pt idx="78">
                  <c:v>04.01. 06:00</c:v>
                </c:pt>
                <c:pt idx="79">
                  <c:v>04.01. 07:00</c:v>
                </c:pt>
                <c:pt idx="80">
                  <c:v>04.01. 08:00</c:v>
                </c:pt>
                <c:pt idx="81">
                  <c:v>04.01. 09:00</c:v>
                </c:pt>
                <c:pt idx="82">
                  <c:v>04.01. 10:00</c:v>
                </c:pt>
                <c:pt idx="83">
                  <c:v>04.01. 11:00</c:v>
                </c:pt>
                <c:pt idx="84">
                  <c:v>04.01. 12:00</c:v>
                </c:pt>
                <c:pt idx="85">
                  <c:v>04.01. 13:00</c:v>
                </c:pt>
                <c:pt idx="86">
                  <c:v>04.01. 14:00</c:v>
                </c:pt>
                <c:pt idx="87">
                  <c:v>04.01. 15:00</c:v>
                </c:pt>
                <c:pt idx="88">
                  <c:v>04.01. 16:00</c:v>
                </c:pt>
                <c:pt idx="89">
                  <c:v>04.01. 17:00</c:v>
                </c:pt>
                <c:pt idx="90">
                  <c:v>04.01. 18:00</c:v>
                </c:pt>
                <c:pt idx="91">
                  <c:v>04.01. 19:00</c:v>
                </c:pt>
                <c:pt idx="92">
                  <c:v>04.01. 20:00</c:v>
                </c:pt>
                <c:pt idx="93">
                  <c:v>04.01. 21:00</c:v>
                </c:pt>
                <c:pt idx="94">
                  <c:v>04.01. 22:00</c:v>
                </c:pt>
                <c:pt idx="95">
                  <c:v>04.01. 23:00</c:v>
                </c:pt>
                <c:pt idx="96">
                  <c:v>05.01. 00:00</c:v>
                </c:pt>
                <c:pt idx="97">
                  <c:v>05.01. 01:00</c:v>
                </c:pt>
                <c:pt idx="98">
                  <c:v>05.01. 02:00</c:v>
                </c:pt>
                <c:pt idx="99">
                  <c:v>05.01. 03:00</c:v>
                </c:pt>
                <c:pt idx="100">
                  <c:v>05.01. 04:00</c:v>
                </c:pt>
                <c:pt idx="101">
                  <c:v>05.01. 05:00</c:v>
                </c:pt>
                <c:pt idx="102">
                  <c:v>05.01. 06:00</c:v>
                </c:pt>
                <c:pt idx="103">
                  <c:v>05.01. 07:00</c:v>
                </c:pt>
                <c:pt idx="104">
                  <c:v>05.01. 08:00</c:v>
                </c:pt>
                <c:pt idx="105">
                  <c:v>05.01. 09:00</c:v>
                </c:pt>
                <c:pt idx="106">
                  <c:v>05.01. 10:00</c:v>
                </c:pt>
                <c:pt idx="107">
                  <c:v>05.01. 11:00</c:v>
                </c:pt>
                <c:pt idx="108">
                  <c:v>05.01. 12:00</c:v>
                </c:pt>
                <c:pt idx="109">
                  <c:v>05.01. 13:00</c:v>
                </c:pt>
                <c:pt idx="110">
                  <c:v>05.01. 14:00</c:v>
                </c:pt>
                <c:pt idx="111">
                  <c:v>05.01. 15:00</c:v>
                </c:pt>
                <c:pt idx="112">
                  <c:v>05.01. 16:00</c:v>
                </c:pt>
                <c:pt idx="113">
                  <c:v>05.01. 17:00</c:v>
                </c:pt>
                <c:pt idx="114">
                  <c:v>05.01. 18:00</c:v>
                </c:pt>
                <c:pt idx="115">
                  <c:v>05.01. 19:00</c:v>
                </c:pt>
                <c:pt idx="116">
                  <c:v>05.01. 20:00</c:v>
                </c:pt>
                <c:pt idx="117">
                  <c:v>05.01. 21:00</c:v>
                </c:pt>
                <c:pt idx="118">
                  <c:v>05.01. 22:00</c:v>
                </c:pt>
                <c:pt idx="119">
                  <c:v>05.01. 23:00</c:v>
                </c:pt>
                <c:pt idx="120">
                  <c:v>06.01. 00:00</c:v>
                </c:pt>
                <c:pt idx="121">
                  <c:v>06.01. 01:00</c:v>
                </c:pt>
                <c:pt idx="122">
                  <c:v>06.01. 02:00</c:v>
                </c:pt>
                <c:pt idx="123">
                  <c:v>06.01. 03:00</c:v>
                </c:pt>
                <c:pt idx="124">
                  <c:v>06.01. 04:00</c:v>
                </c:pt>
                <c:pt idx="125">
                  <c:v>06.01. 05:00</c:v>
                </c:pt>
                <c:pt idx="126">
                  <c:v>06.01. 06:00</c:v>
                </c:pt>
                <c:pt idx="127">
                  <c:v>06.01. 07:00</c:v>
                </c:pt>
                <c:pt idx="128">
                  <c:v>06.01. 08:00</c:v>
                </c:pt>
                <c:pt idx="129">
                  <c:v>06.01. 09:00</c:v>
                </c:pt>
                <c:pt idx="130">
                  <c:v>06.01. 10:00</c:v>
                </c:pt>
                <c:pt idx="131">
                  <c:v>06.01. 11:00</c:v>
                </c:pt>
                <c:pt idx="132">
                  <c:v>06.01. 12:00</c:v>
                </c:pt>
                <c:pt idx="133">
                  <c:v>06.01. 13:00</c:v>
                </c:pt>
                <c:pt idx="134">
                  <c:v>06.01. 14:00</c:v>
                </c:pt>
                <c:pt idx="135">
                  <c:v>06.01. 15:00</c:v>
                </c:pt>
                <c:pt idx="136">
                  <c:v>06.01. 16:00</c:v>
                </c:pt>
                <c:pt idx="137">
                  <c:v>06.01. 17:00</c:v>
                </c:pt>
                <c:pt idx="138">
                  <c:v>06.01. 18:00</c:v>
                </c:pt>
                <c:pt idx="139">
                  <c:v>06.01. 19:00</c:v>
                </c:pt>
                <c:pt idx="140">
                  <c:v>06.01. 20:00</c:v>
                </c:pt>
                <c:pt idx="141">
                  <c:v>06.01. 21:00</c:v>
                </c:pt>
                <c:pt idx="142">
                  <c:v>06.01. 22:00</c:v>
                </c:pt>
                <c:pt idx="143">
                  <c:v>06.01. 23:00</c:v>
                </c:pt>
                <c:pt idx="144">
                  <c:v>07.01. 00:00</c:v>
                </c:pt>
                <c:pt idx="145">
                  <c:v>07.01. 01:00</c:v>
                </c:pt>
                <c:pt idx="146">
                  <c:v>07.01. 02:00</c:v>
                </c:pt>
                <c:pt idx="147">
                  <c:v>07.01. 03:00</c:v>
                </c:pt>
                <c:pt idx="148">
                  <c:v>07.01. 04:00</c:v>
                </c:pt>
                <c:pt idx="149">
                  <c:v>07.01. 05:00</c:v>
                </c:pt>
                <c:pt idx="150">
                  <c:v>07.01. 06:00</c:v>
                </c:pt>
                <c:pt idx="151">
                  <c:v>07.01. 07:00</c:v>
                </c:pt>
                <c:pt idx="152">
                  <c:v>07.01. 08:00</c:v>
                </c:pt>
                <c:pt idx="153">
                  <c:v>07.01. 09:00</c:v>
                </c:pt>
                <c:pt idx="154">
                  <c:v>07.01. 10:00</c:v>
                </c:pt>
                <c:pt idx="155">
                  <c:v>07.01. 11:00</c:v>
                </c:pt>
                <c:pt idx="156">
                  <c:v>07.01. 12:00</c:v>
                </c:pt>
                <c:pt idx="157">
                  <c:v>07.01. 13:00</c:v>
                </c:pt>
                <c:pt idx="158">
                  <c:v>07.01. 14:00</c:v>
                </c:pt>
                <c:pt idx="159">
                  <c:v>07.01. 15:00</c:v>
                </c:pt>
                <c:pt idx="160">
                  <c:v>07.01. 16:00</c:v>
                </c:pt>
                <c:pt idx="161">
                  <c:v>07.01. 17:00</c:v>
                </c:pt>
                <c:pt idx="162">
                  <c:v>07.01. 18:00</c:v>
                </c:pt>
                <c:pt idx="163">
                  <c:v>07.01. 19:00</c:v>
                </c:pt>
                <c:pt idx="164">
                  <c:v>07.01. 20:00</c:v>
                </c:pt>
                <c:pt idx="165">
                  <c:v>07.01. 21:00</c:v>
                </c:pt>
                <c:pt idx="166">
                  <c:v>07.01. 22:00</c:v>
                </c:pt>
                <c:pt idx="167">
                  <c:v>07.01. 23:00</c:v>
                </c:pt>
                <c:pt idx="168">
                  <c:v>08.01. 00:00</c:v>
                </c:pt>
                <c:pt idx="169">
                  <c:v>08.01. 01:00</c:v>
                </c:pt>
                <c:pt idx="170">
                  <c:v>08.01. 02:00</c:v>
                </c:pt>
                <c:pt idx="171">
                  <c:v>08.01. 03:00</c:v>
                </c:pt>
                <c:pt idx="172">
                  <c:v>08.01. 04:00</c:v>
                </c:pt>
                <c:pt idx="173">
                  <c:v>08.01. 05:00</c:v>
                </c:pt>
                <c:pt idx="174">
                  <c:v>08.01. 06:00</c:v>
                </c:pt>
                <c:pt idx="175">
                  <c:v>08.01. 07:00</c:v>
                </c:pt>
                <c:pt idx="176">
                  <c:v>08.01. 08:00</c:v>
                </c:pt>
                <c:pt idx="177">
                  <c:v>08.01. 09:00</c:v>
                </c:pt>
                <c:pt idx="178">
                  <c:v>08.01. 10:00</c:v>
                </c:pt>
                <c:pt idx="179">
                  <c:v>08.01. 11:00</c:v>
                </c:pt>
                <c:pt idx="180">
                  <c:v>08.01. 12:00</c:v>
                </c:pt>
                <c:pt idx="181">
                  <c:v>08.01. 13:00</c:v>
                </c:pt>
                <c:pt idx="182">
                  <c:v>08.01. 14:00</c:v>
                </c:pt>
                <c:pt idx="183">
                  <c:v>08.01. 15:00</c:v>
                </c:pt>
                <c:pt idx="184">
                  <c:v>08.01. 16:00</c:v>
                </c:pt>
                <c:pt idx="185">
                  <c:v>08.01. 17:00</c:v>
                </c:pt>
                <c:pt idx="186">
                  <c:v>08.01. 18:00</c:v>
                </c:pt>
                <c:pt idx="187">
                  <c:v>08.01. 19:00</c:v>
                </c:pt>
                <c:pt idx="188">
                  <c:v>08.01. 20:00</c:v>
                </c:pt>
                <c:pt idx="189">
                  <c:v>08.01. 21:00</c:v>
                </c:pt>
                <c:pt idx="190">
                  <c:v>08.01. 22:00</c:v>
                </c:pt>
                <c:pt idx="191">
                  <c:v>08.01. 23:00</c:v>
                </c:pt>
                <c:pt idx="192">
                  <c:v>09.01. 00:00</c:v>
                </c:pt>
                <c:pt idx="193">
                  <c:v>09.01. 01:00</c:v>
                </c:pt>
                <c:pt idx="194">
                  <c:v>09.01. 02:00</c:v>
                </c:pt>
                <c:pt idx="195">
                  <c:v>09.01. 03:00</c:v>
                </c:pt>
                <c:pt idx="196">
                  <c:v>09.01. 04:00</c:v>
                </c:pt>
                <c:pt idx="197">
                  <c:v>09.01. 05:00</c:v>
                </c:pt>
                <c:pt idx="198">
                  <c:v>09.01. 06:00</c:v>
                </c:pt>
                <c:pt idx="199">
                  <c:v>09.01. 07:00</c:v>
                </c:pt>
                <c:pt idx="200">
                  <c:v>09.01. 08:00</c:v>
                </c:pt>
                <c:pt idx="201">
                  <c:v>09.01. 09:00</c:v>
                </c:pt>
                <c:pt idx="202">
                  <c:v>09.01. 10:00</c:v>
                </c:pt>
                <c:pt idx="203">
                  <c:v>09.01. 11:00</c:v>
                </c:pt>
                <c:pt idx="204">
                  <c:v>09.01. 12:00</c:v>
                </c:pt>
                <c:pt idx="205">
                  <c:v>09.01. 13:00</c:v>
                </c:pt>
                <c:pt idx="206">
                  <c:v>09.01. 14:00</c:v>
                </c:pt>
                <c:pt idx="207">
                  <c:v>09.01. 15:00</c:v>
                </c:pt>
                <c:pt idx="208">
                  <c:v>09.01. 16:00</c:v>
                </c:pt>
                <c:pt idx="209">
                  <c:v>09.01. 17:00</c:v>
                </c:pt>
                <c:pt idx="210">
                  <c:v>09.01. 18:00</c:v>
                </c:pt>
                <c:pt idx="211">
                  <c:v>09.01. 19:00</c:v>
                </c:pt>
                <c:pt idx="212">
                  <c:v>09.01. 20:00</c:v>
                </c:pt>
                <c:pt idx="213">
                  <c:v>09.01. 21:00</c:v>
                </c:pt>
                <c:pt idx="214">
                  <c:v>09.01. 22:00</c:v>
                </c:pt>
                <c:pt idx="215">
                  <c:v>09.01. 23:00</c:v>
                </c:pt>
                <c:pt idx="216">
                  <c:v>10.01. 00:00</c:v>
                </c:pt>
                <c:pt idx="217">
                  <c:v>10.01. 01:00</c:v>
                </c:pt>
                <c:pt idx="218">
                  <c:v>10.01. 02:00</c:v>
                </c:pt>
                <c:pt idx="219">
                  <c:v>10.01. 03:00</c:v>
                </c:pt>
                <c:pt idx="220">
                  <c:v>10.01. 04:00</c:v>
                </c:pt>
                <c:pt idx="221">
                  <c:v>10.01. 05:00</c:v>
                </c:pt>
                <c:pt idx="222">
                  <c:v>10.01. 06:00</c:v>
                </c:pt>
                <c:pt idx="223">
                  <c:v>10.01. 07:00</c:v>
                </c:pt>
                <c:pt idx="224">
                  <c:v>10.01. 08:00</c:v>
                </c:pt>
                <c:pt idx="225">
                  <c:v>10.01. 09:00</c:v>
                </c:pt>
                <c:pt idx="226">
                  <c:v>10.01. 10:00</c:v>
                </c:pt>
                <c:pt idx="227">
                  <c:v>10.01. 11:00</c:v>
                </c:pt>
                <c:pt idx="228">
                  <c:v>10.01. 12:00</c:v>
                </c:pt>
                <c:pt idx="229">
                  <c:v>10.01. 13:00</c:v>
                </c:pt>
                <c:pt idx="230">
                  <c:v>10.01. 14:00</c:v>
                </c:pt>
                <c:pt idx="231">
                  <c:v>10.01. 15:00</c:v>
                </c:pt>
                <c:pt idx="232">
                  <c:v>10.01. 16:00</c:v>
                </c:pt>
                <c:pt idx="233">
                  <c:v>10.01. 17:00</c:v>
                </c:pt>
                <c:pt idx="234">
                  <c:v>10.01. 18:00</c:v>
                </c:pt>
                <c:pt idx="235">
                  <c:v>10.01. 19:00</c:v>
                </c:pt>
                <c:pt idx="236">
                  <c:v>10.01. 20:00</c:v>
                </c:pt>
                <c:pt idx="237">
                  <c:v>10.01. 21:00</c:v>
                </c:pt>
                <c:pt idx="238">
                  <c:v>10.01. 22:00</c:v>
                </c:pt>
                <c:pt idx="239">
                  <c:v>10.01. 23:00</c:v>
                </c:pt>
              </c:strCache>
            </c:strRef>
          </c:cat>
          <c:val>
            <c:numRef>
              <c:f>Sheet1!$C$2:$C$241</c:f>
              <c:numCache>
                <c:formatCode>General</c:formatCode>
                <c:ptCount val="240"/>
                <c:pt idx="0">
                  <c:v>21.3</c:v>
                </c:pt>
                <c:pt idx="1">
                  <c:v>21.3</c:v>
                </c:pt>
                <c:pt idx="2">
                  <c:v>21.3</c:v>
                </c:pt>
                <c:pt idx="3">
                  <c:v>21.3</c:v>
                </c:pt>
                <c:pt idx="4">
                  <c:v>21.3</c:v>
                </c:pt>
                <c:pt idx="5">
                  <c:v>21.3</c:v>
                </c:pt>
                <c:pt idx="6">
                  <c:v>21.3</c:v>
                </c:pt>
                <c:pt idx="7">
                  <c:v>21.4</c:v>
                </c:pt>
                <c:pt idx="8">
                  <c:v>21.4</c:v>
                </c:pt>
                <c:pt idx="9">
                  <c:v>21.4</c:v>
                </c:pt>
                <c:pt idx="10">
                  <c:v>21.4</c:v>
                </c:pt>
                <c:pt idx="11">
                  <c:v>21.4</c:v>
                </c:pt>
                <c:pt idx="12">
                  <c:v>21.4</c:v>
                </c:pt>
                <c:pt idx="13">
                  <c:v>21.4</c:v>
                </c:pt>
                <c:pt idx="14">
                  <c:v>21.4</c:v>
                </c:pt>
                <c:pt idx="15">
                  <c:v>21.4</c:v>
                </c:pt>
                <c:pt idx="16">
                  <c:v>21.4</c:v>
                </c:pt>
                <c:pt idx="17">
                  <c:v>21.4</c:v>
                </c:pt>
                <c:pt idx="18">
                  <c:v>21.4</c:v>
                </c:pt>
                <c:pt idx="19">
                  <c:v>21.4</c:v>
                </c:pt>
                <c:pt idx="20">
                  <c:v>21.3</c:v>
                </c:pt>
                <c:pt idx="21">
                  <c:v>21.3</c:v>
                </c:pt>
                <c:pt idx="22">
                  <c:v>21.3</c:v>
                </c:pt>
                <c:pt idx="23">
                  <c:v>21.3</c:v>
                </c:pt>
                <c:pt idx="24">
                  <c:v>21.3</c:v>
                </c:pt>
                <c:pt idx="25">
                  <c:v>21.3</c:v>
                </c:pt>
                <c:pt idx="26">
                  <c:v>21.3</c:v>
                </c:pt>
                <c:pt idx="27">
                  <c:v>21.3</c:v>
                </c:pt>
                <c:pt idx="28">
                  <c:v>21.3</c:v>
                </c:pt>
                <c:pt idx="29">
                  <c:v>21.3</c:v>
                </c:pt>
                <c:pt idx="30">
                  <c:v>21.3</c:v>
                </c:pt>
                <c:pt idx="31">
                  <c:v>21.3</c:v>
                </c:pt>
                <c:pt idx="32">
                  <c:v>21.3</c:v>
                </c:pt>
                <c:pt idx="33">
                  <c:v>21.3</c:v>
                </c:pt>
                <c:pt idx="34">
                  <c:v>21.3</c:v>
                </c:pt>
                <c:pt idx="35">
                  <c:v>21.3</c:v>
                </c:pt>
                <c:pt idx="36">
                  <c:v>21.3</c:v>
                </c:pt>
                <c:pt idx="37">
                  <c:v>21.3</c:v>
                </c:pt>
                <c:pt idx="38">
                  <c:v>21.2</c:v>
                </c:pt>
                <c:pt idx="39">
                  <c:v>21.2</c:v>
                </c:pt>
                <c:pt idx="40">
                  <c:v>21.2</c:v>
                </c:pt>
                <c:pt idx="41">
                  <c:v>21.2</c:v>
                </c:pt>
                <c:pt idx="42">
                  <c:v>21.2</c:v>
                </c:pt>
                <c:pt idx="43">
                  <c:v>21.2</c:v>
                </c:pt>
                <c:pt idx="44">
                  <c:v>21.2</c:v>
                </c:pt>
                <c:pt idx="45">
                  <c:v>21.2</c:v>
                </c:pt>
                <c:pt idx="46">
                  <c:v>21.2</c:v>
                </c:pt>
                <c:pt idx="47">
                  <c:v>21.2</c:v>
                </c:pt>
                <c:pt idx="48">
                  <c:v>21.2</c:v>
                </c:pt>
                <c:pt idx="49">
                  <c:v>21.1</c:v>
                </c:pt>
                <c:pt idx="50">
                  <c:v>21.1</c:v>
                </c:pt>
                <c:pt idx="51">
                  <c:v>21.2</c:v>
                </c:pt>
                <c:pt idx="52">
                  <c:v>21.2</c:v>
                </c:pt>
                <c:pt idx="53">
                  <c:v>21.3</c:v>
                </c:pt>
                <c:pt idx="54">
                  <c:v>21.3</c:v>
                </c:pt>
                <c:pt idx="55">
                  <c:v>21.4</c:v>
                </c:pt>
                <c:pt idx="56">
                  <c:v>21.4</c:v>
                </c:pt>
                <c:pt idx="57">
                  <c:v>21.4</c:v>
                </c:pt>
                <c:pt idx="58">
                  <c:v>21.4</c:v>
                </c:pt>
                <c:pt idx="59">
                  <c:v>21.4</c:v>
                </c:pt>
                <c:pt idx="60">
                  <c:v>21.4</c:v>
                </c:pt>
                <c:pt idx="61">
                  <c:v>21.4</c:v>
                </c:pt>
                <c:pt idx="62">
                  <c:v>21.4</c:v>
                </c:pt>
                <c:pt idx="63">
                  <c:v>21.4</c:v>
                </c:pt>
                <c:pt idx="64">
                  <c:v>21.4</c:v>
                </c:pt>
                <c:pt idx="65">
                  <c:v>21.4</c:v>
                </c:pt>
                <c:pt idx="66">
                  <c:v>21.3</c:v>
                </c:pt>
                <c:pt idx="67">
                  <c:v>21.3</c:v>
                </c:pt>
                <c:pt idx="68">
                  <c:v>21.3</c:v>
                </c:pt>
                <c:pt idx="69">
                  <c:v>21.3</c:v>
                </c:pt>
                <c:pt idx="70">
                  <c:v>21.3</c:v>
                </c:pt>
                <c:pt idx="71">
                  <c:v>21.3</c:v>
                </c:pt>
                <c:pt idx="72">
                  <c:v>21.3</c:v>
                </c:pt>
                <c:pt idx="73">
                  <c:v>21.3</c:v>
                </c:pt>
                <c:pt idx="74">
                  <c:v>21.3</c:v>
                </c:pt>
                <c:pt idx="75">
                  <c:v>21.4</c:v>
                </c:pt>
                <c:pt idx="76">
                  <c:v>21.4</c:v>
                </c:pt>
                <c:pt idx="77">
                  <c:v>21.5</c:v>
                </c:pt>
                <c:pt idx="78">
                  <c:v>21.5</c:v>
                </c:pt>
                <c:pt idx="79">
                  <c:v>21.6</c:v>
                </c:pt>
                <c:pt idx="80">
                  <c:v>21.6</c:v>
                </c:pt>
                <c:pt idx="81">
                  <c:v>21.6</c:v>
                </c:pt>
                <c:pt idx="82">
                  <c:v>21.6</c:v>
                </c:pt>
                <c:pt idx="83">
                  <c:v>21.6</c:v>
                </c:pt>
                <c:pt idx="84">
                  <c:v>21.6</c:v>
                </c:pt>
                <c:pt idx="85">
                  <c:v>21.6</c:v>
                </c:pt>
                <c:pt idx="86">
                  <c:v>21.6</c:v>
                </c:pt>
                <c:pt idx="87">
                  <c:v>21.6</c:v>
                </c:pt>
                <c:pt idx="88">
                  <c:v>21.6</c:v>
                </c:pt>
                <c:pt idx="89">
                  <c:v>21.6</c:v>
                </c:pt>
                <c:pt idx="90">
                  <c:v>21.6</c:v>
                </c:pt>
                <c:pt idx="91">
                  <c:v>21.6</c:v>
                </c:pt>
                <c:pt idx="92">
                  <c:v>21.6</c:v>
                </c:pt>
                <c:pt idx="93">
                  <c:v>21.6</c:v>
                </c:pt>
                <c:pt idx="94">
                  <c:v>21.5</c:v>
                </c:pt>
                <c:pt idx="95">
                  <c:v>21.5</c:v>
                </c:pt>
                <c:pt idx="96">
                  <c:v>21.6</c:v>
                </c:pt>
                <c:pt idx="97">
                  <c:v>21.6</c:v>
                </c:pt>
                <c:pt idx="98">
                  <c:v>21.6</c:v>
                </c:pt>
                <c:pt idx="99">
                  <c:v>21.6</c:v>
                </c:pt>
                <c:pt idx="100">
                  <c:v>21.7</c:v>
                </c:pt>
                <c:pt idx="101">
                  <c:v>21.7</c:v>
                </c:pt>
                <c:pt idx="102">
                  <c:v>21.7</c:v>
                </c:pt>
                <c:pt idx="103">
                  <c:v>21.7</c:v>
                </c:pt>
                <c:pt idx="104">
                  <c:v>21.8</c:v>
                </c:pt>
                <c:pt idx="105">
                  <c:v>21.8</c:v>
                </c:pt>
                <c:pt idx="106">
                  <c:v>21.8</c:v>
                </c:pt>
                <c:pt idx="107">
                  <c:v>21.8</c:v>
                </c:pt>
                <c:pt idx="108">
                  <c:v>21.9</c:v>
                </c:pt>
                <c:pt idx="109">
                  <c:v>21.9</c:v>
                </c:pt>
                <c:pt idx="110">
                  <c:v>21.9</c:v>
                </c:pt>
                <c:pt idx="111">
                  <c:v>21.9</c:v>
                </c:pt>
                <c:pt idx="112">
                  <c:v>21.9</c:v>
                </c:pt>
                <c:pt idx="113">
                  <c:v>21.9</c:v>
                </c:pt>
                <c:pt idx="114">
                  <c:v>21.8</c:v>
                </c:pt>
                <c:pt idx="115">
                  <c:v>21.8</c:v>
                </c:pt>
                <c:pt idx="116">
                  <c:v>21.8</c:v>
                </c:pt>
                <c:pt idx="117">
                  <c:v>21.8</c:v>
                </c:pt>
                <c:pt idx="118">
                  <c:v>21.8</c:v>
                </c:pt>
                <c:pt idx="119">
                  <c:v>21.8</c:v>
                </c:pt>
                <c:pt idx="120">
                  <c:v>21.8</c:v>
                </c:pt>
                <c:pt idx="121">
                  <c:v>21.7</c:v>
                </c:pt>
                <c:pt idx="122">
                  <c:v>21.7</c:v>
                </c:pt>
                <c:pt idx="123">
                  <c:v>21.7</c:v>
                </c:pt>
                <c:pt idx="124">
                  <c:v>21.7</c:v>
                </c:pt>
                <c:pt idx="125">
                  <c:v>21.8</c:v>
                </c:pt>
                <c:pt idx="126">
                  <c:v>21.8</c:v>
                </c:pt>
                <c:pt idx="127">
                  <c:v>21.8</c:v>
                </c:pt>
                <c:pt idx="128">
                  <c:v>21.8</c:v>
                </c:pt>
                <c:pt idx="129">
                  <c:v>21.8</c:v>
                </c:pt>
                <c:pt idx="130">
                  <c:v>21.8</c:v>
                </c:pt>
                <c:pt idx="131">
                  <c:v>21.8</c:v>
                </c:pt>
                <c:pt idx="132">
                  <c:v>21.8</c:v>
                </c:pt>
                <c:pt idx="133">
                  <c:v>21.8</c:v>
                </c:pt>
                <c:pt idx="134">
                  <c:v>21.8</c:v>
                </c:pt>
                <c:pt idx="135">
                  <c:v>21.8</c:v>
                </c:pt>
                <c:pt idx="136">
                  <c:v>21.8</c:v>
                </c:pt>
                <c:pt idx="137">
                  <c:v>21.8</c:v>
                </c:pt>
                <c:pt idx="138">
                  <c:v>21.7</c:v>
                </c:pt>
                <c:pt idx="139">
                  <c:v>21.7</c:v>
                </c:pt>
                <c:pt idx="140">
                  <c:v>21.7</c:v>
                </c:pt>
                <c:pt idx="141">
                  <c:v>21.7</c:v>
                </c:pt>
                <c:pt idx="142">
                  <c:v>21.7</c:v>
                </c:pt>
                <c:pt idx="143">
                  <c:v>21.7</c:v>
                </c:pt>
                <c:pt idx="144">
                  <c:v>21.7</c:v>
                </c:pt>
                <c:pt idx="145">
                  <c:v>21.7</c:v>
                </c:pt>
                <c:pt idx="146">
                  <c:v>21.7</c:v>
                </c:pt>
                <c:pt idx="147">
                  <c:v>21.7</c:v>
                </c:pt>
                <c:pt idx="148">
                  <c:v>21.7</c:v>
                </c:pt>
                <c:pt idx="149">
                  <c:v>21.6</c:v>
                </c:pt>
                <c:pt idx="150">
                  <c:v>21.6</c:v>
                </c:pt>
                <c:pt idx="151">
                  <c:v>21.6</c:v>
                </c:pt>
                <c:pt idx="152">
                  <c:v>21.6</c:v>
                </c:pt>
                <c:pt idx="153">
                  <c:v>21.6</c:v>
                </c:pt>
                <c:pt idx="154">
                  <c:v>21.6</c:v>
                </c:pt>
                <c:pt idx="155">
                  <c:v>21.7</c:v>
                </c:pt>
                <c:pt idx="156">
                  <c:v>21.7</c:v>
                </c:pt>
                <c:pt idx="157">
                  <c:v>21.7</c:v>
                </c:pt>
                <c:pt idx="158">
                  <c:v>21.7</c:v>
                </c:pt>
                <c:pt idx="159">
                  <c:v>21.7</c:v>
                </c:pt>
                <c:pt idx="160">
                  <c:v>21.7</c:v>
                </c:pt>
                <c:pt idx="161">
                  <c:v>21.7</c:v>
                </c:pt>
                <c:pt idx="162">
                  <c:v>21.7</c:v>
                </c:pt>
                <c:pt idx="163">
                  <c:v>21.7</c:v>
                </c:pt>
                <c:pt idx="164">
                  <c:v>21.7</c:v>
                </c:pt>
                <c:pt idx="165">
                  <c:v>21.7</c:v>
                </c:pt>
                <c:pt idx="166">
                  <c:v>21.7</c:v>
                </c:pt>
                <c:pt idx="167">
                  <c:v>21.7</c:v>
                </c:pt>
                <c:pt idx="168">
                  <c:v>21.6</c:v>
                </c:pt>
                <c:pt idx="169">
                  <c:v>21.6</c:v>
                </c:pt>
                <c:pt idx="170">
                  <c:v>21.6</c:v>
                </c:pt>
                <c:pt idx="171">
                  <c:v>21.6</c:v>
                </c:pt>
                <c:pt idx="172">
                  <c:v>21.7</c:v>
                </c:pt>
                <c:pt idx="173">
                  <c:v>21.7</c:v>
                </c:pt>
                <c:pt idx="174">
                  <c:v>21.7</c:v>
                </c:pt>
                <c:pt idx="175">
                  <c:v>21.6</c:v>
                </c:pt>
                <c:pt idx="176">
                  <c:v>21.6</c:v>
                </c:pt>
                <c:pt idx="177">
                  <c:v>21.6</c:v>
                </c:pt>
                <c:pt idx="178">
                  <c:v>21.6</c:v>
                </c:pt>
                <c:pt idx="179">
                  <c:v>21.6</c:v>
                </c:pt>
                <c:pt idx="180">
                  <c:v>21.6</c:v>
                </c:pt>
                <c:pt idx="181">
                  <c:v>21.6</c:v>
                </c:pt>
                <c:pt idx="182">
                  <c:v>21.5</c:v>
                </c:pt>
                <c:pt idx="183">
                  <c:v>21.5</c:v>
                </c:pt>
                <c:pt idx="184">
                  <c:v>21.5</c:v>
                </c:pt>
                <c:pt idx="185">
                  <c:v>21.5</c:v>
                </c:pt>
                <c:pt idx="186">
                  <c:v>21.5</c:v>
                </c:pt>
                <c:pt idx="187">
                  <c:v>21.5</c:v>
                </c:pt>
                <c:pt idx="188">
                  <c:v>21.4</c:v>
                </c:pt>
                <c:pt idx="189">
                  <c:v>21.4</c:v>
                </c:pt>
                <c:pt idx="190">
                  <c:v>21.4</c:v>
                </c:pt>
                <c:pt idx="191">
                  <c:v>21.4</c:v>
                </c:pt>
                <c:pt idx="192">
                  <c:v>21.3</c:v>
                </c:pt>
                <c:pt idx="193">
                  <c:v>21.3</c:v>
                </c:pt>
                <c:pt idx="194">
                  <c:v>21.3</c:v>
                </c:pt>
                <c:pt idx="195">
                  <c:v>21.3</c:v>
                </c:pt>
                <c:pt idx="196">
                  <c:v>21.3</c:v>
                </c:pt>
                <c:pt idx="197">
                  <c:v>21.3</c:v>
                </c:pt>
                <c:pt idx="198">
                  <c:v>21.3</c:v>
                </c:pt>
                <c:pt idx="199">
                  <c:v>21.4</c:v>
                </c:pt>
                <c:pt idx="200">
                  <c:v>21.3</c:v>
                </c:pt>
                <c:pt idx="201">
                  <c:v>21.3</c:v>
                </c:pt>
                <c:pt idx="202">
                  <c:v>21.3</c:v>
                </c:pt>
                <c:pt idx="203">
                  <c:v>21.3</c:v>
                </c:pt>
                <c:pt idx="204">
                  <c:v>21.3</c:v>
                </c:pt>
                <c:pt idx="205">
                  <c:v>21.3</c:v>
                </c:pt>
                <c:pt idx="206">
                  <c:v>21.3</c:v>
                </c:pt>
                <c:pt idx="207">
                  <c:v>21.2</c:v>
                </c:pt>
                <c:pt idx="208">
                  <c:v>21.2</c:v>
                </c:pt>
                <c:pt idx="209">
                  <c:v>21.2</c:v>
                </c:pt>
                <c:pt idx="210">
                  <c:v>21.2</c:v>
                </c:pt>
                <c:pt idx="211">
                  <c:v>21.2</c:v>
                </c:pt>
                <c:pt idx="212">
                  <c:v>21.2</c:v>
                </c:pt>
                <c:pt idx="213">
                  <c:v>21.1</c:v>
                </c:pt>
                <c:pt idx="214">
                  <c:v>21.1</c:v>
                </c:pt>
                <c:pt idx="215">
                  <c:v>21.1</c:v>
                </c:pt>
                <c:pt idx="216">
                  <c:v>21.1</c:v>
                </c:pt>
                <c:pt idx="217">
                  <c:v>21.1</c:v>
                </c:pt>
                <c:pt idx="218">
                  <c:v>21.1</c:v>
                </c:pt>
                <c:pt idx="219">
                  <c:v>21.1</c:v>
                </c:pt>
                <c:pt idx="220">
                  <c:v>21.1</c:v>
                </c:pt>
                <c:pt idx="221">
                  <c:v>21.1</c:v>
                </c:pt>
                <c:pt idx="222">
                  <c:v>21.1</c:v>
                </c:pt>
                <c:pt idx="223">
                  <c:v>21.1</c:v>
                </c:pt>
                <c:pt idx="224">
                  <c:v>21.1</c:v>
                </c:pt>
                <c:pt idx="225">
                  <c:v>21.1</c:v>
                </c:pt>
                <c:pt idx="226">
                  <c:v>21.1</c:v>
                </c:pt>
                <c:pt idx="227">
                  <c:v>21.1</c:v>
                </c:pt>
                <c:pt idx="228">
                  <c:v>21.1</c:v>
                </c:pt>
                <c:pt idx="229">
                  <c:v>21</c:v>
                </c:pt>
                <c:pt idx="230">
                  <c:v>21</c:v>
                </c:pt>
                <c:pt idx="231">
                  <c:v>21</c:v>
                </c:pt>
                <c:pt idx="232">
                  <c:v>21</c:v>
                </c:pt>
                <c:pt idx="233">
                  <c:v>21</c:v>
                </c:pt>
                <c:pt idx="234">
                  <c:v>21</c:v>
                </c:pt>
                <c:pt idx="235">
                  <c:v>20.9</c:v>
                </c:pt>
                <c:pt idx="236">
                  <c:v>21</c:v>
                </c:pt>
                <c:pt idx="237">
                  <c:v>21</c:v>
                </c:pt>
                <c:pt idx="238">
                  <c:v>21</c:v>
                </c:pt>
                <c:pt idx="239">
                  <c:v>21</c:v>
                </c:pt>
              </c:numCache>
            </c:numRef>
          </c:val>
          <c:smooth val="0"/>
          <c:extLst>
            <c:ext xmlns:c16="http://schemas.microsoft.com/office/drawing/2014/chart" uri="{C3380CC4-5D6E-409C-BE32-E72D297353CC}">
              <c16:uniqueId val="{00000000-D163-4FEB-A72F-19FBCE1115B7}"/>
            </c:ext>
          </c:extLst>
        </c:ser>
        <c:ser>
          <c:idx val="2"/>
          <c:order val="2"/>
          <c:tx>
            <c:strRef>
              <c:f>Sheet1!$D$1</c:f>
              <c:strCache>
                <c:ptCount val="1"/>
                <c:pt idx="0">
                  <c:v>DHW Top Layer Temp</c:v>
                </c:pt>
              </c:strCache>
            </c:strRef>
          </c:tx>
          <c:spPr>
            <a:ln w="28575" cap="rnd">
              <a:solidFill>
                <a:srgbClr val="00B050"/>
              </a:solidFill>
              <a:round/>
            </a:ln>
            <a:effectLst/>
          </c:spPr>
          <c:marker>
            <c:symbol val="none"/>
          </c:marker>
          <c:cat>
            <c:strRef>
              <c:f>Sheet1!$A$2:$A$241</c:f>
              <c:strCache>
                <c:ptCount val="240"/>
                <c:pt idx="0">
                  <c:v>01.01. 00:00</c:v>
                </c:pt>
                <c:pt idx="1">
                  <c:v>01.01. 01:00</c:v>
                </c:pt>
                <c:pt idx="2">
                  <c:v>01.01. 02:00</c:v>
                </c:pt>
                <c:pt idx="3">
                  <c:v>01.01. 03:00</c:v>
                </c:pt>
                <c:pt idx="4">
                  <c:v>01.01. 04:00</c:v>
                </c:pt>
                <c:pt idx="5">
                  <c:v>01.01. 05:00</c:v>
                </c:pt>
                <c:pt idx="6">
                  <c:v>01.01. 06:00</c:v>
                </c:pt>
                <c:pt idx="7">
                  <c:v>01.01. 07:00</c:v>
                </c:pt>
                <c:pt idx="8">
                  <c:v>01.01. 08:00</c:v>
                </c:pt>
                <c:pt idx="9">
                  <c:v>01.01. 09:00</c:v>
                </c:pt>
                <c:pt idx="10">
                  <c:v>01.01. 10:00</c:v>
                </c:pt>
                <c:pt idx="11">
                  <c:v>01.01. 11:00</c:v>
                </c:pt>
                <c:pt idx="12">
                  <c:v>01.01. 12:00</c:v>
                </c:pt>
                <c:pt idx="13">
                  <c:v>01.01. 13:00</c:v>
                </c:pt>
                <c:pt idx="14">
                  <c:v>01.01. 14:00</c:v>
                </c:pt>
                <c:pt idx="15">
                  <c:v>01.01. 15:00</c:v>
                </c:pt>
                <c:pt idx="16">
                  <c:v>01.01. 16:00</c:v>
                </c:pt>
                <c:pt idx="17">
                  <c:v>01.01. 17:00</c:v>
                </c:pt>
                <c:pt idx="18">
                  <c:v>01.01. 18:00</c:v>
                </c:pt>
                <c:pt idx="19">
                  <c:v>01.01. 19:00</c:v>
                </c:pt>
                <c:pt idx="20">
                  <c:v>01.01. 20:00</c:v>
                </c:pt>
                <c:pt idx="21">
                  <c:v>01.01. 21:00</c:v>
                </c:pt>
                <c:pt idx="22">
                  <c:v>01.01. 22:00</c:v>
                </c:pt>
                <c:pt idx="23">
                  <c:v>01.01. 23:00</c:v>
                </c:pt>
                <c:pt idx="24">
                  <c:v>02.01. 00:00</c:v>
                </c:pt>
                <c:pt idx="25">
                  <c:v>02.01. 01:00</c:v>
                </c:pt>
                <c:pt idx="26">
                  <c:v>02.01. 02:00</c:v>
                </c:pt>
                <c:pt idx="27">
                  <c:v>02.01. 03:00</c:v>
                </c:pt>
                <c:pt idx="28">
                  <c:v>02.01. 04:00</c:v>
                </c:pt>
                <c:pt idx="29">
                  <c:v>02.01. 05:00</c:v>
                </c:pt>
                <c:pt idx="30">
                  <c:v>02.01. 06:00</c:v>
                </c:pt>
                <c:pt idx="31">
                  <c:v>02.01. 07:00</c:v>
                </c:pt>
                <c:pt idx="32">
                  <c:v>02.01. 08:00</c:v>
                </c:pt>
                <c:pt idx="33">
                  <c:v>02.01. 09:00</c:v>
                </c:pt>
                <c:pt idx="34">
                  <c:v>02.01. 10:00</c:v>
                </c:pt>
                <c:pt idx="35">
                  <c:v>02.01. 11:00</c:v>
                </c:pt>
                <c:pt idx="36">
                  <c:v>02.01. 12:00</c:v>
                </c:pt>
                <c:pt idx="37">
                  <c:v>02.01. 13:00</c:v>
                </c:pt>
                <c:pt idx="38">
                  <c:v>02.01. 14:00</c:v>
                </c:pt>
                <c:pt idx="39">
                  <c:v>02.01. 15:00</c:v>
                </c:pt>
                <c:pt idx="40">
                  <c:v>02.01. 16:00</c:v>
                </c:pt>
                <c:pt idx="41">
                  <c:v>02.01. 17:00</c:v>
                </c:pt>
                <c:pt idx="42">
                  <c:v>02.01. 18:00</c:v>
                </c:pt>
                <c:pt idx="43">
                  <c:v>02.01. 19:00</c:v>
                </c:pt>
                <c:pt idx="44">
                  <c:v>02.01. 20:00</c:v>
                </c:pt>
                <c:pt idx="45">
                  <c:v>02.01. 21:00</c:v>
                </c:pt>
                <c:pt idx="46">
                  <c:v>02.01. 22:00</c:v>
                </c:pt>
                <c:pt idx="47">
                  <c:v>02.01. 23:00</c:v>
                </c:pt>
                <c:pt idx="48">
                  <c:v>03.01. 00:00</c:v>
                </c:pt>
                <c:pt idx="49">
                  <c:v>03.01. 01:00</c:v>
                </c:pt>
                <c:pt idx="50">
                  <c:v>03.01. 02:00</c:v>
                </c:pt>
                <c:pt idx="51">
                  <c:v>03.01. 03:00</c:v>
                </c:pt>
                <c:pt idx="52">
                  <c:v>03.01. 04:00</c:v>
                </c:pt>
                <c:pt idx="53">
                  <c:v>03.01. 05:00</c:v>
                </c:pt>
                <c:pt idx="54">
                  <c:v>03.01. 06:00</c:v>
                </c:pt>
                <c:pt idx="55">
                  <c:v>03.01. 07:00</c:v>
                </c:pt>
                <c:pt idx="56">
                  <c:v>03.01. 08:00</c:v>
                </c:pt>
                <c:pt idx="57">
                  <c:v>03.01. 09:00</c:v>
                </c:pt>
                <c:pt idx="58">
                  <c:v>03.01. 10:00</c:v>
                </c:pt>
                <c:pt idx="59">
                  <c:v>03.01. 11:00</c:v>
                </c:pt>
                <c:pt idx="60">
                  <c:v>03.01. 12:00</c:v>
                </c:pt>
                <c:pt idx="61">
                  <c:v>03.01. 13:00</c:v>
                </c:pt>
                <c:pt idx="62">
                  <c:v>03.01. 14:00</c:v>
                </c:pt>
                <c:pt idx="63">
                  <c:v>03.01. 15:00</c:v>
                </c:pt>
                <c:pt idx="64">
                  <c:v>03.01. 16:00</c:v>
                </c:pt>
                <c:pt idx="65">
                  <c:v>03.01. 17:00</c:v>
                </c:pt>
                <c:pt idx="66">
                  <c:v>03.01. 18:00</c:v>
                </c:pt>
                <c:pt idx="67">
                  <c:v>03.01. 19:00</c:v>
                </c:pt>
                <c:pt idx="68">
                  <c:v>03.01. 20:00</c:v>
                </c:pt>
                <c:pt idx="69">
                  <c:v>03.01. 21:00</c:v>
                </c:pt>
                <c:pt idx="70">
                  <c:v>03.01. 22:00</c:v>
                </c:pt>
                <c:pt idx="71">
                  <c:v>03.01. 23:00</c:v>
                </c:pt>
                <c:pt idx="72">
                  <c:v>04.01. 00:00</c:v>
                </c:pt>
                <c:pt idx="73">
                  <c:v>04.01. 01:00</c:v>
                </c:pt>
                <c:pt idx="74">
                  <c:v>04.01. 02:00</c:v>
                </c:pt>
                <c:pt idx="75">
                  <c:v>04.01. 03:00</c:v>
                </c:pt>
                <c:pt idx="76">
                  <c:v>04.01. 04:00</c:v>
                </c:pt>
                <c:pt idx="77">
                  <c:v>04.01. 05:00</c:v>
                </c:pt>
                <c:pt idx="78">
                  <c:v>04.01. 06:00</c:v>
                </c:pt>
                <c:pt idx="79">
                  <c:v>04.01. 07:00</c:v>
                </c:pt>
                <c:pt idx="80">
                  <c:v>04.01. 08:00</c:v>
                </c:pt>
                <c:pt idx="81">
                  <c:v>04.01. 09:00</c:v>
                </c:pt>
                <c:pt idx="82">
                  <c:v>04.01. 10:00</c:v>
                </c:pt>
                <c:pt idx="83">
                  <c:v>04.01. 11:00</c:v>
                </c:pt>
                <c:pt idx="84">
                  <c:v>04.01. 12:00</c:v>
                </c:pt>
                <c:pt idx="85">
                  <c:v>04.01. 13:00</c:v>
                </c:pt>
                <c:pt idx="86">
                  <c:v>04.01. 14:00</c:v>
                </c:pt>
                <c:pt idx="87">
                  <c:v>04.01. 15:00</c:v>
                </c:pt>
                <c:pt idx="88">
                  <c:v>04.01. 16:00</c:v>
                </c:pt>
                <c:pt idx="89">
                  <c:v>04.01. 17:00</c:v>
                </c:pt>
                <c:pt idx="90">
                  <c:v>04.01. 18:00</c:v>
                </c:pt>
                <c:pt idx="91">
                  <c:v>04.01. 19:00</c:v>
                </c:pt>
                <c:pt idx="92">
                  <c:v>04.01. 20:00</c:v>
                </c:pt>
                <c:pt idx="93">
                  <c:v>04.01. 21:00</c:v>
                </c:pt>
                <c:pt idx="94">
                  <c:v>04.01. 22:00</c:v>
                </c:pt>
                <c:pt idx="95">
                  <c:v>04.01. 23:00</c:v>
                </c:pt>
                <c:pt idx="96">
                  <c:v>05.01. 00:00</c:v>
                </c:pt>
                <c:pt idx="97">
                  <c:v>05.01. 01:00</c:v>
                </c:pt>
                <c:pt idx="98">
                  <c:v>05.01. 02:00</c:v>
                </c:pt>
                <c:pt idx="99">
                  <c:v>05.01. 03:00</c:v>
                </c:pt>
                <c:pt idx="100">
                  <c:v>05.01. 04:00</c:v>
                </c:pt>
                <c:pt idx="101">
                  <c:v>05.01. 05:00</c:v>
                </c:pt>
                <c:pt idx="102">
                  <c:v>05.01. 06:00</c:v>
                </c:pt>
                <c:pt idx="103">
                  <c:v>05.01. 07:00</c:v>
                </c:pt>
                <c:pt idx="104">
                  <c:v>05.01. 08:00</c:v>
                </c:pt>
                <c:pt idx="105">
                  <c:v>05.01. 09:00</c:v>
                </c:pt>
                <c:pt idx="106">
                  <c:v>05.01. 10:00</c:v>
                </c:pt>
                <c:pt idx="107">
                  <c:v>05.01. 11:00</c:v>
                </c:pt>
                <c:pt idx="108">
                  <c:v>05.01. 12:00</c:v>
                </c:pt>
                <c:pt idx="109">
                  <c:v>05.01. 13:00</c:v>
                </c:pt>
                <c:pt idx="110">
                  <c:v>05.01. 14:00</c:v>
                </c:pt>
                <c:pt idx="111">
                  <c:v>05.01. 15:00</c:v>
                </c:pt>
                <c:pt idx="112">
                  <c:v>05.01. 16:00</c:v>
                </c:pt>
                <c:pt idx="113">
                  <c:v>05.01. 17:00</c:v>
                </c:pt>
                <c:pt idx="114">
                  <c:v>05.01. 18:00</c:v>
                </c:pt>
                <c:pt idx="115">
                  <c:v>05.01. 19:00</c:v>
                </c:pt>
                <c:pt idx="116">
                  <c:v>05.01. 20:00</c:v>
                </c:pt>
                <c:pt idx="117">
                  <c:v>05.01. 21:00</c:v>
                </c:pt>
                <c:pt idx="118">
                  <c:v>05.01. 22:00</c:v>
                </c:pt>
                <c:pt idx="119">
                  <c:v>05.01. 23:00</c:v>
                </c:pt>
                <c:pt idx="120">
                  <c:v>06.01. 00:00</c:v>
                </c:pt>
                <c:pt idx="121">
                  <c:v>06.01. 01:00</c:v>
                </c:pt>
                <c:pt idx="122">
                  <c:v>06.01. 02:00</c:v>
                </c:pt>
                <c:pt idx="123">
                  <c:v>06.01. 03:00</c:v>
                </c:pt>
                <c:pt idx="124">
                  <c:v>06.01. 04:00</c:v>
                </c:pt>
                <c:pt idx="125">
                  <c:v>06.01. 05:00</c:v>
                </c:pt>
                <c:pt idx="126">
                  <c:v>06.01. 06:00</c:v>
                </c:pt>
                <c:pt idx="127">
                  <c:v>06.01. 07:00</c:v>
                </c:pt>
                <c:pt idx="128">
                  <c:v>06.01. 08:00</c:v>
                </c:pt>
                <c:pt idx="129">
                  <c:v>06.01. 09:00</c:v>
                </c:pt>
                <c:pt idx="130">
                  <c:v>06.01. 10:00</c:v>
                </c:pt>
                <c:pt idx="131">
                  <c:v>06.01. 11:00</c:v>
                </c:pt>
                <c:pt idx="132">
                  <c:v>06.01. 12:00</c:v>
                </c:pt>
                <c:pt idx="133">
                  <c:v>06.01. 13:00</c:v>
                </c:pt>
                <c:pt idx="134">
                  <c:v>06.01. 14:00</c:v>
                </c:pt>
                <c:pt idx="135">
                  <c:v>06.01. 15:00</c:v>
                </c:pt>
                <c:pt idx="136">
                  <c:v>06.01. 16:00</c:v>
                </c:pt>
                <c:pt idx="137">
                  <c:v>06.01. 17:00</c:v>
                </c:pt>
                <c:pt idx="138">
                  <c:v>06.01. 18:00</c:v>
                </c:pt>
                <c:pt idx="139">
                  <c:v>06.01. 19:00</c:v>
                </c:pt>
                <c:pt idx="140">
                  <c:v>06.01. 20:00</c:v>
                </c:pt>
                <c:pt idx="141">
                  <c:v>06.01. 21:00</c:v>
                </c:pt>
                <c:pt idx="142">
                  <c:v>06.01. 22:00</c:v>
                </c:pt>
                <c:pt idx="143">
                  <c:v>06.01. 23:00</c:v>
                </c:pt>
                <c:pt idx="144">
                  <c:v>07.01. 00:00</c:v>
                </c:pt>
                <c:pt idx="145">
                  <c:v>07.01. 01:00</c:v>
                </c:pt>
                <c:pt idx="146">
                  <c:v>07.01. 02:00</c:v>
                </c:pt>
                <c:pt idx="147">
                  <c:v>07.01. 03:00</c:v>
                </c:pt>
                <c:pt idx="148">
                  <c:v>07.01. 04:00</c:v>
                </c:pt>
                <c:pt idx="149">
                  <c:v>07.01. 05:00</c:v>
                </c:pt>
                <c:pt idx="150">
                  <c:v>07.01. 06:00</c:v>
                </c:pt>
                <c:pt idx="151">
                  <c:v>07.01. 07:00</c:v>
                </c:pt>
                <c:pt idx="152">
                  <c:v>07.01. 08:00</c:v>
                </c:pt>
                <c:pt idx="153">
                  <c:v>07.01. 09:00</c:v>
                </c:pt>
                <c:pt idx="154">
                  <c:v>07.01. 10:00</c:v>
                </c:pt>
                <c:pt idx="155">
                  <c:v>07.01. 11:00</c:v>
                </c:pt>
                <c:pt idx="156">
                  <c:v>07.01. 12:00</c:v>
                </c:pt>
                <c:pt idx="157">
                  <c:v>07.01. 13:00</c:v>
                </c:pt>
                <c:pt idx="158">
                  <c:v>07.01. 14:00</c:v>
                </c:pt>
                <c:pt idx="159">
                  <c:v>07.01. 15:00</c:v>
                </c:pt>
                <c:pt idx="160">
                  <c:v>07.01. 16:00</c:v>
                </c:pt>
                <c:pt idx="161">
                  <c:v>07.01. 17:00</c:v>
                </c:pt>
                <c:pt idx="162">
                  <c:v>07.01. 18:00</c:v>
                </c:pt>
                <c:pt idx="163">
                  <c:v>07.01. 19:00</c:v>
                </c:pt>
                <c:pt idx="164">
                  <c:v>07.01. 20:00</c:v>
                </c:pt>
                <c:pt idx="165">
                  <c:v>07.01. 21:00</c:v>
                </c:pt>
                <c:pt idx="166">
                  <c:v>07.01. 22:00</c:v>
                </c:pt>
                <c:pt idx="167">
                  <c:v>07.01. 23:00</c:v>
                </c:pt>
                <c:pt idx="168">
                  <c:v>08.01. 00:00</c:v>
                </c:pt>
                <c:pt idx="169">
                  <c:v>08.01. 01:00</c:v>
                </c:pt>
                <c:pt idx="170">
                  <c:v>08.01. 02:00</c:v>
                </c:pt>
                <c:pt idx="171">
                  <c:v>08.01. 03:00</c:v>
                </c:pt>
                <c:pt idx="172">
                  <c:v>08.01. 04:00</c:v>
                </c:pt>
                <c:pt idx="173">
                  <c:v>08.01. 05:00</c:v>
                </c:pt>
                <c:pt idx="174">
                  <c:v>08.01. 06:00</c:v>
                </c:pt>
                <c:pt idx="175">
                  <c:v>08.01. 07:00</c:v>
                </c:pt>
                <c:pt idx="176">
                  <c:v>08.01. 08:00</c:v>
                </c:pt>
                <c:pt idx="177">
                  <c:v>08.01. 09:00</c:v>
                </c:pt>
                <c:pt idx="178">
                  <c:v>08.01. 10:00</c:v>
                </c:pt>
                <c:pt idx="179">
                  <c:v>08.01. 11:00</c:v>
                </c:pt>
                <c:pt idx="180">
                  <c:v>08.01. 12:00</c:v>
                </c:pt>
                <c:pt idx="181">
                  <c:v>08.01. 13:00</c:v>
                </c:pt>
                <c:pt idx="182">
                  <c:v>08.01. 14:00</c:v>
                </c:pt>
                <c:pt idx="183">
                  <c:v>08.01. 15:00</c:v>
                </c:pt>
                <c:pt idx="184">
                  <c:v>08.01. 16:00</c:v>
                </c:pt>
                <c:pt idx="185">
                  <c:v>08.01. 17:00</c:v>
                </c:pt>
                <c:pt idx="186">
                  <c:v>08.01. 18:00</c:v>
                </c:pt>
                <c:pt idx="187">
                  <c:v>08.01. 19:00</c:v>
                </c:pt>
                <c:pt idx="188">
                  <c:v>08.01. 20:00</c:v>
                </c:pt>
                <c:pt idx="189">
                  <c:v>08.01. 21:00</c:v>
                </c:pt>
                <c:pt idx="190">
                  <c:v>08.01. 22:00</c:v>
                </c:pt>
                <c:pt idx="191">
                  <c:v>08.01. 23:00</c:v>
                </c:pt>
                <c:pt idx="192">
                  <c:v>09.01. 00:00</c:v>
                </c:pt>
                <c:pt idx="193">
                  <c:v>09.01. 01:00</c:v>
                </c:pt>
                <c:pt idx="194">
                  <c:v>09.01. 02:00</c:v>
                </c:pt>
                <c:pt idx="195">
                  <c:v>09.01. 03:00</c:v>
                </c:pt>
                <c:pt idx="196">
                  <c:v>09.01. 04:00</c:v>
                </c:pt>
                <c:pt idx="197">
                  <c:v>09.01. 05:00</c:v>
                </c:pt>
                <c:pt idx="198">
                  <c:v>09.01. 06:00</c:v>
                </c:pt>
                <c:pt idx="199">
                  <c:v>09.01. 07:00</c:v>
                </c:pt>
                <c:pt idx="200">
                  <c:v>09.01. 08:00</c:v>
                </c:pt>
                <c:pt idx="201">
                  <c:v>09.01. 09:00</c:v>
                </c:pt>
                <c:pt idx="202">
                  <c:v>09.01. 10:00</c:v>
                </c:pt>
                <c:pt idx="203">
                  <c:v>09.01. 11:00</c:v>
                </c:pt>
                <c:pt idx="204">
                  <c:v>09.01. 12:00</c:v>
                </c:pt>
                <c:pt idx="205">
                  <c:v>09.01. 13:00</c:v>
                </c:pt>
                <c:pt idx="206">
                  <c:v>09.01. 14:00</c:v>
                </c:pt>
                <c:pt idx="207">
                  <c:v>09.01. 15:00</c:v>
                </c:pt>
                <c:pt idx="208">
                  <c:v>09.01. 16:00</c:v>
                </c:pt>
                <c:pt idx="209">
                  <c:v>09.01. 17:00</c:v>
                </c:pt>
                <c:pt idx="210">
                  <c:v>09.01. 18:00</c:v>
                </c:pt>
                <c:pt idx="211">
                  <c:v>09.01. 19:00</c:v>
                </c:pt>
                <c:pt idx="212">
                  <c:v>09.01. 20:00</c:v>
                </c:pt>
                <c:pt idx="213">
                  <c:v>09.01. 21:00</c:v>
                </c:pt>
                <c:pt idx="214">
                  <c:v>09.01. 22:00</c:v>
                </c:pt>
                <c:pt idx="215">
                  <c:v>09.01. 23:00</c:v>
                </c:pt>
                <c:pt idx="216">
                  <c:v>10.01. 00:00</c:v>
                </c:pt>
                <c:pt idx="217">
                  <c:v>10.01. 01:00</c:v>
                </c:pt>
                <c:pt idx="218">
                  <c:v>10.01. 02:00</c:v>
                </c:pt>
                <c:pt idx="219">
                  <c:v>10.01. 03:00</c:v>
                </c:pt>
                <c:pt idx="220">
                  <c:v>10.01. 04:00</c:v>
                </c:pt>
                <c:pt idx="221">
                  <c:v>10.01. 05:00</c:v>
                </c:pt>
                <c:pt idx="222">
                  <c:v>10.01. 06:00</c:v>
                </c:pt>
                <c:pt idx="223">
                  <c:v>10.01. 07:00</c:v>
                </c:pt>
                <c:pt idx="224">
                  <c:v>10.01. 08:00</c:v>
                </c:pt>
                <c:pt idx="225">
                  <c:v>10.01. 09:00</c:v>
                </c:pt>
                <c:pt idx="226">
                  <c:v>10.01. 10:00</c:v>
                </c:pt>
                <c:pt idx="227">
                  <c:v>10.01. 11:00</c:v>
                </c:pt>
                <c:pt idx="228">
                  <c:v>10.01. 12:00</c:v>
                </c:pt>
                <c:pt idx="229">
                  <c:v>10.01. 13:00</c:v>
                </c:pt>
                <c:pt idx="230">
                  <c:v>10.01. 14:00</c:v>
                </c:pt>
                <c:pt idx="231">
                  <c:v>10.01. 15:00</c:v>
                </c:pt>
                <c:pt idx="232">
                  <c:v>10.01. 16:00</c:v>
                </c:pt>
                <c:pt idx="233">
                  <c:v>10.01. 17:00</c:v>
                </c:pt>
                <c:pt idx="234">
                  <c:v>10.01. 18:00</c:v>
                </c:pt>
                <c:pt idx="235">
                  <c:v>10.01. 19:00</c:v>
                </c:pt>
                <c:pt idx="236">
                  <c:v>10.01. 20:00</c:v>
                </c:pt>
                <c:pt idx="237">
                  <c:v>10.01. 21:00</c:v>
                </c:pt>
                <c:pt idx="238">
                  <c:v>10.01. 22:00</c:v>
                </c:pt>
                <c:pt idx="239">
                  <c:v>10.01. 23:00</c:v>
                </c:pt>
              </c:strCache>
            </c:strRef>
          </c:cat>
          <c:val>
            <c:numRef>
              <c:f>Sheet1!$D$2:$D$241</c:f>
              <c:numCache>
                <c:formatCode>General</c:formatCode>
                <c:ptCount val="240"/>
                <c:pt idx="0">
                  <c:v>53</c:v>
                </c:pt>
                <c:pt idx="1">
                  <c:v>52.8</c:v>
                </c:pt>
                <c:pt idx="2">
                  <c:v>52.6</c:v>
                </c:pt>
                <c:pt idx="3">
                  <c:v>52.5</c:v>
                </c:pt>
                <c:pt idx="4">
                  <c:v>52.3</c:v>
                </c:pt>
                <c:pt idx="5">
                  <c:v>52.1</c:v>
                </c:pt>
                <c:pt idx="6">
                  <c:v>51.9</c:v>
                </c:pt>
                <c:pt idx="7">
                  <c:v>51.6</c:v>
                </c:pt>
                <c:pt idx="8">
                  <c:v>51.4</c:v>
                </c:pt>
                <c:pt idx="9">
                  <c:v>51.1</c:v>
                </c:pt>
                <c:pt idx="10">
                  <c:v>50.9</c:v>
                </c:pt>
                <c:pt idx="11">
                  <c:v>53.8</c:v>
                </c:pt>
                <c:pt idx="12">
                  <c:v>55</c:v>
                </c:pt>
                <c:pt idx="13">
                  <c:v>55.1</c:v>
                </c:pt>
                <c:pt idx="14">
                  <c:v>55</c:v>
                </c:pt>
                <c:pt idx="15">
                  <c:v>54.8</c:v>
                </c:pt>
                <c:pt idx="16">
                  <c:v>54.6</c:v>
                </c:pt>
                <c:pt idx="17">
                  <c:v>54.5</c:v>
                </c:pt>
                <c:pt idx="18">
                  <c:v>54.3</c:v>
                </c:pt>
                <c:pt idx="19">
                  <c:v>54.2</c:v>
                </c:pt>
                <c:pt idx="20">
                  <c:v>54</c:v>
                </c:pt>
                <c:pt idx="21">
                  <c:v>53.8</c:v>
                </c:pt>
                <c:pt idx="22">
                  <c:v>53.7</c:v>
                </c:pt>
                <c:pt idx="23">
                  <c:v>53.5</c:v>
                </c:pt>
                <c:pt idx="24">
                  <c:v>53.3</c:v>
                </c:pt>
                <c:pt idx="25">
                  <c:v>53.1</c:v>
                </c:pt>
                <c:pt idx="26">
                  <c:v>53</c:v>
                </c:pt>
                <c:pt idx="27">
                  <c:v>52.8</c:v>
                </c:pt>
                <c:pt idx="28">
                  <c:v>52.6</c:v>
                </c:pt>
                <c:pt idx="29">
                  <c:v>52.4</c:v>
                </c:pt>
                <c:pt idx="30">
                  <c:v>52.2</c:v>
                </c:pt>
                <c:pt idx="31">
                  <c:v>52</c:v>
                </c:pt>
                <c:pt idx="32">
                  <c:v>51.7</c:v>
                </c:pt>
                <c:pt idx="33">
                  <c:v>51.5</c:v>
                </c:pt>
                <c:pt idx="34">
                  <c:v>51.3</c:v>
                </c:pt>
                <c:pt idx="35">
                  <c:v>51.6</c:v>
                </c:pt>
                <c:pt idx="36">
                  <c:v>55</c:v>
                </c:pt>
                <c:pt idx="37">
                  <c:v>55.1</c:v>
                </c:pt>
                <c:pt idx="38">
                  <c:v>55.5</c:v>
                </c:pt>
                <c:pt idx="39">
                  <c:v>55.3</c:v>
                </c:pt>
                <c:pt idx="40">
                  <c:v>55.2</c:v>
                </c:pt>
                <c:pt idx="41">
                  <c:v>55</c:v>
                </c:pt>
                <c:pt idx="42">
                  <c:v>54.9</c:v>
                </c:pt>
                <c:pt idx="43">
                  <c:v>54.7</c:v>
                </c:pt>
                <c:pt idx="44">
                  <c:v>54.5</c:v>
                </c:pt>
                <c:pt idx="45">
                  <c:v>54.4</c:v>
                </c:pt>
                <c:pt idx="46">
                  <c:v>54.2</c:v>
                </c:pt>
                <c:pt idx="47">
                  <c:v>54</c:v>
                </c:pt>
                <c:pt idx="48">
                  <c:v>53.8</c:v>
                </c:pt>
                <c:pt idx="49">
                  <c:v>53.7</c:v>
                </c:pt>
                <c:pt idx="50">
                  <c:v>53.5</c:v>
                </c:pt>
                <c:pt idx="51">
                  <c:v>53.3</c:v>
                </c:pt>
                <c:pt idx="52">
                  <c:v>53.2</c:v>
                </c:pt>
                <c:pt idx="53">
                  <c:v>53</c:v>
                </c:pt>
                <c:pt idx="54">
                  <c:v>52.8</c:v>
                </c:pt>
                <c:pt idx="55">
                  <c:v>52.5</c:v>
                </c:pt>
                <c:pt idx="56">
                  <c:v>52.3</c:v>
                </c:pt>
                <c:pt idx="57">
                  <c:v>52.1</c:v>
                </c:pt>
                <c:pt idx="58">
                  <c:v>52.4</c:v>
                </c:pt>
                <c:pt idx="59">
                  <c:v>55.1</c:v>
                </c:pt>
                <c:pt idx="60">
                  <c:v>55</c:v>
                </c:pt>
                <c:pt idx="61">
                  <c:v>55.1</c:v>
                </c:pt>
                <c:pt idx="62">
                  <c:v>55.1</c:v>
                </c:pt>
                <c:pt idx="63">
                  <c:v>55</c:v>
                </c:pt>
                <c:pt idx="64">
                  <c:v>54.8</c:v>
                </c:pt>
                <c:pt idx="65">
                  <c:v>54.7</c:v>
                </c:pt>
                <c:pt idx="66">
                  <c:v>54.5</c:v>
                </c:pt>
                <c:pt idx="67">
                  <c:v>54.4</c:v>
                </c:pt>
                <c:pt idx="68">
                  <c:v>54.2</c:v>
                </c:pt>
                <c:pt idx="69">
                  <c:v>54</c:v>
                </c:pt>
                <c:pt idx="70">
                  <c:v>53.9</c:v>
                </c:pt>
                <c:pt idx="71">
                  <c:v>53.7</c:v>
                </c:pt>
                <c:pt idx="72">
                  <c:v>53.5</c:v>
                </c:pt>
                <c:pt idx="73">
                  <c:v>53.4</c:v>
                </c:pt>
                <c:pt idx="74">
                  <c:v>53.2</c:v>
                </c:pt>
                <c:pt idx="75">
                  <c:v>53</c:v>
                </c:pt>
                <c:pt idx="76">
                  <c:v>52.9</c:v>
                </c:pt>
                <c:pt idx="77">
                  <c:v>52.7</c:v>
                </c:pt>
                <c:pt idx="78">
                  <c:v>52.5</c:v>
                </c:pt>
                <c:pt idx="79">
                  <c:v>52.2</c:v>
                </c:pt>
                <c:pt idx="80">
                  <c:v>52</c:v>
                </c:pt>
                <c:pt idx="81">
                  <c:v>51.8</c:v>
                </c:pt>
                <c:pt idx="82">
                  <c:v>51.8</c:v>
                </c:pt>
                <c:pt idx="83">
                  <c:v>55</c:v>
                </c:pt>
                <c:pt idx="84">
                  <c:v>55</c:v>
                </c:pt>
                <c:pt idx="85">
                  <c:v>55</c:v>
                </c:pt>
                <c:pt idx="86">
                  <c:v>55</c:v>
                </c:pt>
                <c:pt idx="87">
                  <c:v>54.8</c:v>
                </c:pt>
                <c:pt idx="88">
                  <c:v>54.7</c:v>
                </c:pt>
                <c:pt idx="89">
                  <c:v>54.5</c:v>
                </c:pt>
                <c:pt idx="90">
                  <c:v>54.4</c:v>
                </c:pt>
                <c:pt idx="91">
                  <c:v>54.2</c:v>
                </c:pt>
                <c:pt idx="92">
                  <c:v>54</c:v>
                </c:pt>
                <c:pt idx="93">
                  <c:v>53.9</c:v>
                </c:pt>
                <c:pt idx="94">
                  <c:v>53.7</c:v>
                </c:pt>
                <c:pt idx="95">
                  <c:v>53.5</c:v>
                </c:pt>
                <c:pt idx="96">
                  <c:v>53.3</c:v>
                </c:pt>
                <c:pt idx="97">
                  <c:v>53.2</c:v>
                </c:pt>
                <c:pt idx="98">
                  <c:v>53</c:v>
                </c:pt>
                <c:pt idx="99">
                  <c:v>52.8</c:v>
                </c:pt>
                <c:pt idx="100">
                  <c:v>52.7</c:v>
                </c:pt>
                <c:pt idx="101">
                  <c:v>52.5</c:v>
                </c:pt>
                <c:pt idx="102">
                  <c:v>52.2</c:v>
                </c:pt>
                <c:pt idx="103">
                  <c:v>52</c:v>
                </c:pt>
                <c:pt idx="104">
                  <c:v>51.8</c:v>
                </c:pt>
                <c:pt idx="105">
                  <c:v>51.5</c:v>
                </c:pt>
                <c:pt idx="106">
                  <c:v>51.3</c:v>
                </c:pt>
                <c:pt idx="107">
                  <c:v>51.1</c:v>
                </c:pt>
                <c:pt idx="108">
                  <c:v>50.9</c:v>
                </c:pt>
                <c:pt idx="109">
                  <c:v>50.7</c:v>
                </c:pt>
                <c:pt idx="110">
                  <c:v>53.3</c:v>
                </c:pt>
                <c:pt idx="111">
                  <c:v>55</c:v>
                </c:pt>
                <c:pt idx="112">
                  <c:v>54.8</c:v>
                </c:pt>
                <c:pt idx="113">
                  <c:v>54.7</c:v>
                </c:pt>
                <c:pt idx="114">
                  <c:v>54.5</c:v>
                </c:pt>
                <c:pt idx="115">
                  <c:v>54.3</c:v>
                </c:pt>
                <c:pt idx="116">
                  <c:v>54.2</c:v>
                </c:pt>
                <c:pt idx="117">
                  <c:v>54</c:v>
                </c:pt>
                <c:pt idx="118">
                  <c:v>53.9</c:v>
                </c:pt>
                <c:pt idx="119">
                  <c:v>53.7</c:v>
                </c:pt>
                <c:pt idx="120">
                  <c:v>53.5</c:v>
                </c:pt>
                <c:pt idx="121">
                  <c:v>53.4</c:v>
                </c:pt>
                <c:pt idx="122">
                  <c:v>53.2</c:v>
                </c:pt>
                <c:pt idx="123">
                  <c:v>53.1</c:v>
                </c:pt>
                <c:pt idx="124">
                  <c:v>52.9</c:v>
                </c:pt>
                <c:pt idx="125">
                  <c:v>52.7</c:v>
                </c:pt>
                <c:pt idx="126">
                  <c:v>52.5</c:v>
                </c:pt>
                <c:pt idx="127">
                  <c:v>52.3</c:v>
                </c:pt>
                <c:pt idx="128">
                  <c:v>52.1</c:v>
                </c:pt>
                <c:pt idx="129">
                  <c:v>51.9</c:v>
                </c:pt>
                <c:pt idx="130">
                  <c:v>51.6</c:v>
                </c:pt>
                <c:pt idx="131">
                  <c:v>51.3</c:v>
                </c:pt>
                <c:pt idx="132">
                  <c:v>51.3</c:v>
                </c:pt>
                <c:pt idx="133">
                  <c:v>55</c:v>
                </c:pt>
                <c:pt idx="134">
                  <c:v>55.1</c:v>
                </c:pt>
                <c:pt idx="135">
                  <c:v>55</c:v>
                </c:pt>
                <c:pt idx="136">
                  <c:v>54.8</c:v>
                </c:pt>
                <c:pt idx="137">
                  <c:v>54.7</c:v>
                </c:pt>
                <c:pt idx="138">
                  <c:v>54.5</c:v>
                </c:pt>
                <c:pt idx="139">
                  <c:v>54.3</c:v>
                </c:pt>
                <c:pt idx="140">
                  <c:v>54.1</c:v>
                </c:pt>
                <c:pt idx="141">
                  <c:v>53.9</c:v>
                </c:pt>
                <c:pt idx="142">
                  <c:v>53.7</c:v>
                </c:pt>
                <c:pt idx="143">
                  <c:v>53.4</c:v>
                </c:pt>
                <c:pt idx="144">
                  <c:v>53.2</c:v>
                </c:pt>
                <c:pt idx="145">
                  <c:v>53</c:v>
                </c:pt>
                <c:pt idx="146">
                  <c:v>52.8</c:v>
                </c:pt>
                <c:pt idx="147">
                  <c:v>52.6</c:v>
                </c:pt>
                <c:pt idx="148">
                  <c:v>52.4</c:v>
                </c:pt>
                <c:pt idx="149">
                  <c:v>52.1</c:v>
                </c:pt>
                <c:pt idx="150">
                  <c:v>51.4</c:v>
                </c:pt>
                <c:pt idx="151">
                  <c:v>50.8</c:v>
                </c:pt>
                <c:pt idx="152">
                  <c:v>52.1</c:v>
                </c:pt>
                <c:pt idx="153">
                  <c:v>55</c:v>
                </c:pt>
                <c:pt idx="154">
                  <c:v>54.8</c:v>
                </c:pt>
                <c:pt idx="155">
                  <c:v>54.6</c:v>
                </c:pt>
                <c:pt idx="156">
                  <c:v>54.5</c:v>
                </c:pt>
                <c:pt idx="157">
                  <c:v>54.3</c:v>
                </c:pt>
                <c:pt idx="158">
                  <c:v>54.1</c:v>
                </c:pt>
                <c:pt idx="159">
                  <c:v>54</c:v>
                </c:pt>
                <c:pt idx="160">
                  <c:v>53.8</c:v>
                </c:pt>
                <c:pt idx="161">
                  <c:v>53.6</c:v>
                </c:pt>
                <c:pt idx="162">
                  <c:v>53.4</c:v>
                </c:pt>
                <c:pt idx="163">
                  <c:v>53.1</c:v>
                </c:pt>
                <c:pt idx="164">
                  <c:v>52.9</c:v>
                </c:pt>
                <c:pt idx="165">
                  <c:v>52.5</c:v>
                </c:pt>
                <c:pt idx="166">
                  <c:v>52.2</c:v>
                </c:pt>
                <c:pt idx="167">
                  <c:v>51.9</c:v>
                </c:pt>
                <c:pt idx="168">
                  <c:v>51.7</c:v>
                </c:pt>
                <c:pt idx="169">
                  <c:v>54.8</c:v>
                </c:pt>
                <c:pt idx="170">
                  <c:v>54.8</c:v>
                </c:pt>
                <c:pt idx="171">
                  <c:v>54.7</c:v>
                </c:pt>
                <c:pt idx="172">
                  <c:v>54.5</c:v>
                </c:pt>
                <c:pt idx="173">
                  <c:v>54.4</c:v>
                </c:pt>
                <c:pt idx="174">
                  <c:v>54.2</c:v>
                </c:pt>
                <c:pt idx="175">
                  <c:v>54</c:v>
                </c:pt>
                <c:pt idx="176">
                  <c:v>53.8</c:v>
                </c:pt>
                <c:pt idx="177">
                  <c:v>53.7</c:v>
                </c:pt>
                <c:pt idx="178">
                  <c:v>55</c:v>
                </c:pt>
                <c:pt idx="179">
                  <c:v>55.4</c:v>
                </c:pt>
                <c:pt idx="180">
                  <c:v>55.3</c:v>
                </c:pt>
                <c:pt idx="181">
                  <c:v>55.1</c:v>
                </c:pt>
                <c:pt idx="182">
                  <c:v>54.9</c:v>
                </c:pt>
                <c:pt idx="183">
                  <c:v>54.8</c:v>
                </c:pt>
                <c:pt idx="184">
                  <c:v>54.6</c:v>
                </c:pt>
                <c:pt idx="185">
                  <c:v>54.5</c:v>
                </c:pt>
                <c:pt idx="186">
                  <c:v>54.3</c:v>
                </c:pt>
                <c:pt idx="187">
                  <c:v>54.2</c:v>
                </c:pt>
                <c:pt idx="188">
                  <c:v>54</c:v>
                </c:pt>
                <c:pt idx="189">
                  <c:v>53.8</c:v>
                </c:pt>
                <c:pt idx="190">
                  <c:v>53.6</c:v>
                </c:pt>
                <c:pt idx="191">
                  <c:v>53.4</c:v>
                </c:pt>
                <c:pt idx="192">
                  <c:v>53.3</c:v>
                </c:pt>
                <c:pt idx="193">
                  <c:v>53.1</c:v>
                </c:pt>
                <c:pt idx="194">
                  <c:v>52.9</c:v>
                </c:pt>
                <c:pt idx="195">
                  <c:v>52.8</c:v>
                </c:pt>
                <c:pt idx="196">
                  <c:v>52.6</c:v>
                </c:pt>
                <c:pt idx="197">
                  <c:v>52.4</c:v>
                </c:pt>
                <c:pt idx="198">
                  <c:v>52.2</c:v>
                </c:pt>
                <c:pt idx="199">
                  <c:v>51.9</c:v>
                </c:pt>
                <c:pt idx="200">
                  <c:v>51.6</c:v>
                </c:pt>
                <c:pt idx="201">
                  <c:v>51.4</c:v>
                </c:pt>
                <c:pt idx="202">
                  <c:v>51.2</c:v>
                </c:pt>
                <c:pt idx="203">
                  <c:v>54.6</c:v>
                </c:pt>
                <c:pt idx="204">
                  <c:v>55</c:v>
                </c:pt>
                <c:pt idx="205">
                  <c:v>55.1</c:v>
                </c:pt>
                <c:pt idx="206">
                  <c:v>55</c:v>
                </c:pt>
                <c:pt idx="207">
                  <c:v>55</c:v>
                </c:pt>
                <c:pt idx="208">
                  <c:v>54.9</c:v>
                </c:pt>
                <c:pt idx="209">
                  <c:v>54.7</c:v>
                </c:pt>
                <c:pt idx="210">
                  <c:v>54.6</c:v>
                </c:pt>
                <c:pt idx="211">
                  <c:v>54.4</c:v>
                </c:pt>
                <c:pt idx="212">
                  <c:v>54.2</c:v>
                </c:pt>
                <c:pt idx="213">
                  <c:v>54.1</c:v>
                </c:pt>
                <c:pt idx="214">
                  <c:v>53.9</c:v>
                </c:pt>
                <c:pt idx="215">
                  <c:v>53.7</c:v>
                </c:pt>
                <c:pt idx="216">
                  <c:v>53.5</c:v>
                </c:pt>
                <c:pt idx="217">
                  <c:v>53.4</c:v>
                </c:pt>
                <c:pt idx="218">
                  <c:v>53.2</c:v>
                </c:pt>
                <c:pt idx="219">
                  <c:v>53</c:v>
                </c:pt>
                <c:pt idx="220">
                  <c:v>52.9</c:v>
                </c:pt>
                <c:pt idx="221">
                  <c:v>52.7</c:v>
                </c:pt>
                <c:pt idx="222">
                  <c:v>52.4</c:v>
                </c:pt>
                <c:pt idx="223">
                  <c:v>52.2</c:v>
                </c:pt>
                <c:pt idx="224">
                  <c:v>52</c:v>
                </c:pt>
                <c:pt idx="225">
                  <c:v>51.7</c:v>
                </c:pt>
                <c:pt idx="226">
                  <c:v>51.7</c:v>
                </c:pt>
                <c:pt idx="227">
                  <c:v>54.8</c:v>
                </c:pt>
                <c:pt idx="228">
                  <c:v>54.9</c:v>
                </c:pt>
                <c:pt idx="229">
                  <c:v>55.3</c:v>
                </c:pt>
                <c:pt idx="230">
                  <c:v>55.1</c:v>
                </c:pt>
                <c:pt idx="231">
                  <c:v>54.9</c:v>
                </c:pt>
                <c:pt idx="232">
                  <c:v>54.8</c:v>
                </c:pt>
                <c:pt idx="233">
                  <c:v>54.6</c:v>
                </c:pt>
                <c:pt idx="234">
                  <c:v>54.5</c:v>
                </c:pt>
                <c:pt idx="235">
                  <c:v>54.3</c:v>
                </c:pt>
                <c:pt idx="236">
                  <c:v>54.2</c:v>
                </c:pt>
                <c:pt idx="237">
                  <c:v>54</c:v>
                </c:pt>
                <c:pt idx="238">
                  <c:v>53.8</c:v>
                </c:pt>
                <c:pt idx="239">
                  <c:v>53.6</c:v>
                </c:pt>
              </c:numCache>
            </c:numRef>
          </c:val>
          <c:smooth val="0"/>
          <c:extLst>
            <c:ext xmlns:c16="http://schemas.microsoft.com/office/drawing/2014/chart" uri="{C3380CC4-5D6E-409C-BE32-E72D297353CC}">
              <c16:uniqueId val="{00000001-D163-4FEB-A72F-19FBCE1115B7}"/>
            </c:ext>
          </c:extLst>
        </c:ser>
        <c:dLbls>
          <c:showLegendKey val="0"/>
          <c:showVal val="0"/>
          <c:showCatName val="0"/>
          <c:showSerName val="0"/>
          <c:showPercent val="0"/>
          <c:showBubbleSize val="0"/>
        </c:dLbls>
        <c:marker val="1"/>
        <c:smooth val="0"/>
        <c:axId val="1175436192"/>
        <c:axId val="1175433312"/>
      </c:lineChart>
      <c:lineChart>
        <c:grouping val="standard"/>
        <c:varyColors val="0"/>
        <c:ser>
          <c:idx val="0"/>
          <c:order val="0"/>
          <c:tx>
            <c:strRef>
              <c:f>Sheet1!$B$1</c:f>
              <c:strCache>
                <c:ptCount val="1"/>
                <c:pt idx="0">
                  <c:v>Relative Prices</c:v>
                </c:pt>
              </c:strCache>
            </c:strRef>
          </c:tx>
          <c:spPr>
            <a:ln w="28575" cap="rnd">
              <a:solidFill>
                <a:srgbClr val="0029ED"/>
              </a:solidFill>
              <a:round/>
            </a:ln>
            <a:effectLst/>
          </c:spPr>
          <c:marker>
            <c:symbol val="none"/>
          </c:marker>
          <c:cat>
            <c:strRef>
              <c:f>Sheet1!$A$2:$A$241</c:f>
              <c:strCache>
                <c:ptCount val="240"/>
                <c:pt idx="0">
                  <c:v>01.01. 00:00</c:v>
                </c:pt>
                <c:pt idx="1">
                  <c:v>01.01. 01:00</c:v>
                </c:pt>
                <c:pt idx="2">
                  <c:v>01.01. 02:00</c:v>
                </c:pt>
                <c:pt idx="3">
                  <c:v>01.01. 03:00</c:v>
                </c:pt>
                <c:pt idx="4">
                  <c:v>01.01. 04:00</c:v>
                </c:pt>
                <c:pt idx="5">
                  <c:v>01.01. 05:00</c:v>
                </c:pt>
                <c:pt idx="6">
                  <c:v>01.01. 06:00</c:v>
                </c:pt>
                <c:pt idx="7">
                  <c:v>01.01. 07:00</c:v>
                </c:pt>
                <c:pt idx="8">
                  <c:v>01.01. 08:00</c:v>
                </c:pt>
                <c:pt idx="9">
                  <c:v>01.01. 09:00</c:v>
                </c:pt>
                <c:pt idx="10">
                  <c:v>01.01. 10:00</c:v>
                </c:pt>
                <c:pt idx="11">
                  <c:v>01.01. 11:00</c:v>
                </c:pt>
                <c:pt idx="12">
                  <c:v>01.01. 12:00</c:v>
                </c:pt>
                <c:pt idx="13">
                  <c:v>01.01. 13:00</c:v>
                </c:pt>
                <c:pt idx="14">
                  <c:v>01.01. 14:00</c:v>
                </c:pt>
                <c:pt idx="15">
                  <c:v>01.01. 15:00</c:v>
                </c:pt>
                <c:pt idx="16">
                  <c:v>01.01. 16:00</c:v>
                </c:pt>
                <c:pt idx="17">
                  <c:v>01.01. 17:00</c:v>
                </c:pt>
                <c:pt idx="18">
                  <c:v>01.01. 18:00</c:v>
                </c:pt>
                <c:pt idx="19">
                  <c:v>01.01. 19:00</c:v>
                </c:pt>
                <c:pt idx="20">
                  <c:v>01.01. 20:00</c:v>
                </c:pt>
                <c:pt idx="21">
                  <c:v>01.01. 21:00</c:v>
                </c:pt>
                <c:pt idx="22">
                  <c:v>01.01. 22:00</c:v>
                </c:pt>
                <c:pt idx="23">
                  <c:v>01.01. 23:00</c:v>
                </c:pt>
                <c:pt idx="24">
                  <c:v>02.01. 00:00</c:v>
                </c:pt>
                <c:pt idx="25">
                  <c:v>02.01. 01:00</c:v>
                </c:pt>
                <c:pt idx="26">
                  <c:v>02.01. 02:00</c:v>
                </c:pt>
                <c:pt idx="27">
                  <c:v>02.01. 03:00</c:v>
                </c:pt>
                <c:pt idx="28">
                  <c:v>02.01. 04:00</c:v>
                </c:pt>
                <c:pt idx="29">
                  <c:v>02.01. 05:00</c:v>
                </c:pt>
                <c:pt idx="30">
                  <c:v>02.01. 06:00</c:v>
                </c:pt>
                <c:pt idx="31">
                  <c:v>02.01. 07:00</c:v>
                </c:pt>
                <c:pt idx="32">
                  <c:v>02.01. 08:00</c:v>
                </c:pt>
                <c:pt idx="33">
                  <c:v>02.01. 09:00</c:v>
                </c:pt>
                <c:pt idx="34">
                  <c:v>02.01. 10:00</c:v>
                </c:pt>
                <c:pt idx="35">
                  <c:v>02.01. 11:00</c:v>
                </c:pt>
                <c:pt idx="36">
                  <c:v>02.01. 12:00</c:v>
                </c:pt>
                <c:pt idx="37">
                  <c:v>02.01. 13:00</c:v>
                </c:pt>
                <c:pt idx="38">
                  <c:v>02.01. 14:00</c:v>
                </c:pt>
                <c:pt idx="39">
                  <c:v>02.01. 15:00</c:v>
                </c:pt>
                <c:pt idx="40">
                  <c:v>02.01. 16:00</c:v>
                </c:pt>
                <c:pt idx="41">
                  <c:v>02.01. 17:00</c:v>
                </c:pt>
                <c:pt idx="42">
                  <c:v>02.01. 18:00</c:v>
                </c:pt>
                <c:pt idx="43">
                  <c:v>02.01. 19:00</c:v>
                </c:pt>
                <c:pt idx="44">
                  <c:v>02.01. 20:00</c:v>
                </c:pt>
                <c:pt idx="45">
                  <c:v>02.01. 21:00</c:v>
                </c:pt>
                <c:pt idx="46">
                  <c:v>02.01. 22:00</c:v>
                </c:pt>
                <c:pt idx="47">
                  <c:v>02.01. 23:00</c:v>
                </c:pt>
                <c:pt idx="48">
                  <c:v>03.01. 00:00</c:v>
                </c:pt>
                <c:pt idx="49">
                  <c:v>03.01. 01:00</c:v>
                </c:pt>
                <c:pt idx="50">
                  <c:v>03.01. 02:00</c:v>
                </c:pt>
                <c:pt idx="51">
                  <c:v>03.01. 03:00</c:v>
                </c:pt>
                <c:pt idx="52">
                  <c:v>03.01. 04:00</c:v>
                </c:pt>
                <c:pt idx="53">
                  <c:v>03.01. 05:00</c:v>
                </c:pt>
                <c:pt idx="54">
                  <c:v>03.01. 06:00</c:v>
                </c:pt>
                <c:pt idx="55">
                  <c:v>03.01. 07:00</c:v>
                </c:pt>
                <c:pt idx="56">
                  <c:v>03.01. 08:00</c:v>
                </c:pt>
                <c:pt idx="57">
                  <c:v>03.01. 09:00</c:v>
                </c:pt>
                <c:pt idx="58">
                  <c:v>03.01. 10:00</c:v>
                </c:pt>
                <c:pt idx="59">
                  <c:v>03.01. 11:00</c:v>
                </c:pt>
                <c:pt idx="60">
                  <c:v>03.01. 12:00</c:v>
                </c:pt>
                <c:pt idx="61">
                  <c:v>03.01. 13:00</c:v>
                </c:pt>
                <c:pt idx="62">
                  <c:v>03.01. 14:00</c:v>
                </c:pt>
                <c:pt idx="63">
                  <c:v>03.01. 15:00</c:v>
                </c:pt>
                <c:pt idx="64">
                  <c:v>03.01. 16:00</c:v>
                </c:pt>
                <c:pt idx="65">
                  <c:v>03.01. 17:00</c:v>
                </c:pt>
                <c:pt idx="66">
                  <c:v>03.01. 18:00</c:v>
                </c:pt>
                <c:pt idx="67">
                  <c:v>03.01. 19:00</c:v>
                </c:pt>
                <c:pt idx="68">
                  <c:v>03.01. 20:00</c:v>
                </c:pt>
                <c:pt idx="69">
                  <c:v>03.01. 21:00</c:v>
                </c:pt>
                <c:pt idx="70">
                  <c:v>03.01. 22:00</c:v>
                </c:pt>
                <c:pt idx="71">
                  <c:v>03.01. 23:00</c:v>
                </c:pt>
                <c:pt idx="72">
                  <c:v>04.01. 00:00</c:v>
                </c:pt>
                <c:pt idx="73">
                  <c:v>04.01. 01:00</c:v>
                </c:pt>
                <c:pt idx="74">
                  <c:v>04.01. 02:00</c:v>
                </c:pt>
                <c:pt idx="75">
                  <c:v>04.01. 03:00</c:v>
                </c:pt>
                <c:pt idx="76">
                  <c:v>04.01. 04:00</c:v>
                </c:pt>
                <c:pt idx="77">
                  <c:v>04.01. 05:00</c:v>
                </c:pt>
                <c:pt idx="78">
                  <c:v>04.01. 06:00</c:v>
                </c:pt>
                <c:pt idx="79">
                  <c:v>04.01. 07:00</c:v>
                </c:pt>
                <c:pt idx="80">
                  <c:v>04.01. 08:00</c:v>
                </c:pt>
                <c:pt idx="81">
                  <c:v>04.01. 09:00</c:v>
                </c:pt>
                <c:pt idx="82">
                  <c:v>04.01. 10:00</c:v>
                </c:pt>
                <c:pt idx="83">
                  <c:v>04.01. 11:00</c:v>
                </c:pt>
                <c:pt idx="84">
                  <c:v>04.01. 12:00</c:v>
                </c:pt>
                <c:pt idx="85">
                  <c:v>04.01. 13:00</c:v>
                </c:pt>
                <c:pt idx="86">
                  <c:v>04.01. 14:00</c:v>
                </c:pt>
                <c:pt idx="87">
                  <c:v>04.01. 15:00</c:v>
                </c:pt>
                <c:pt idx="88">
                  <c:v>04.01. 16:00</c:v>
                </c:pt>
                <c:pt idx="89">
                  <c:v>04.01. 17:00</c:v>
                </c:pt>
                <c:pt idx="90">
                  <c:v>04.01. 18:00</c:v>
                </c:pt>
                <c:pt idx="91">
                  <c:v>04.01. 19:00</c:v>
                </c:pt>
                <c:pt idx="92">
                  <c:v>04.01. 20:00</c:v>
                </c:pt>
                <c:pt idx="93">
                  <c:v>04.01. 21:00</c:v>
                </c:pt>
                <c:pt idx="94">
                  <c:v>04.01. 22:00</c:v>
                </c:pt>
                <c:pt idx="95">
                  <c:v>04.01. 23:00</c:v>
                </c:pt>
                <c:pt idx="96">
                  <c:v>05.01. 00:00</c:v>
                </c:pt>
                <c:pt idx="97">
                  <c:v>05.01. 01:00</c:v>
                </c:pt>
                <c:pt idx="98">
                  <c:v>05.01. 02:00</c:v>
                </c:pt>
                <c:pt idx="99">
                  <c:v>05.01. 03:00</c:v>
                </c:pt>
                <c:pt idx="100">
                  <c:v>05.01. 04:00</c:v>
                </c:pt>
                <c:pt idx="101">
                  <c:v>05.01. 05:00</c:v>
                </c:pt>
                <c:pt idx="102">
                  <c:v>05.01. 06:00</c:v>
                </c:pt>
                <c:pt idx="103">
                  <c:v>05.01. 07:00</c:v>
                </c:pt>
                <c:pt idx="104">
                  <c:v>05.01. 08:00</c:v>
                </c:pt>
                <c:pt idx="105">
                  <c:v>05.01. 09:00</c:v>
                </c:pt>
                <c:pt idx="106">
                  <c:v>05.01. 10:00</c:v>
                </c:pt>
                <c:pt idx="107">
                  <c:v>05.01. 11:00</c:v>
                </c:pt>
                <c:pt idx="108">
                  <c:v>05.01. 12:00</c:v>
                </c:pt>
                <c:pt idx="109">
                  <c:v>05.01. 13:00</c:v>
                </c:pt>
                <c:pt idx="110">
                  <c:v>05.01. 14:00</c:v>
                </c:pt>
                <c:pt idx="111">
                  <c:v>05.01. 15:00</c:v>
                </c:pt>
                <c:pt idx="112">
                  <c:v>05.01. 16:00</c:v>
                </c:pt>
                <c:pt idx="113">
                  <c:v>05.01. 17:00</c:v>
                </c:pt>
                <c:pt idx="114">
                  <c:v>05.01. 18:00</c:v>
                </c:pt>
                <c:pt idx="115">
                  <c:v>05.01. 19:00</c:v>
                </c:pt>
                <c:pt idx="116">
                  <c:v>05.01. 20:00</c:v>
                </c:pt>
                <c:pt idx="117">
                  <c:v>05.01. 21:00</c:v>
                </c:pt>
                <c:pt idx="118">
                  <c:v>05.01. 22:00</c:v>
                </c:pt>
                <c:pt idx="119">
                  <c:v>05.01. 23:00</c:v>
                </c:pt>
                <c:pt idx="120">
                  <c:v>06.01. 00:00</c:v>
                </c:pt>
                <c:pt idx="121">
                  <c:v>06.01. 01:00</c:v>
                </c:pt>
                <c:pt idx="122">
                  <c:v>06.01. 02:00</c:v>
                </c:pt>
                <c:pt idx="123">
                  <c:v>06.01. 03:00</c:v>
                </c:pt>
                <c:pt idx="124">
                  <c:v>06.01. 04:00</c:v>
                </c:pt>
                <c:pt idx="125">
                  <c:v>06.01. 05:00</c:v>
                </c:pt>
                <c:pt idx="126">
                  <c:v>06.01. 06:00</c:v>
                </c:pt>
                <c:pt idx="127">
                  <c:v>06.01. 07:00</c:v>
                </c:pt>
                <c:pt idx="128">
                  <c:v>06.01. 08:00</c:v>
                </c:pt>
                <c:pt idx="129">
                  <c:v>06.01. 09:00</c:v>
                </c:pt>
                <c:pt idx="130">
                  <c:v>06.01. 10:00</c:v>
                </c:pt>
                <c:pt idx="131">
                  <c:v>06.01. 11:00</c:v>
                </c:pt>
                <c:pt idx="132">
                  <c:v>06.01. 12:00</c:v>
                </c:pt>
                <c:pt idx="133">
                  <c:v>06.01. 13:00</c:v>
                </c:pt>
                <c:pt idx="134">
                  <c:v>06.01. 14:00</c:v>
                </c:pt>
                <c:pt idx="135">
                  <c:v>06.01. 15:00</c:v>
                </c:pt>
                <c:pt idx="136">
                  <c:v>06.01. 16:00</c:v>
                </c:pt>
                <c:pt idx="137">
                  <c:v>06.01. 17:00</c:v>
                </c:pt>
                <c:pt idx="138">
                  <c:v>06.01. 18:00</c:v>
                </c:pt>
                <c:pt idx="139">
                  <c:v>06.01. 19:00</c:v>
                </c:pt>
                <c:pt idx="140">
                  <c:v>06.01. 20:00</c:v>
                </c:pt>
                <c:pt idx="141">
                  <c:v>06.01. 21:00</c:v>
                </c:pt>
                <c:pt idx="142">
                  <c:v>06.01. 22:00</c:v>
                </c:pt>
                <c:pt idx="143">
                  <c:v>06.01. 23:00</c:v>
                </c:pt>
                <c:pt idx="144">
                  <c:v>07.01. 00:00</c:v>
                </c:pt>
                <c:pt idx="145">
                  <c:v>07.01. 01:00</c:v>
                </c:pt>
                <c:pt idx="146">
                  <c:v>07.01. 02:00</c:v>
                </c:pt>
                <c:pt idx="147">
                  <c:v>07.01. 03:00</c:v>
                </c:pt>
                <c:pt idx="148">
                  <c:v>07.01. 04:00</c:v>
                </c:pt>
                <c:pt idx="149">
                  <c:v>07.01. 05:00</c:v>
                </c:pt>
                <c:pt idx="150">
                  <c:v>07.01. 06:00</c:v>
                </c:pt>
                <c:pt idx="151">
                  <c:v>07.01. 07:00</c:v>
                </c:pt>
                <c:pt idx="152">
                  <c:v>07.01. 08:00</c:v>
                </c:pt>
                <c:pt idx="153">
                  <c:v>07.01. 09:00</c:v>
                </c:pt>
                <c:pt idx="154">
                  <c:v>07.01. 10:00</c:v>
                </c:pt>
                <c:pt idx="155">
                  <c:v>07.01. 11:00</c:v>
                </c:pt>
                <c:pt idx="156">
                  <c:v>07.01. 12:00</c:v>
                </c:pt>
                <c:pt idx="157">
                  <c:v>07.01. 13:00</c:v>
                </c:pt>
                <c:pt idx="158">
                  <c:v>07.01. 14:00</c:v>
                </c:pt>
                <c:pt idx="159">
                  <c:v>07.01. 15:00</c:v>
                </c:pt>
                <c:pt idx="160">
                  <c:v>07.01. 16:00</c:v>
                </c:pt>
                <c:pt idx="161">
                  <c:v>07.01. 17:00</c:v>
                </c:pt>
                <c:pt idx="162">
                  <c:v>07.01. 18:00</c:v>
                </c:pt>
                <c:pt idx="163">
                  <c:v>07.01. 19:00</c:v>
                </c:pt>
                <c:pt idx="164">
                  <c:v>07.01. 20:00</c:v>
                </c:pt>
                <c:pt idx="165">
                  <c:v>07.01. 21:00</c:v>
                </c:pt>
                <c:pt idx="166">
                  <c:v>07.01. 22:00</c:v>
                </c:pt>
                <c:pt idx="167">
                  <c:v>07.01. 23:00</c:v>
                </c:pt>
                <c:pt idx="168">
                  <c:v>08.01. 00:00</c:v>
                </c:pt>
                <c:pt idx="169">
                  <c:v>08.01. 01:00</c:v>
                </c:pt>
                <c:pt idx="170">
                  <c:v>08.01. 02:00</c:v>
                </c:pt>
                <c:pt idx="171">
                  <c:v>08.01. 03:00</c:v>
                </c:pt>
                <c:pt idx="172">
                  <c:v>08.01. 04:00</c:v>
                </c:pt>
                <c:pt idx="173">
                  <c:v>08.01. 05:00</c:v>
                </c:pt>
                <c:pt idx="174">
                  <c:v>08.01. 06:00</c:v>
                </c:pt>
                <c:pt idx="175">
                  <c:v>08.01. 07:00</c:v>
                </c:pt>
                <c:pt idx="176">
                  <c:v>08.01. 08:00</c:v>
                </c:pt>
                <c:pt idx="177">
                  <c:v>08.01. 09:00</c:v>
                </c:pt>
                <c:pt idx="178">
                  <c:v>08.01. 10:00</c:v>
                </c:pt>
                <c:pt idx="179">
                  <c:v>08.01. 11:00</c:v>
                </c:pt>
                <c:pt idx="180">
                  <c:v>08.01. 12:00</c:v>
                </c:pt>
                <c:pt idx="181">
                  <c:v>08.01. 13:00</c:v>
                </c:pt>
                <c:pt idx="182">
                  <c:v>08.01. 14:00</c:v>
                </c:pt>
                <c:pt idx="183">
                  <c:v>08.01. 15:00</c:v>
                </c:pt>
                <c:pt idx="184">
                  <c:v>08.01. 16:00</c:v>
                </c:pt>
                <c:pt idx="185">
                  <c:v>08.01. 17:00</c:v>
                </c:pt>
                <c:pt idx="186">
                  <c:v>08.01. 18:00</c:v>
                </c:pt>
                <c:pt idx="187">
                  <c:v>08.01. 19:00</c:v>
                </c:pt>
                <c:pt idx="188">
                  <c:v>08.01. 20:00</c:v>
                </c:pt>
                <c:pt idx="189">
                  <c:v>08.01. 21:00</c:v>
                </c:pt>
                <c:pt idx="190">
                  <c:v>08.01. 22:00</c:v>
                </c:pt>
                <c:pt idx="191">
                  <c:v>08.01. 23:00</c:v>
                </c:pt>
                <c:pt idx="192">
                  <c:v>09.01. 00:00</c:v>
                </c:pt>
                <c:pt idx="193">
                  <c:v>09.01. 01:00</c:v>
                </c:pt>
                <c:pt idx="194">
                  <c:v>09.01. 02:00</c:v>
                </c:pt>
                <c:pt idx="195">
                  <c:v>09.01. 03:00</c:v>
                </c:pt>
                <c:pt idx="196">
                  <c:v>09.01. 04:00</c:v>
                </c:pt>
                <c:pt idx="197">
                  <c:v>09.01. 05:00</c:v>
                </c:pt>
                <c:pt idx="198">
                  <c:v>09.01. 06:00</c:v>
                </c:pt>
                <c:pt idx="199">
                  <c:v>09.01. 07:00</c:v>
                </c:pt>
                <c:pt idx="200">
                  <c:v>09.01. 08:00</c:v>
                </c:pt>
                <c:pt idx="201">
                  <c:v>09.01. 09:00</c:v>
                </c:pt>
                <c:pt idx="202">
                  <c:v>09.01. 10:00</c:v>
                </c:pt>
                <c:pt idx="203">
                  <c:v>09.01. 11:00</c:v>
                </c:pt>
                <c:pt idx="204">
                  <c:v>09.01. 12:00</c:v>
                </c:pt>
                <c:pt idx="205">
                  <c:v>09.01. 13:00</c:v>
                </c:pt>
                <c:pt idx="206">
                  <c:v>09.01. 14:00</c:v>
                </c:pt>
                <c:pt idx="207">
                  <c:v>09.01. 15:00</c:v>
                </c:pt>
                <c:pt idx="208">
                  <c:v>09.01. 16:00</c:v>
                </c:pt>
                <c:pt idx="209">
                  <c:v>09.01. 17:00</c:v>
                </c:pt>
                <c:pt idx="210">
                  <c:v>09.01. 18:00</c:v>
                </c:pt>
                <c:pt idx="211">
                  <c:v>09.01. 19:00</c:v>
                </c:pt>
                <c:pt idx="212">
                  <c:v>09.01. 20:00</c:v>
                </c:pt>
                <c:pt idx="213">
                  <c:v>09.01. 21:00</c:v>
                </c:pt>
                <c:pt idx="214">
                  <c:v>09.01. 22:00</c:v>
                </c:pt>
                <c:pt idx="215">
                  <c:v>09.01. 23:00</c:v>
                </c:pt>
                <c:pt idx="216">
                  <c:v>10.01. 00:00</c:v>
                </c:pt>
                <c:pt idx="217">
                  <c:v>10.01. 01:00</c:v>
                </c:pt>
                <c:pt idx="218">
                  <c:v>10.01. 02:00</c:v>
                </c:pt>
                <c:pt idx="219">
                  <c:v>10.01. 03:00</c:v>
                </c:pt>
                <c:pt idx="220">
                  <c:v>10.01. 04:00</c:v>
                </c:pt>
                <c:pt idx="221">
                  <c:v>10.01. 05:00</c:v>
                </c:pt>
                <c:pt idx="222">
                  <c:v>10.01. 06:00</c:v>
                </c:pt>
                <c:pt idx="223">
                  <c:v>10.01. 07:00</c:v>
                </c:pt>
                <c:pt idx="224">
                  <c:v>10.01. 08:00</c:v>
                </c:pt>
                <c:pt idx="225">
                  <c:v>10.01. 09:00</c:v>
                </c:pt>
                <c:pt idx="226">
                  <c:v>10.01. 10:00</c:v>
                </c:pt>
                <c:pt idx="227">
                  <c:v>10.01. 11:00</c:v>
                </c:pt>
                <c:pt idx="228">
                  <c:v>10.01. 12:00</c:v>
                </c:pt>
                <c:pt idx="229">
                  <c:v>10.01. 13:00</c:v>
                </c:pt>
                <c:pt idx="230">
                  <c:v>10.01. 14:00</c:v>
                </c:pt>
                <c:pt idx="231">
                  <c:v>10.01. 15:00</c:v>
                </c:pt>
                <c:pt idx="232">
                  <c:v>10.01. 16:00</c:v>
                </c:pt>
                <c:pt idx="233">
                  <c:v>10.01. 17:00</c:v>
                </c:pt>
                <c:pt idx="234">
                  <c:v>10.01. 18:00</c:v>
                </c:pt>
                <c:pt idx="235">
                  <c:v>10.01. 19:00</c:v>
                </c:pt>
                <c:pt idx="236">
                  <c:v>10.01. 20:00</c:v>
                </c:pt>
                <c:pt idx="237">
                  <c:v>10.01. 21:00</c:v>
                </c:pt>
                <c:pt idx="238">
                  <c:v>10.01. 22:00</c:v>
                </c:pt>
                <c:pt idx="239">
                  <c:v>10.01. 23:00</c:v>
                </c:pt>
              </c:strCache>
            </c:strRef>
          </c:cat>
          <c:val>
            <c:numRef>
              <c:f>Sheet1!$B$2:$B$241</c:f>
              <c:numCache>
                <c:formatCode>General</c:formatCode>
                <c:ptCount val="240"/>
                <c:pt idx="0">
                  <c:v>0.2</c:v>
                </c:pt>
                <c:pt idx="1">
                  <c:v>0.2</c:v>
                </c:pt>
                <c:pt idx="2">
                  <c:v>0.1</c:v>
                </c:pt>
                <c:pt idx="3">
                  <c:v>0.1</c:v>
                </c:pt>
                <c:pt idx="4">
                  <c:v>0.1</c:v>
                </c:pt>
                <c:pt idx="5">
                  <c:v>0</c:v>
                </c:pt>
                <c:pt idx="6">
                  <c:v>0</c:v>
                </c:pt>
                <c:pt idx="7">
                  <c:v>0</c:v>
                </c:pt>
                <c:pt idx="8">
                  <c:v>0</c:v>
                </c:pt>
                <c:pt idx="9">
                  <c:v>5.0000000000000001E-3</c:v>
                </c:pt>
                <c:pt idx="10">
                  <c:v>0.3</c:v>
                </c:pt>
                <c:pt idx="11">
                  <c:v>0.3</c:v>
                </c:pt>
                <c:pt idx="12">
                  <c:v>0.3</c:v>
                </c:pt>
                <c:pt idx="13">
                  <c:v>0.3</c:v>
                </c:pt>
                <c:pt idx="14">
                  <c:v>0.3</c:v>
                </c:pt>
                <c:pt idx="15">
                  <c:v>0.4</c:v>
                </c:pt>
                <c:pt idx="16">
                  <c:v>0.6</c:v>
                </c:pt>
                <c:pt idx="17">
                  <c:v>0.7</c:v>
                </c:pt>
                <c:pt idx="18">
                  <c:v>0.6</c:v>
                </c:pt>
                <c:pt idx="19">
                  <c:v>0.5</c:v>
                </c:pt>
                <c:pt idx="20">
                  <c:v>0.3</c:v>
                </c:pt>
                <c:pt idx="21">
                  <c:v>0.2</c:v>
                </c:pt>
                <c:pt idx="22">
                  <c:v>0.3</c:v>
                </c:pt>
                <c:pt idx="23">
                  <c:v>0.1</c:v>
                </c:pt>
                <c:pt idx="24">
                  <c:v>0.1</c:v>
                </c:pt>
                <c:pt idx="25">
                  <c:v>0.03</c:v>
                </c:pt>
                <c:pt idx="26">
                  <c:v>0</c:v>
                </c:pt>
                <c:pt idx="27">
                  <c:v>0</c:v>
                </c:pt>
                <c:pt idx="28">
                  <c:v>0.01</c:v>
                </c:pt>
                <c:pt idx="29">
                  <c:v>0.1</c:v>
                </c:pt>
                <c:pt idx="30">
                  <c:v>0.3</c:v>
                </c:pt>
                <c:pt idx="31">
                  <c:v>0.5</c:v>
                </c:pt>
                <c:pt idx="32">
                  <c:v>0.7</c:v>
                </c:pt>
                <c:pt idx="33">
                  <c:v>0.7</c:v>
                </c:pt>
                <c:pt idx="34">
                  <c:v>0.7</c:v>
                </c:pt>
                <c:pt idx="35">
                  <c:v>0.8</c:v>
                </c:pt>
                <c:pt idx="36">
                  <c:v>0.9</c:v>
                </c:pt>
                <c:pt idx="37">
                  <c:v>0.9</c:v>
                </c:pt>
                <c:pt idx="38">
                  <c:v>1</c:v>
                </c:pt>
                <c:pt idx="39">
                  <c:v>1</c:v>
                </c:pt>
                <c:pt idx="40">
                  <c:v>1</c:v>
                </c:pt>
                <c:pt idx="41">
                  <c:v>1</c:v>
                </c:pt>
                <c:pt idx="42">
                  <c:v>0.8</c:v>
                </c:pt>
                <c:pt idx="43">
                  <c:v>0.6</c:v>
                </c:pt>
                <c:pt idx="44">
                  <c:v>0.4</c:v>
                </c:pt>
                <c:pt idx="45">
                  <c:v>0.3</c:v>
                </c:pt>
                <c:pt idx="46">
                  <c:v>0.1</c:v>
                </c:pt>
                <c:pt idx="47">
                  <c:v>0.05</c:v>
                </c:pt>
                <c:pt idx="48">
                  <c:v>0.1</c:v>
                </c:pt>
                <c:pt idx="49">
                  <c:v>0.1</c:v>
                </c:pt>
                <c:pt idx="50">
                  <c:v>0.03</c:v>
                </c:pt>
                <c:pt idx="51">
                  <c:v>0</c:v>
                </c:pt>
                <c:pt idx="52">
                  <c:v>0</c:v>
                </c:pt>
                <c:pt idx="53">
                  <c:v>0</c:v>
                </c:pt>
                <c:pt idx="54">
                  <c:v>0</c:v>
                </c:pt>
                <c:pt idx="55">
                  <c:v>0</c:v>
                </c:pt>
                <c:pt idx="56">
                  <c:v>0.3</c:v>
                </c:pt>
                <c:pt idx="57">
                  <c:v>0.3</c:v>
                </c:pt>
                <c:pt idx="58">
                  <c:v>0.2</c:v>
                </c:pt>
                <c:pt idx="59">
                  <c:v>0.2</c:v>
                </c:pt>
                <c:pt idx="60">
                  <c:v>0.2</c:v>
                </c:pt>
                <c:pt idx="61">
                  <c:v>0.1</c:v>
                </c:pt>
                <c:pt idx="62">
                  <c:v>0.3</c:v>
                </c:pt>
                <c:pt idx="63">
                  <c:v>0.4</c:v>
                </c:pt>
                <c:pt idx="64">
                  <c:v>0.4</c:v>
                </c:pt>
                <c:pt idx="65">
                  <c:v>0.6</c:v>
                </c:pt>
                <c:pt idx="66">
                  <c:v>0.4</c:v>
                </c:pt>
                <c:pt idx="67">
                  <c:v>0.3</c:v>
                </c:pt>
                <c:pt idx="68">
                  <c:v>0.2</c:v>
                </c:pt>
                <c:pt idx="69">
                  <c:v>0.2</c:v>
                </c:pt>
                <c:pt idx="70">
                  <c:v>0.1</c:v>
                </c:pt>
                <c:pt idx="71">
                  <c:v>0.1</c:v>
                </c:pt>
                <c:pt idx="72">
                  <c:v>0.1</c:v>
                </c:pt>
                <c:pt idx="73">
                  <c:v>0</c:v>
                </c:pt>
                <c:pt idx="74">
                  <c:v>0</c:v>
                </c:pt>
                <c:pt idx="75">
                  <c:v>0</c:v>
                </c:pt>
                <c:pt idx="76">
                  <c:v>0</c:v>
                </c:pt>
                <c:pt idx="77">
                  <c:v>0</c:v>
                </c:pt>
                <c:pt idx="78">
                  <c:v>0</c:v>
                </c:pt>
                <c:pt idx="79">
                  <c:v>0.1</c:v>
                </c:pt>
                <c:pt idx="80">
                  <c:v>0.1</c:v>
                </c:pt>
                <c:pt idx="81">
                  <c:v>0.1</c:v>
                </c:pt>
                <c:pt idx="82">
                  <c:v>0.1</c:v>
                </c:pt>
                <c:pt idx="83">
                  <c:v>0.05</c:v>
                </c:pt>
                <c:pt idx="84">
                  <c:v>0.03</c:v>
                </c:pt>
                <c:pt idx="85">
                  <c:v>0.03</c:v>
                </c:pt>
                <c:pt idx="86">
                  <c:v>0.1</c:v>
                </c:pt>
                <c:pt idx="87">
                  <c:v>0.1</c:v>
                </c:pt>
                <c:pt idx="88">
                  <c:v>0.1</c:v>
                </c:pt>
                <c:pt idx="89">
                  <c:v>0.1</c:v>
                </c:pt>
                <c:pt idx="90">
                  <c:v>0.1</c:v>
                </c:pt>
                <c:pt idx="91">
                  <c:v>0.1</c:v>
                </c:pt>
                <c:pt idx="92">
                  <c:v>0.1</c:v>
                </c:pt>
                <c:pt idx="93">
                  <c:v>0.05</c:v>
                </c:pt>
                <c:pt idx="94">
                  <c:v>0.03</c:v>
                </c:pt>
                <c:pt idx="95">
                  <c:v>0.02</c:v>
                </c:pt>
                <c:pt idx="96">
                  <c:v>0.02</c:v>
                </c:pt>
                <c:pt idx="97">
                  <c:v>0.01</c:v>
                </c:pt>
                <c:pt idx="98">
                  <c:v>0</c:v>
                </c:pt>
                <c:pt idx="99">
                  <c:v>0</c:v>
                </c:pt>
                <c:pt idx="100">
                  <c:v>1E-3</c:v>
                </c:pt>
                <c:pt idx="101">
                  <c:v>0.01</c:v>
                </c:pt>
                <c:pt idx="102">
                  <c:v>0.1</c:v>
                </c:pt>
                <c:pt idx="103">
                  <c:v>0.2</c:v>
                </c:pt>
                <c:pt idx="104">
                  <c:v>0.5</c:v>
                </c:pt>
                <c:pt idx="105">
                  <c:v>0.4</c:v>
                </c:pt>
                <c:pt idx="106">
                  <c:v>0.4</c:v>
                </c:pt>
                <c:pt idx="107">
                  <c:v>0.3</c:v>
                </c:pt>
                <c:pt idx="108">
                  <c:v>0.3</c:v>
                </c:pt>
                <c:pt idx="109">
                  <c:v>0.3</c:v>
                </c:pt>
                <c:pt idx="110">
                  <c:v>0.3</c:v>
                </c:pt>
                <c:pt idx="111">
                  <c:v>0.5</c:v>
                </c:pt>
                <c:pt idx="112">
                  <c:v>0.8</c:v>
                </c:pt>
                <c:pt idx="113">
                  <c:v>1</c:v>
                </c:pt>
                <c:pt idx="114">
                  <c:v>1</c:v>
                </c:pt>
                <c:pt idx="115">
                  <c:v>1</c:v>
                </c:pt>
                <c:pt idx="116">
                  <c:v>1</c:v>
                </c:pt>
                <c:pt idx="117">
                  <c:v>0.9</c:v>
                </c:pt>
                <c:pt idx="118">
                  <c:v>0.5</c:v>
                </c:pt>
                <c:pt idx="119">
                  <c:v>0.3</c:v>
                </c:pt>
                <c:pt idx="120">
                  <c:v>0.1</c:v>
                </c:pt>
                <c:pt idx="121">
                  <c:v>0.03</c:v>
                </c:pt>
                <c:pt idx="122">
                  <c:v>0</c:v>
                </c:pt>
                <c:pt idx="123">
                  <c:v>0.1</c:v>
                </c:pt>
                <c:pt idx="124">
                  <c:v>0.1</c:v>
                </c:pt>
                <c:pt idx="125">
                  <c:v>0.2</c:v>
                </c:pt>
                <c:pt idx="126">
                  <c:v>0.2</c:v>
                </c:pt>
                <c:pt idx="127">
                  <c:v>0.3</c:v>
                </c:pt>
                <c:pt idx="128">
                  <c:v>0.3</c:v>
                </c:pt>
                <c:pt idx="129">
                  <c:v>0.4</c:v>
                </c:pt>
                <c:pt idx="130">
                  <c:v>0.6</c:v>
                </c:pt>
                <c:pt idx="131">
                  <c:v>0.6</c:v>
                </c:pt>
                <c:pt idx="132">
                  <c:v>0.6</c:v>
                </c:pt>
                <c:pt idx="133">
                  <c:v>0.5</c:v>
                </c:pt>
                <c:pt idx="134">
                  <c:v>0.4</c:v>
                </c:pt>
                <c:pt idx="135">
                  <c:v>0.5</c:v>
                </c:pt>
                <c:pt idx="136">
                  <c:v>0.8</c:v>
                </c:pt>
                <c:pt idx="137">
                  <c:v>1</c:v>
                </c:pt>
                <c:pt idx="138">
                  <c:v>1</c:v>
                </c:pt>
                <c:pt idx="139">
                  <c:v>0.9</c:v>
                </c:pt>
                <c:pt idx="140">
                  <c:v>0.6</c:v>
                </c:pt>
                <c:pt idx="141">
                  <c:v>0.5</c:v>
                </c:pt>
                <c:pt idx="142">
                  <c:v>0.4</c:v>
                </c:pt>
                <c:pt idx="143">
                  <c:v>0.2</c:v>
                </c:pt>
                <c:pt idx="144">
                  <c:v>0.3</c:v>
                </c:pt>
                <c:pt idx="145">
                  <c:v>0.2</c:v>
                </c:pt>
                <c:pt idx="146">
                  <c:v>0.1</c:v>
                </c:pt>
                <c:pt idx="147">
                  <c:v>0.02</c:v>
                </c:pt>
                <c:pt idx="148">
                  <c:v>0</c:v>
                </c:pt>
                <c:pt idx="149">
                  <c:v>0</c:v>
                </c:pt>
                <c:pt idx="150">
                  <c:v>0</c:v>
                </c:pt>
                <c:pt idx="151">
                  <c:v>0.1</c:v>
                </c:pt>
                <c:pt idx="152">
                  <c:v>0.2</c:v>
                </c:pt>
                <c:pt idx="153">
                  <c:v>0.2</c:v>
                </c:pt>
                <c:pt idx="154">
                  <c:v>0.3</c:v>
                </c:pt>
                <c:pt idx="155">
                  <c:v>0.3</c:v>
                </c:pt>
                <c:pt idx="156">
                  <c:v>0.3</c:v>
                </c:pt>
                <c:pt idx="157">
                  <c:v>0.2</c:v>
                </c:pt>
                <c:pt idx="158">
                  <c:v>0.2</c:v>
                </c:pt>
                <c:pt idx="159">
                  <c:v>0.3</c:v>
                </c:pt>
                <c:pt idx="160">
                  <c:v>0.4</c:v>
                </c:pt>
                <c:pt idx="161">
                  <c:v>0.5</c:v>
                </c:pt>
                <c:pt idx="162">
                  <c:v>0.5</c:v>
                </c:pt>
                <c:pt idx="163">
                  <c:v>0.5</c:v>
                </c:pt>
                <c:pt idx="164">
                  <c:v>0.4</c:v>
                </c:pt>
                <c:pt idx="165">
                  <c:v>0.3</c:v>
                </c:pt>
                <c:pt idx="166">
                  <c:v>0.2</c:v>
                </c:pt>
                <c:pt idx="167">
                  <c:v>0.1</c:v>
                </c:pt>
                <c:pt idx="168">
                  <c:v>0.2</c:v>
                </c:pt>
                <c:pt idx="169">
                  <c:v>0.1</c:v>
                </c:pt>
                <c:pt idx="170">
                  <c:v>0.1</c:v>
                </c:pt>
                <c:pt idx="171">
                  <c:v>0.4</c:v>
                </c:pt>
                <c:pt idx="172">
                  <c:v>0.5</c:v>
                </c:pt>
                <c:pt idx="173">
                  <c:v>0.5</c:v>
                </c:pt>
                <c:pt idx="174">
                  <c:v>0.6</c:v>
                </c:pt>
                <c:pt idx="175">
                  <c:v>0.8</c:v>
                </c:pt>
                <c:pt idx="176">
                  <c:v>0.9</c:v>
                </c:pt>
                <c:pt idx="177">
                  <c:v>0.9</c:v>
                </c:pt>
                <c:pt idx="178">
                  <c:v>0.8</c:v>
                </c:pt>
                <c:pt idx="179">
                  <c:v>0.7</c:v>
                </c:pt>
                <c:pt idx="180">
                  <c:v>0.7</c:v>
                </c:pt>
                <c:pt idx="181">
                  <c:v>0.6</c:v>
                </c:pt>
                <c:pt idx="182">
                  <c:v>0.7</c:v>
                </c:pt>
                <c:pt idx="183">
                  <c:v>0.8</c:v>
                </c:pt>
                <c:pt idx="184">
                  <c:v>1</c:v>
                </c:pt>
                <c:pt idx="185">
                  <c:v>1</c:v>
                </c:pt>
                <c:pt idx="186">
                  <c:v>1</c:v>
                </c:pt>
                <c:pt idx="187">
                  <c:v>0.9</c:v>
                </c:pt>
                <c:pt idx="188">
                  <c:v>0.8</c:v>
                </c:pt>
                <c:pt idx="189">
                  <c:v>0.7</c:v>
                </c:pt>
                <c:pt idx="190">
                  <c:v>0.7</c:v>
                </c:pt>
                <c:pt idx="191">
                  <c:v>0.6</c:v>
                </c:pt>
                <c:pt idx="192">
                  <c:v>0.5</c:v>
                </c:pt>
                <c:pt idx="193">
                  <c:v>0.4</c:v>
                </c:pt>
                <c:pt idx="194">
                  <c:v>0.1</c:v>
                </c:pt>
                <c:pt idx="195">
                  <c:v>0.02</c:v>
                </c:pt>
                <c:pt idx="196">
                  <c:v>0</c:v>
                </c:pt>
                <c:pt idx="197">
                  <c:v>0.1</c:v>
                </c:pt>
                <c:pt idx="198">
                  <c:v>0.6</c:v>
                </c:pt>
                <c:pt idx="199">
                  <c:v>0.6</c:v>
                </c:pt>
                <c:pt idx="200">
                  <c:v>1</c:v>
                </c:pt>
                <c:pt idx="201">
                  <c:v>0.8</c:v>
                </c:pt>
                <c:pt idx="202">
                  <c:v>0.8</c:v>
                </c:pt>
                <c:pt idx="203">
                  <c:v>0.7</c:v>
                </c:pt>
                <c:pt idx="204">
                  <c:v>0.6</c:v>
                </c:pt>
                <c:pt idx="205">
                  <c:v>0.6</c:v>
                </c:pt>
                <c:pt idx="206">
                  <c:v>0.7</c:v>
                </c:pt>
                <c:pt idx="207">
                  <c:v>0.8</c:v>
                </c:pt>
                <c:pt idx="208">
                  <c:v>0.9</c:v>
                </c:pt>
                <c:pt idx="209">
                  <c:v>1</c:v>
                </c:pt>
                <c:pt idx="210">
                  <c:v>0.9</c:v>
                </c:pt>
                <c:pt idx="211">
                  <c:v>0.9</c:v>
                </c:pt>
                <c:pt idx="212">
                  <c:v>0.8</c:v>
                </c:pt>
                <c:pt idx="213">
                  <c:v>0.7</c:v>
                </c:pt>
                <c:pt idx="214">
                  <c:v>0.6</c:v>
                </c:pt>
                <c:pt idx="215">
                  <c:v>0.2</c:v>
                </c:pt>
                <c:pt idx="216">
                  <c:v>0.1</c:v>
                </c:pt>
                <c:pt idx="217">
                  <c:v>0.1</c:v>
                </c:pt>
                <c:pt idx="218">
                  <c:v>0.1</c:v>
                </c:pt>
                <c:pt idx="219">
                  <c:v>0.1</c:v>
                </c:pt>
                <c:pt idx="220">
                  <c:v>0.1</c:v>
                </c:pt>
                <c:pt idx="221">
                  <c:v>0.5</c:v>
                </c:pt>
                <c:pt idx="222">
                  <c:v>0.5</c:v>
                </c:pt>
                <c:pt idx="223">
                  <c:v>0.6</c:v>
                </c:pt>
                <c:pt idx="224">
                  <c:v>1</c:v>
                </c:pt>
                <c:pt idx="225">
                  <c:v>0.9</c:v>
                </c:pt>
                <c:pt idx="226">
                  <c:v>0.8</c:v>
                </c:pt>
                <c:pt idx="227">
                  <c:v>0.7</c:v>
                </c:pt>
                <c:pt idx="228">
                  <c:v>0.7</c:v>
                </c:pt>
                <c:pt idx="229">
                  <c:v>0.6</c:v>
                </c:pt>
                <c:pt idx="230">
                  <c:v>0.6</c:v>
                </c:pt>
                <c:pt idx="231">
                  <c:v>0.7</c:v>
                </c:pt>
                <c:pt idx="232">
                  <c:v>0.9</c:v>
                </c:pt>
                <c:pt idx="233">
                  <c:v>1</c:v>
                </c:pt>
                <c:pt idx="234">
                  <c:v>0.6</c:v>
                </c:pt>
                <c:pt idx="235">
                  <c:v>0.2</c:v>
                </c:pt>
                <c:pt idx="236">
                  <c:v>0.03</c:v>
                </c:pt>
                <c:pt idx="237">
                  <c:v>0.03</c:v>
                </c:pt>
                <c:pt idx="238">
                  <c:v>0.03</c:v>
                </c:pt>
                <c:pt idx="239">
                  <c:v>3.0000000000000001E-3</c:v>
                </c:pt>
              </c:numCache>
            </c:numRef>
          </c:val>
          <c:smooth val="0"/>
          <c:extLst>
            <c:ext xmlns:c16="http://schemas.microsoft.com/office/drawing/2014/chart" uri="{C3380CC4-5D6E-409C-BE32-E72D297353CC}">
              <c16:uniqueId val="{00000002-D163-4FEB-A72F-19FBCE1115B7}"/>
            </c:ext>
          </c:extLst>
        </c:ser>
        <c:dLbls>
          <c:showLegendKey val="0"/>
          <c:showVal val="0"/>
          <c:showCatName val="0"/>
          <c:showSerName val="0"/>
          <c:showPercent val="0"/>
          <c:showBubbleSize val="0"/>
        </c:dLbls>
        <c:marker val="1"/>
        <c:smooth val="0"/>
        <c:axId val="1226183552"/>
        <c:axId val="1226186432"/>
      </c:lineChart>
      <c:catAx>
        <c:axId val="1175436192"/>
        <c:scaling>
          <c:orientation val="minMax"/>
        </c:scaling>
        <c:delete val="1"/>
        <c:axPos val="b"/>
        <c:numFmt formatCode="General" sourceLinked="1"/>
        <c:majorTickMark val="none"/>
        <c:minorTickMark val="none"/>
        <c:tickLblPos val="nextTo"/>
        <c:crossAx val="1175433312"/>
        <c:crosses val="autoZero"/>
        <c:auto val="1"/>
        <c:lblAlgn val="ctr"/>
        <c:lblOffset val="100"/>
        <c:noMultiLvlLbl val="0"/>
      </c:catAx>
      <c:valAx>
        <c:axId val="1175433312"/>
        <c:scaling>
          <c:orientation val="minMax"/>
          <c:min val="2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50" b="1" i="0" u="none" strike="noStrike" kern="1200" baseline="0">
                    <a:solidFill>
                      <a:sysClr val="windowText" lastClr="000000"/>
                    </a:solidFill>
                    <a:latin typeface="+mn-lt"/>
                    <a:ea typeface="+mn-ea"/>
                    <a:cs typeface="+mn-cs"/>
                  </a:defRPr>
                </a:pPr>
                <a:r>
                  <a:rPr lang="sv-SE" b="1" err="1"/>
                  <a:t>Building</a:t>
                </a:r>
                <a:r>
                  <a:rPr lang="sv-SE" b="1"/>
                  <a:t> and </a:t>
                </a:r>
                <a:r>
                  <a:rPr lang="sv-SE" b="1" err="1"/>
                  <a:t>Top</a:t>
                </a:r>
                <a:r>
                  <a:rPr lang="sv-SE" b="1"/>
                  <a:t> </a:t>
                </a:r>
                <a:r>
                  <a:rPr lang="sv-SE" b="1" err="1"/>
                  <a:t>Layer</a:t>
                </a:r>
                <a:r>
                  <a:rPr lang="sv-SE" b="1"/>
                  <a:t> Temp</a:t>
                </a:r>
              </a:p>
            </c:rich>
          </c:tx>
          <c:overlay val="0"/>
          <c:spPr>
            <a:noFill/>
            <a:ln>
              <a:noFill/>
            </a:ln>
            <a:effectLst/>
          </c:spPr>
          <c:txPr>
            <a:bodyPr rot="-5400000" spcFirstLastPara="1" vertOverflow="ellipsis" vert="horz" wrap="square" anchor="ctr" anchorCtr="1"/>
            <a:lstStyle/>
            <a:p>
              <a:pPr>
                <a:defRPr sz="1050" b="1" i="0" u="none" strike="noStrike" kern="1200" baseline="0">
                  <a:solidFill>
                    <a:sysClr val="windowText" lastClr="000000"/>
                  </a:solidFill>
                  <a:latin typeface="+mn-lt"/>
                  <a:ea typeface="+mn-ea"/>
                  <a:cs typeface="+mn-cs"/>
                </a:defRPr>
              </a:pPr>
              <a:endParaRPr lang="sv-SE"/>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sv-SE"/>
          </a:p>
        </c:txPr>
        <c:crossAx val="1175436192"/>
        <c:crosses val="autoZero"/>
        <c:crossBetween val="between"/>
      </c:valAx>
      <c:valAx>
        <c:axId val="1226186432"/>
        <c:scaling>
          <c:orientation val="minMax"/>
          <c:max val="1"/>
        </c:scaling>
        <c:delete val="0"/>
        <c:axPos val="r"/>
        <c:title>
          <c:tx>
            <c:rich>
              <a:bodyPr rot="-5400000" spcFirstLastPara="1" vertOverflow="ellipsis" vert="horz" wrap="square" anchor="ctr" anchorCtr="1"/>
              <a:lstStyle/>
              <a:p>
                <a:pPr>
                  <a:defRPr sz="1050" b="1" i="0" u="none" strike="noStrike" kern="1200" baseline="0">
                    <a:solidFill>
                      <a:sysClr val="windowText" lastClr="000000"/>
                    </a:solidFill>
                    <a:latin typeface="+mn-lt"/>
                    <a:ea typeface="+mn-ea"/>
                    <a:cs typeface="+mn-cs"/>
                  </a:defRPr>
                </a:pPr>
                <a:r>
                  <a:rPr lang="sv-SE" b="1"/>
                  <a:t>Relative Prices</a:t>
                </a:r>
              </a:p>
            </c:rich>
          </c:tx>
          <c:overlay val="0"/>
          <c:spPr>
            <a:noFill/>
            <a:ln>
              <a:noFill/>
            </a:ln>
            <a:effectLst/>
          </c:spPr>
          <c:txPr>
            <a:bodyPr rot="-5400000" spcFirstLastPara="1" vertOverflow="ellipsis" vert="horz" wrap="square" anchor="ctr" anchorCtr="1"/>
            <a:lstStyle/>
            <a:p>
              <a:pPr>
                <a:defRPr sz="1050" b="1" i="0" u="none" strike="noStrike" kern="1200" baseline="0">
                  <a:solidFill>
                    <a:sysClr val="windowText" lastClr="000000"/>
                  </a:solidFill>
                  <a:latin typeface="+mn-lt"/>
                  <a:ea typeface="+mn-ea"/>
                  <a:cs typeface="+mn-cs"/>
                </a:defRPr>
              </a:pPr>
              <a:endParaRPr lang="sv-SE"/>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sv-SE"/>
          </a:p>
        </c:txPr>
        <c:crossAx val="1226183552"/>
        <c:crosses val="max"/>
        <c:crossBetween val="between"/>
      </c:valAx>
      <c:catAx>
        <c:axId val="1226183552"/>
        <c:scaling>
          <c:orientation val="minMax"/>
        </c:scaling>
        <c:delete val="1"/>
        <c:axPos val="b"/>
        <c:numFmt formatCode="General" sourceLinked="1"/>
        <c:majorTickMark val="out"/>
        <c:minorTickMark val="none"/>
        <c:tickLblPos val="nextTo"/>
        <c:crossAx val="1226186432"/>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050" b="1" i="0" u="none" strike="noStrike" kern="1200" baseline="0">
              <a:solidFill>
                <a:sysClr val="windowText" lastClr="000000"/>
              </a:solidFill>
              <a:latin typeface="+mn-lt"/>
              <a:ea typeface="+mn-ea"/>
              <a:cs typeface="+mn-cs"/>
            </a:defRPr>
          </a:pPr>
          <a:endParaRPr lang="sv-S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sz="1050">
          <a:solidFill>
            <a:sysClr val="windowText" lastClr="000000"/>
          </a:solidFill>
        </a:defRPr>
      </a:pPr>
      <a:endParaRPr lang="sv-SE"/>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0"/>
          <c:tx>
            <c:strRef>
              <c:f>Sheet1!$C$1</c:f>
              <c:strCache>
                <c:ptCount val="1"/>
                <c:pt idx="0">
                  <c:v>Building Temp.</c:v>
                </c:pt>
              </c:strCache>
            </c:strRef>
          </c:tx>
          <c:spPr>
            <a:ln w="28575" cap="rnd">
              <a:solidFill>
                <a:srgbClr val="C00000"/>
              </a:solidFill>
              <a:round/>
            </a:ln>
            <a:effectLst/>
          </c:spPr>
          <c:marker>
            <c:symbol val="none"/>
          </c:marker>
          <c:cat>
            <c:strRef>
              <c:f>Sheet1!$A$2:$A$241</c:f>
              <c:strCache>
                <c:ptCount val="240"/>
                <c:pt idx="0">
                  <c:v>01.01. 00:00</c:v>
                </c:pt>
                <c:pt idx="1">
                  <c:v>01.01. 01:00</c:v>
                </c:pt>
                <c:pt idx="2">
                  <c:v>01.01. 02:00</c:v>
                </c:pt>
                <c:pt idx="3">
                  <c:v>01.01. 03:00</c:v>
                </c:pt>
                <c:pt idx="4">
                  <c:v>01.01. 04:00</c:v>
                </c:pt>
                <c:pt idx="5">
                  <c:v>01.01. 05:00</c:v>
                </c:pt>
                <c:pt idx="6">
                  <c:v>01.01. 06:00</c:v>
                </c:pt>
                <c:pt idx="7">
                  <c:v>01.01. 07:00</c:v>
                </c:pt>
                <c:pt idx="8">
                  <c:v>01.01. 08:00</c:v>
                </c:pt>
                <c:pt idx="9">
                  <c:v>01.01. 09:00</c:v>
                </c:pt>
                <c:pt idx="10">
                  <c:v>01.01. 10:00</c:v>
                </c:pt>
                <c:pt idx="11">
                  <c:v>01.01. 11:00</c:v>
                </c:pt>
                <c:pt idx="12">
                  <c:v>01.01. 12:00</c:v>
                </c:pt>
                <c:pt idx="13">
                  <c:v>01.01. 13:00</c:v>
                </c:pt>
                <c:pt idx="14">
                  <c:v>01.01. 14:00</c:v>
                </c:pt>
                <c:pt idx="15">
                  <c:v>01.01. 15:00</c:v>
                </c:pt>
                <c:pt idx="16">
                  <c:v>01.01. 16:00</c:v>
                </c:pt>
                <c:pt idx="17">
                  <c:v>01.01. 17:00</c:v>
                </c:pt>
                <c:pt idx="18">
                  <c:v>01.01. 18:00</c:v>
                </c:pt>
                <c:pt idx="19">
                  <c:v>01.01. 19:00</c:v>
                </c:pt>
                <c:pt idx="20">
                  <c:v>01.01. 20:00</c:v>
                </c:pt>
                <c:pt idx="21">
                  <c:v>01.01. 21:00</c:v>
                </c:pt>
                <c:pt idx="22">
                  <c:v>01.01. 22:00</c:v>
                </c:pt>
                <c:pt idx="23">
                  <c:v>01.01. 23:00</c:v>
                </c:pt>
                <c:pt idx="24">
                  <c:v>02.01. 00:00</c:v>
                </c:pt>
                <c:pt idx="25">
                  <c:v>02.01. 01:00</c:v>
                </c:pt>
                <c:pt idx="26">
                  <c:v>02.01. 02:00</c:v>
                </c:pt>
                <c:pt idx="27">
                  <c:v>02.01. 03:00</c:v>
                </c:pt>
                <c:pt idx="28">
                  <c:v>02.01. 04:00</c:v>
                </c:pt>
                <c:pt idx="29">
                  <c:v>02.01. 05:00</c:v>
                </c:pt>
                <c:pt idx="30">
                  <c:v>02.01. 06:00</c:v>
                </c:pt>
                <c:pt idx="31">
                  <c:v>02.01. 07:00</c:v>
                </c:pt>
                <c:pt idx="32">
                  <c:v>02.01. 08:00</c:v>
                </c:pt>
                <c:pt idx="33">
                  <c:v>02.01. 09:00</c:v>
                </c:pt>
                <c:pt idx="34">
                  <c:v>02.01. 10:00</c:v>
                </c:pt>
                <c:pt idx="35">
                  <c:v>02.01. 11:00</c:v>
                </c:pt>
                <c:pt idx="36">
                  <c:v>02.01. 12:00</c:v>
                </c:pt>
                <c:pt idx="37">
                  <c:v>02.01. 13:00</c:v>
                </c:pt>
                <c:pt idx="38">
                  <c:v>02.01. 14:00</c:v>
                </c:pt>
                <c:pt idx="39">
                  <c:v>02.01. 15:00</c:v>
                </c:pt>
                <c:pt idx="40">
                  <c:v>02.01. 16:00</c:v>
                </c:pt>
                <c:pt idx="41">
                  <c:v>02.01. 17:00</c:v>
                </c:pt>
                <c:pt idx="42">
                  <c:v>02.01. 18:00</c:v>
                </c:pt>
                <c:pt idx="43">
                  <c:v>02.01. 19:00</c:v>
                </c:pt>
                <c:pt idx="44">
                  <c:v>02.01. 20:00</c:v>
                </c:pt>
                <c:pt idx="45">
                  <c:v>02.01. 21:00</c:v>
                </c:pt>
                <c:pt idx="46">
                  <c:v>02.01. 22:00</c:v>
                </c:pt>
                <c:pt idx="47">
                  <c:v>02.01. 23:00</c:v>
                </c:pt>
                <c:pt idx="48">
                  <c:v>03.01. 00:00</c:v>
                </c:pt>
                <c:pt idx="49">
                  <c:v>03.01. 01:00</c:v>
                </c:pt>
                <c:pt idx="50">
                  <c:v>03.01. 02:00</c:v>
                </c:pt>
                <c:pt idx="51">
                  <c:v>03.01. 03:00</c:v>
                </c:pt>
                <c:pt idx="52">
                  <c:v>03.01. 04:00</c:v>
                </c:pt>
                <c:pt idx="53">
                  <c:v>03.01. 05:00</c:v>
                </c:pt>
                <c:pt idx="54">
                  <c:v>03.01. 06:00</c:v>
                </c:pt>
                <c:pt idx="55">
                  <c:v>03.01. 07:00</c:v>
                </c:pt>
                <c:pt idx="56">
                  <c:v>03.01. 08:00</c:v>
                </c:pt>
                <c:pt idx="57">
                  <c:v>03.01. 09:00</c:v>
                </c:pt>
                <c:pt idx="58">
                  <c:v>03.01. 10:00</c:v>
                </c:pt>
                <c:pt idx="59">
                  <c:v>03.01. 11:00</c:v>
                </c:pt>
                <c:pt idx="60">
                  <c:v>03.01. 12:00</c:v>
                </c:pt>
                <c:pt idx="61">
                  <c:v>03.01. 13:00</c:v>
                </c:pt>
                <c:pt idx="62">
                  <c:v>03.01. 14:00</c:v>
                </c:pt>
                <c:pt idx="63">
                  <c:v>03.01. 15:00</c:v>
                </c:pt>
                <c:pt idx="64">
                  <c:v>03.01. 16:00</c:v>
                </c:pt>
                <c:pt idx="65">
                  <c:v>03.01. 17:00</c:v>
                </c:pt>
                <c:pt idx="66">
                  <c:v>03.01. 18:00</c:v>
                </c:pt>
                <c:pt idx="67">
                  <c:v>03.01. 19:00</c:v>
                </c:pt>
                <c:pt idx="68">
                  <c:v>03.01. 20:00</c:v>
                </c:pt>
                <c:pt idx="69">
                  <c:v>03.01. 21:00</c:v>
                </c:pt>
                <c:pt idx="70">
                  <c:v>03.01. 22:00</c:v>
                </c:pt>
                <c:pt idx="71">
                  <c:v>03.01. 23:00</c:v>
                </c:pt>
                <c:pt idx="72">
                  <c:v>04.01. 00:00</c:v>
                </c:pt>
                <c:pt idx="73">
                  <c:v>04.01. 01:00</c:v>
                </c:pt>
                <c:pt idx="74">
                  <c:v>04.01. 02:00</c:v>
                </c:pt>
                <c:pt idx="75">
                  <c:v>04.01. 03:00</c:v>
                </c:pt>
                <c:pt idx="76">
                  <c:v>04.01. 04:00</c:v>
                </c:pt>
                <c:pt idx="77">
                  <c:v>04.01. 05:00</c:v>
                </c:pt>
                <c:pt idx="78">
                  <c:v>04.01. 06:00</c:v>
                </c:pt>
                <c:pt idx="79">
                  <c:v>04.01. 07:00</c:v>
                </c:pt>
                <c:pt idx="80">
                  <c:v>04.01. 08:00</c:v>
                </c:pt>
                <c:pt idx="81">
                  <c:v>04.01. 09:00</c:v>
                </c:pt>
                <c:pt idx="82">
                  <c:v>04.01. 10:00</c:v>
                </c:pt>
                <c:pt idx="83">
                  <c:v>04.01. 11:00</c:v>
                </c:pt>
                <c:pt idx="84">
                  <c:v>04.01. 12:00</c:v>
                </c:pt>
                <c:pt idx="85">
                  <c:v>04.01. 13:00</c:v>
                </c:pt>
                <c:pt idx="86">
                  <c:v>04.01. 14:00</c:v>
                </c:pt>
                <c:pt idx="87">
                  <c:v>04.01. 15:00</c:v>
                </c:pt>
                <c:pt idx="88">
                  <c:v>04.01. 16:00</c:v>
                </c:pt>
                <c:pt idx="89">
                  <c:v>04.01. 17:00</c:v>
                </c:pt>
                <c:pt idx="90">
                  <c:v>04.01. 18:00</c:v>
                </c:pt>
                <c:pt idx="91">
                  <c:v>04.01. 19:00</c:v>
                </c:pt>
                <c:pt idx="92">
                  <c:v>04.01. 20:00</c:v>
                </c:pt>
                <c:pt idx="93">
                  <c:v>04.01. 21:00</c:v>
                </c:pt>
                <c:pt idx="94">
                  <c:v>04.01. 22:00</c:v>
                </c:pt>
                <c:pt idx="95">
                  <c:v>04.01. 23:00</c:v>
                </c:pt>
                <c:pt idx="96">
                  <c:v>05.01. 00:00</c:v>
                </c:pt>
                <c:pt idx="97">
                  <c:v>05.01. 01:00</c:v>
                </c:pt>
                <c:pt idx="98">
                  <c:v>05.01. 02:00</c:v>
                </c:pt>
                <c:pt idx="99">
                  <c:v>05.01. 03:00</c:v>
                </c:pt>
                <c:pt idx="100">
                  <c:v>05.01. 04:00</c:v>
                </c:pt>
                <c:pt idx="101">
                  <c:v>05.01. 05:00</c:v>
                </c:pt>
                <c:pt idx="102">
                  <c:v>05.01. 06:00</c:v>
                </c:pt>
                <c:pt idx="103">
                  <c:v>05.01. 07:00</c:v>
                </c:pt>
                <c:pt idx="104">
                  <c:v>05.01. 08:00</c:v>
                </c:pt>
                <c:pt idx="105">
                  <c:v>05.01. 09:00</c:v>
                </c:pt>
                <c:pt idx="106">
                  <c:v>05.01. 10:00</c:v>
                </c:pt>
                <c:pt idx="107">
                  <c:v>05.01. 11:00</c:v>
                </c:pt>
                <c:pt idx="108">
                  <c:v>05.01. 12:00</c:v>
                </c:pt>
                <c:pt idx="109">
                  <c:v>05.01. 13:00</c:v>
                </c:pt>
                <c:pt idx="110">
                  <c:v>05.01. 14:00</c:v>
                </c:pt>
                <c:pt idx="111">
                  <c:v>05.01. 15:00</c:v>
                </c:pt>
                <c:pt idx="112">
                  <c:v>05.01. 16:00</c:v>
                </c:pt>
                <c:pt idx="113">
                  <c:v>05.01. 17:00</c:v>
                </c:pt>
                <c:pt idx="114">
                  <c:v>05.01. 18:00</c:v>
                </c:pt>
                <c:pt idx="115">
                  <c:v>05.01. 19:00</c:v>
                </c:pt>
                <c:pt idx="116">
                  <c:v>05.01. 20:00</c:v>
                </c:pt>
                <c:pt idx="117">
                  <c:v>05.01. 21:00</c:v>
                </c:pt>
                <c:pt idx="118">
                  <c:v>05.01. 22:00</c:v>
                </c:pt>
                <c:pt idx="119">
                  <c:v>05.01. 23:00</c:v>
                </c:pt>
                <c:pt idx="120">
                  <c:v>06.01. 00:00</c:v>
                </c:pt>
                <c:pt idx="121">
                  <c:v>06.01. 01:00</c:v>
                </c:pt>
                <c:pt idx="122">
                  <c:v>06.01. 02:00</c:v>
                </c:pt>
                <c:pt idx="123">
                  <c:v>06.01. 03:00</c:v>
                </c:pt>
                <c:pt idx="124">
                  <c:v>06.01. 04:00</c:v>
                </c:pt>
                <c:pt idx="125">
                  <c:v>06.01. 05:00</c:v>
                </c:pt>
                <c:pt idx="126">
                  <c:v>06.01. 06:00</c:v>
                </c:pt>
                <c:pt idx="127">
                  <c:v>06.01. 07:00</c:v>
                </c:pt>
                <c:pt idx="128">
                  <c:v>06.01. 08:00</c:v>
                </c:pt>
                <c:pt idx="129">
                  <c:v>06.01. 09:00</c:v>
                </c:pt>
                <c:pt idx="130">
                  <c:v>06.01. 10:00</c:v>
                </c:pt>
                <c:pt idx="131">
                  <c:v>06.01. 11:00</c:v>
                </c:pt>
                <c:pt idx="132">
                  <c:v>06.01. 12:00</c:v>
                </c:pt>
                <c:pt idx="133">
                  <c:v>06.01. 13:00</c:v>
                </c:pt>
                <c:pt idx="134">
                  <c:v>06.01. 14:00</c:v>
                </c:pt>
                <c:pt idx="135">
                  <c:v>06.01. 15:00</c:v>
                </c:pt>
                <c:pt idx="136">
                  <c:v>06.01. 16:00</c:v>
                </c:pt>
                <c:pt idx="137">
                  <c:v>06.01. 17:00</c:v>
                </c:pt>
                <c:pt idx="138">
                  <c:v>06.01. 18:00</c:v>
                </c:pt>
                <c:pt idx="139">
                  <c:v>06.01. 19:00</c:v>
                </c:pt>
                <c:pt idx="140">
                  <c:v>06.01. 20:00</c:v>
                </c:pt>
                <c:pt idx="141">
                  <c:v>06.01. 21:00</c:v>
                </c:pt>
                <c:pt idx="142">
                  <c:v>06.01. 22:00</c:v>
                </c:pt>
                <c:pt idx="143">
                  <c:v>06.01. 23:00</c:v>
                </c:pt>
                <c:pt idx="144">
                  <c:v>07.01. 00:00</c:v>
                </c:pt>
                <c:pt idx="145">
                  <c:v>07.01. 01:00</c:v>
                </c:pt>
                <c:pt idx="146">
                  <c:v>07.01. 02:00</c:v>
                </c:pt>
                <c:pt idx="147">
                  <c:v>07.01. 03:00</c:v>
                </c:pt>
                <c:pt idx="148">
                  <c:v>07.01. 04:00</c:v>
                </c:pt>
                <c:pt idx="149">
                  <c:v>07.01. 05:00</c:v>
                </c:pt>
                <c:pt idx="150">
                  <c:v>07.01. 06:00</c:v>
                </c:pt>
                <c:pt idx="151">
                  <c:v>07.01. 07:00</c:v>
                </c:pt>
                <c:pt idx="152">
                  <c:v>07.01. 08:00</c:v>
                </c:pt>
                <c:pt idx="153">
                  <c:v>07.01. 09:00</c:v>
                </c:pt>
                <c:pt idx="154">
                  <c:v>07.01. 10:00</c:v>
                </c:pt>
                <c:pt idx="155">
                  <c:v>07.01. 11:00</c:v>
                </c:pt>
                <c:pt idx="156">
                  <c:v>07.01. 12:00</c:v>
                </c:pt>
                <c:pt idx="157">
                  <c:v>07.01. 13:00</c:v>
                </c:pt>
                <c:pt idx="158">
                  <c:v>07.01. 14:00</c:v>
                </c:pt>
                <c:pt idx="159">
                  <c:v>07.01. 15:00</c:v>
                </c:pt>
                <c:pt idx="160">
                  <c:v>07.01. 16:00</c:v>
                </c:pt>
                <c:pt idx="161">
                  <c:v>07.01. 17:00</c:v>
                </c:pt>
                <c:pt idx="162">
                  <c:v>07.01. 18:00</c:v>
                </c:pt>
                <c:pt idx="163">
                  <c:v>07.01. 19:00</c:v>
                </c:pt>
                <c:pt idx="164">
                  <c:v>07.01. 20:00</c:v>
                </c:pt>
                <c:pt idx="165">
                  <c:v>07.01. 21:00</c:v>
                </c:pt>
                <c:pt idx="166">
                  <c:v>07.01. 22:00</c:v>
                </c:pt>
                <c:pt idx="167">
                  <c:v>07.01. 23:00</c:v>
                </c:pt>
                <c:pt idx="168">
                  <c:v>08.01. 00:00</c:v>
                </c:pt>
                <c:pt idx="169">
                  <c:v>08.01. 01:00</c:v>
                </c:pt>
                <c:pt idx="170">
                  <c:v>08.01. 02:00</c:v>
                </c:pt>
                <c:pt idx="171">
                  <c:v>08.01. 03:00</c:v>
                </c:pt>
                <c:pt idx="172">
                  <c:v>08.01. 04:00</c:v>
                </c:pt>
                <c:pt idx="173">
                  <c:v>08.01. 05:00</c:v>
                </c:pt>
                <c:pt idx="174">
                  <c:v>08.01. 06:00</c:v>
                </c:pt>
                <c:pt idx="175">
                  <c:v>08.01. 07:00</c:v>
                </c:pt>
                <c:pt idx="176">
                  <c:v>08.01. 08:00</c:v>
                </c:pt>
                <c:pt idx="177">
                  <c:v>08.01. 09:00</c:v>
                </c:pt>
                <c:pt idx="178">
                  <c:v>08.01. 10:00</c:v>
                </c:pt>
                <c:pt idx="179">
                  <c:v>08.01. 11:00</c:v>
                </c:pt>
                <c:pt idx="180">
                  <c:v>08.01. 12:00</c:v>
                </c:pt>
                <c:pt idx="181">
                  <c:v>08.01. 13:00</c:v>
                </c:pt>
                <c:pt idx="182">
                  <c:v>08.01. 14:00</c:v>
                </c:pt>
                <c:pt idx="183">
                  <c:v>08.01. 15:00</c:v>
                </c:pt>
                <c:pt idx="184">
                  <c:v>08.01. 16:00</c:v>
                </c:pt>
                <c:pt idx="185">
                  <c:v>08.01. 17:00</c:v>
                </c:pt>
                <c:pt idx="186">
                  <c:v>08.01. 18:00</c:v>
                </c:pt>
                <c:pt idx="187">
                  <c:v>08.01. 19:00</c:v>
                </c:pt>
                <c:pt idx="188">
                  <c:v>08.01. 20:00</c:v>
                </c:pt>
                <c:pt idx="189">
                  <c:v>08.01. 21:00</c:v>
                </c:pt>
                <c:pt idx="190">
                  <c:v>08.01. 22:00</c:v>
                </c:pt>
                <c:pt idx="191">
                  <c:v>08.01. 23:00</c:v>
                </c:pt>
                <c:pt idx="192">
                  <c:v>09.01. 00:00</c:v>
                </c:pt>
                <c:pt idx="193">
                  <c:v>09.01. 01:00</c:v>
                </c:pt>
                <c:pt idx="194">
                  <c:v>09.01. 02:00</c:v>
                </c:pt>
                <c:pt idx="195">
                  <c:v>09.01. 03:00</c:v>
                </c:pt>
                <c:pt idx="196">
                  <c:v>09.01. 04:00</c:v>
                </c:pt>
                <c:pt idx="197">
                  <c:v>09.01. 05:00</c:v>
                </c:pt>
                <c:pt idx="198">
                  <c:v>09.01. 06:00</c:v>
                </c:pt>
                <c:pt idx="199">
                  <c:v>09.01. 07:00</c:v>
                </c:pt>
                <c:pt idx="200">
                  <c:v>09.01. 08:00</c:v>
                </c:pt>
                <c:pt idx="201">
                  <c:v>09.01. 09:00</c:v>
                </c:pt>
                <c:pt idx="202">
                  <c:v>09.01. 10:00</c:v>
                </c:pt>
                <c:pt idx="203">
                  <c:v>09.01. 11:00</c:v>
                </c:pt>
                <c:pt idx="204">
                  <c:v>09.01. 12:00</c:v>
                </c:pt>
                <c:pt idx="205">
                  <c:v>09.01. 13:00</c:v>
                </c:pt>
                <c:pt idx="206">
                  <c:v>09.01. 14:00</c:v>
                </c:pt>
                <c:pt idx="207">
                  <c:v>09.01. 15:00</c:v>
                </c:pt>
                <c:pt idx="208">
                  <c:v>09.01. 16:00</c:v>
                </c:pt>
                <c:pt idx="209">
                  <c:v>09.01. 17:00</c:v>
                </c:pt>
                <c:pt idx="210">
                  <c:v>09.01. 18:00</c:v>
                </c:pt>
                <c:pt idx="211">
                  <c:v>09.01. 19:00</c:v>
                </c:pt>
                <c:pt idx="212">
                  <c:v>09.01. 20:00</c:v>
                </c:pt>
                <c:pt idx="213">
                  <c:v>09.01. 21:00</c:v>
                </c:pt>
                <c:pt idx="214">
                  <c:v>09.01. 22:00</c:v>
                </c:pt>
                <c:pt idx="215">
                  <c:v>09.01. 23:00</c:v>
                </c:pt>
                <c:pt idx="216">
                  <c:v>10.01. 00:00</c:v>
                </c:pt>
                <c:pt idx="217">
                  <c:v>10.01. 01:00</c:v>
                </c:pt>
                <c:pt idx="218">
                  <c:v>10.01. 02:00</c:v>
                </c:pt>
                <c:pt idx="219">
                  <c:v>10.01. 03:00</c:v>
                </c:pt>
                <c:pt idx="220">
                  <c:v>10.01. 04:00</c:v>
                </c:pt>
                <c:pt idx="221">
                  <c:v>10.01. 05:00</c:v>
                </c:pt>
                <c:pt idx="222">
                  <c:v>10.01. 06:00</c:v>
                </c:pt>
                <c:pt idx="223">
                  <c:v>10.01. 07:00</c:v>
                </c:pt>
                <c:pt idx="224">
                  <c:v>10.01. 08:00</c:v>
                </c:pt>
                <c:pt idx="225">
                  <c:v>10.01. 09:00</c:v>
                </c:pt>
                <c:pt idx="226">
                  <c:v>10.01. 10:00</c:v>
                </c:pt>
                <c:pt idx="227">
                  <c:v>10.01. 11:00</c:v>
                </c:pt>
                <c:pt idx="228">
                  <c:v>10.01. 12:00</c:v>
                </c:pt>
                <c:pt idx="229">
                  <c:v>10.01. 13:00</c:v>
                </c:pt>
                <c:pt idx="230">
                  <c:v>10.01. 14:00</c:v>
                </c:pt>
                <c:pt idx="231">
                  <c:v>10.01. 15:00</c:v>
                </c:pt>
                <c:pt idx="232">
                  <c:v>10.01. 16:00</c:v>
                </c:pt>
                <c:pt idx="233">
                  <c:v>10.01. 17:00</c:v>
                </c:pt>
                <c:pt idx="234">
                  <c:v>10.01. 18:00</c:v>
                </c:pt>
                <c:pt idx="235">
                  <c:v>10.01. 19:00</c:v>
                </c:pt>
                <c:pt idx="236">
                  <c:v>10.01. 20:00</c:v>
                </c:pt>
                <c:pt idx="237">
                  <c:v>10.01. 21:00</c:v>
                </c:pt>
                <c:pt idx="238">
                  <c:v>10.01. 22:00</c:v>
                </c:pt>
                <c:pt idx="239">
                  <c:v>10.01. 23:00</c:v>
                </c:pt>
              </c:strCache>
            </c:strRef>
          </c:cat>
          <c:val>
            <c:numRef>
              <c:f>Sheet1!$C$2:$C$241</c:f>
              <c:numCache>
                <c:formatCode>General</c:formatCode>
                <c:ptCount val="240"/>
                <c:pt idx="0">
                  <c:v>21.3</c:v>
                </c:pt>
                <c:pt idx="1">
                  <c:v>21.3</c:v>
                </c:pt>
                <c:pt idx="2">
                  <c:v>21.3</c:v>
                </c:pt>
                <c:pt idx="3">
                  <c:v>21.3</c:v>
                </c:pt>
                <c:pt idx="4">
                  <c:v>21.3</c:v>
                </c:pt>
                <c:pt idx="5">
                  <c:v>21.3</c:v>
                </c:pt>
                <c:pt idx="6">
                  <c:v>21.3</c:v>
                </c:pt>
                <c:pt idx="7">
                  <c:v>21.4</c:v>
                </c:pt>
                <c:pt idx="8">
                  <c:v>21.4</c:v>
                </c:pt>
                <c:pt idx="9">
                  <c:v>21.4</c:v>
                </c:pt>
                <c:pt idx="10">
                  <c:v>21.4</c:v>
                </c:pt>
                <c:pt idx="11">
                  <c:v>21.4</c:v>
                </c:pt>
                <c:pt idx="12">
                  <c:v>21.4</c:v>
                </c:pt>
                <c:pt idx="13">
                  <c:v>21.4</c:v>
                </c:pt>
                <c:pt idx="14">
                  <c:v>21.4</c:v>
                </c:pt>
                <c:pt idx="15">
                  <c:v>21.4</c:v>
                </c:pt>
                <c:pt idx="16">
                  <c:v>21.4</c:v>
                </c:pt>
                <c:pt idx="17">
                  <c:v>21.4</c:v>
                </c:pt>
                <c:pt idx="18">
                  <c:v>21.4</c:v>
                </c:pt>
                <c:pt idx="19">
                  <c:v>21.4</c:v>
                </c:pt>
                <c:pt idx="20">
                  <c:v>21.3</c:v>
                </c:pt>
                <c:pt idx="21">
                  <c:v>21.3</c:v>
                </c:pt>
                <c:pt idx="22">
                  <c:v>21.3</c:v>
                </c:pt>
                <c:pt idx="23">
                  <c:v>21.3</c:v>
                </c:pt>
                <c:pt idx="24">
                  <c:v>21.3</c:v>
                </c:pt>
                <c:pt idx="25">
                  <c:v>21.3</c:v>
                </c:pt>
                <c:pt idx="26">
                  <c:v>21.3</c:v>
                </c:pt>
                <c:pt idx="27">
                  <c:v>21.3</c:v>
                </c:pt>
                <c:pt idx="28">
                  <c:v>21.3</c:v>
                </c:pt>
                <c:pt idx="29">
                  <c:v>21.3</c:v>
                </c:pt>
                <c:pt idx="30">
                  <c:v>21.3</c:v>
                </c:pt>
                <c:pt idx="31">
                  <c:v>21.3</c:v>
                </c:pt>
                <c:pt idx="32">
                  <c:v>21.3</c:v>
                </c:pt>
                <c:pt idx="33">
                  <c:v>21.3</c:v>
                </c:pt>
                <c:pt idx="34">
                  <c:v>21.3</c:v>
                </c:pt>
                <c:pt idx="35">
                  <c:v>21.3</c:v>
                </c:pt>
                <c:pt idx="36">
                  <c:v>21.3</c:v>
                </c:pt>
                <c:pt idx="37">
                  <c:v>21.3</c:v>
                </c:pt>
                <c:pt idx="38">
                  <c:v>21.2</c:v>
                </c:pt>
                <c:pt idx="39">
                  <c:v>21.2</c:v>
                </c:pt>
                <c:pt idx="40">
                  <c:v>21.2</c:v>
                </c:pt>
                <c:pt idx="41">
                  <c:v>21.2</c:v>
                </c:pt>
                <c:pt idx="42">
                  <c:v>21.2</c:v>
                </c:pt>
                <c:pt idx="43">
                  <c:v>21.2</c:v>
                </c:pt>
                <c:pt idx="44">
                  <c:v>21.2</c:v>
                </c:pt>
                <c:pt idx="45">
                  <c:v>21.2</c:v>
                </c:pt>
                <c:pt idx="46">
                  <c:v>21.2</c:v>
                </c:pt>
                <c:pt idx="47">
                  <c:v>21.2</c:v>
                </c:pt>
                <c:pt idx="48">
                  <c:v>21.2</c:v>
                </c:pt>
                <c:pt idx="49">
                  <c:v>21.1</c:v>
                </c:pt>
                <c:pt idx="50">
                  <c:v>21.1</c:v>
                </c:pt>
                <c:pt idx="51">
                  <c:v>21.2</c:v>
                </c:pt>
                <c:pt idx="52">
                  <c:v>21.2</c:v>
                </c:pt>
                <c:pt idx="53">
                  <c:v>21.3</c:v>
                </c:pt>
                <c:pt idx="54">
                  <c:v>21.3</c:v>
                </c:pt>
                <c:pt idx="55">
                  <c:v>21.4</c:v>
                </c:pt>
                <c:pt idx="56">
                  <c:v>21.4</c:v>
                </c:pt>
                <c:pt idx="57">
                  <c:v>21.4</c:v>
                </c:pt>
                <c:pt idx="58">
                  <c:v>21.4</c:v>
                </c:pt>
                <c:pt idx="59">
                  <c:v>21.4</c:v>
                </c:pt>
                <c:pt idx="60">
                  <c:v>21.4</c:v>
                </c:pt>
                <c:pt idx="61">
                  <c:v>21.4</c:v>
                </c:pt>
                <c:pt idx="62">
                  <c:v>21.4</c:v>
                </c:pt>
                <c:pt idx="63">
                  <c:v>21.4</c:v>
                </c:pt>
                <c:pt idx="64">
                  <c:v>21.4</c:v>
                </c:pt>
                <c:pt idx="65">
                  <c:v>21.4</c:v>
                </c:pt>
                <c:pt idx="66">
                  <c:v>21.3</c:v>
                </c:pt>
                <c:pt idx="67">
                  <c:v>21.3</c:v>
                </c:pt>
                <c:pt idx="68">
                  <c:v>21.3</c:v>
                </c:pt>
                <c:pt idx="69">
                  <c:v>21.3</c:v>
                </c:pt>
                <c:pt idx="70">
                  <c:v>21.3</c:v>
                </c:pt>
                <c:pt idx="71">
                  <c:v>21.3</c:v>
                </c:pt>
                <c:pt idx="72">
                  <c:v>21.3</c:v>
                </c:pt>
                <c:pt idx="73">
                  <c:v>21.3</c:v>
                </c:pt>
                <c:pt idx="74">
                  <c:v>21.3</c:v>
                </c:pt>
                <c:pt idx="75">
                  <c:v>21.4</c:v>
                </c:pt>
                <c:pt idx="76">
                  <c:v>21.4</c:v>
                </c:pt>
                <c:pt idx="77">
                  <c:v>21.5</c:v>
                </c:pt>
                <c:pt idx="78">
                  <c:v>21.5</c:v>
                </c:pt>
                <c:pt idx="79">
                  <c:v>21.6</c:v>
                </c:pt>
                <c:pt idx="80">
                  <c:v>21.6</c:v>
                </c:pt>
                <c:pt idx="81">
                  <c:v>21.6</c:v>
                </c:pt>
                <c:pt idx="82">
                  <c:v>21.6</c:v>
                </c:pt>
                <c:pt idx="83">
                  <c:v>21.6</c:v>
                </c:pt>
                <c:pt idx="84">
                  <c:v>21.6</c:v>
                </c:pt>
                <c:pt idx="85">
                  <c:v>21.6</c:v>
                </c:pt>
                <c:pt idx="86">
                  <c:v>21.6</c:v>
                </c:pt>
                <c:pt idx="87">
                  <c:v>21.6</c:v>
                </c:pt>
                <c:pt idx="88">
                  <c:v>21.6</c:v>
                </c:pt>
                <c:pt idx="89">
                  <c:v>21.6</c:v>
                </c:pt>
                <c:pt idx="90">
                  <c:v>21.6</c:v>
                </c:pt>
                <c:pt idx="91">
                  <c:v>21.6</c:v>
                </c:pt>
                <c:pt idx="92">
                  <c:v>21.6</c:v>
                </c:pt>
                <c:pt idx="93">
                  <c:v>21.6</c:v>
                </c:pt>
                <c:pt idx="94">
                  <c:v>21.5</c:v>
                </c:pt>
                <c:pt idx="95">
                  <c:v>21.5</c:v>
                </c:pt>
                <c:pt idx="96">
                  <c:v>21.6</c:v>
                </c:pt>
                <c:pt idx="97">
                  <c:v>21.6</c:v>
                </c:pt>
                <c:pt idx="98">
                  <c:v>21.6</c:v>
                </c:pt>
                <c:pt idx="99">
                  <c:v>21.6</c:v>
                </c:pt>
                <c:pt idx="100">
                  <c:v>21.7</c:v>
                </c:pt>
                <c:pt idx="101">
                  <c:v>21.7</c:v>
                </c:pt>
                <c:pt idx="102">
                  <c:v>21.7</c:v>
                </c:pt>
                <c:pt idx="103">
                  <c:v>21.7</c:v>
                </c:pt>
                <c:pt idx="104">
                  <c:v>21.8</c:v>
                </c:pt>
                <c:pt idx="105">
                  <c:v>21.8</c:v>
                </c:pt>
                <c:pt idx="106">
                  <c:v>21.8</c:v>
                </c:pt>
                <c:pt idx="107">
                  <c:v>21.8</c:v>
                </c:pt>
                <c:pt idx="108">
                  <c:v>21.9</c:v>
                </c:pt>
                <c:pt idx="109">
                  <c:v>21.9</c:v>
                </c:pt>
                <c:pt idx="110">
                  <c:v>21.9</c:v>
                </c:pt>
                <c:pt idx="111">
                  <c:v>21.9</c:v>
                </c:pt>
                <c:pt idx="112">
                  <c:v>21.9</c:v>
                </c:pt>
                <c:pt idx="113">
                  <c:v>21.9</c:v>
                </c:pt>
                <c:pt idx="114">
                  <c:v>21.8</c:v>
                </c:pt>
                <c:pt idx="115">
                  <c:v>21.8</c:v>
                </c:pt>
                <c:pt idx="116">
                  <c:v>21.8</c:v>
                </c:pt>
                <c:pt idx="117">
                  <c:v>21.8</c:v>
                </c:pt>
                <c:pt idx="118">
                  <c:v>21.8</c:v>
                </c:pt>
                <c:pt idx="119">
                  <c:v>21.8</c:v>
                </c:pt>
                <c:pt idx="120">
                  <c:v>21.8</c:v>
                </c:pt>
                <c:pt idx="121">
                  <c:v>21.7</c:v>
                </c:pt>
                <c:pt idx="122">
                  <c:v>21.7</c:v>
                </c:pt>
                <c:pt idx="123">
                  <c:v>21.7</c:v>
                </c:pt>
                <c:pt idx="124">
                  <c:v>21.7</c:v>
                </c:pt>
                <c:pt idx="125">
                  <c:v>21.8</c:v>
                </c:pt>
                <c:pt idx="126">
                  <c:v>21.8</c:v>
                </c:pt>
                <c:pt idx="127">
                  <c:v>21.8</c:v>
                </c:pt>
                <c:pt idx="128">
                  <c:v>21.8</c:v>
                </c:pt>
                <c:pt idx="129">
                  <c:v>21.8</c:v>
                </c:pt>
                <c:pt idx="130">
                  <c:v>21.8</c:v>
                </c:pt>
                <c:pt idx="131">
                  <c:v>21.8</c:v>
                </c:pt>
                <c:pt idx="132">
                  <c:v>21.8</c:v>
                </c:pt>
                <c:pt idx="133">
                  <c:v>21.8</c:v>
                </c:pt>
                <c:pt idx="134">
                  <c:v>21.8</c:v>
                </c:pt>
                <c:pt idx="135">
                  <c:v>21.8</c:v>
                </c:pt>
                <c:pt idx="136">
                  <c:v>21.8</c:v>
                </c:pt>
                <c:pt idx="137">
                  <c:v>21.8</c:v>
                </c:pt>
                <c:pt idx="138">
                  <c:v>21.7</c:v>
                </c:pt>
                <c:pt idx="139">
                  <c:v>21.7</c:v>
                </c:pt>
                <c:pt idx="140">
                  <c:v>21.7</c:v>
                </c:pt>
                <c:pt idx="141">
                  <c:v>21.7</c:v>
                </c:pt>
                <c:pt idx="142">
                  <c:v>21.7</c:v>
                </c:pt>
                <c:pt idx="143">
                  <c:v>21.7</c:v>
                </c:pt>
                <c:pt idx="144">
                  <c:v>21.7</c:v>
                </c:pt>
                <c:pt idx="145">
                  <c:v>21.7</c:v>
                </c:pt>
                <c:pt idx="146">
                  <c:v>21.7</c:v>
                </c:pt>
                <c:pt idx="147">
                  <c:v>21.7</c:v>
                </c:pt>
                <c:pt idx="148">
                  <c:v>21.7</c:v>
                </c:pt>
                <c:pt idx="149">
                  <c:v>21.6</c:v>
                </c:pt>
                <c:pt idx="150">
                  <c:v>21.6</c:v>
                </c:pt>
                <c:pt idx="151">
                  <c:v>21.6</c:v>
                </c:pt>
                <c:pt idx="152">
                  <c:v>21.6</c:v>
                </c:pt>
                <c:pt idx="153">
                  <c:v>21.6</c:v>
                </c:pt>
                <c:pt idx="154">
                  <c:v>21.6</c:v>
                </c:pt>
                <c:pt idx="155">
                  <c:v>21.7</c:v>
                </c:pt>
                <c:pt idx="156">
                  <c:v>21.7</c:v>
                </c:pt>
                <c:pt idx="157">
                  <c:v>21.7</c:v>
                </c:pt>
                <c:pt idx="158">
                  <c:v>21.7</c:v>
                </c:pt>
                <c:pt idx="159">
                  <c:v>21.7</c:v>
                </c:pt>
                <c:pt idx="160">
                  <c:v>21.7</c:v>
                </c:pt>
                <c:pt idx="161">
                  <c:v>21.7</c:v>
                </c:pt>
                <c:pt idx="162">
                  <c:v>21.7</c:v>
                </c:pt>
                <c:pt idx="163">
                  <c:v>21.7</c:v>
                </c:pt>
                <c:pt idx="164">
                  <c:v>21.7</c:v>
                </c:pt>
                <c:pt idx="165">
                  <c:v>21.7</c:v>
                </c:pt>
                <c:pt idx="166">
                  <c:v>21.7</c:v>
                </c:pt>
                <c:pt idx="167">
                  <c:v>21.7</c:v>
                </c:pt>
                <c:pt idx="168">
                  <c:v>21.6</c:v>
                </c:pt>
                <c:pt idx="169">
                  <c:v>21.6</c:v>
                </c:pt>
                <c:pt idx="170">
                  <c:v>21.6</c:v>
                </c:pt>
                <c:pt idx="171">
                  <c:v>21.6</c:v>
                </c:pt>
                <c:pt idx="172">
                  <c:v>21.7</c:v>
                </c:pt>
                <c:pt idx="173">
                  <c:v>21.7</c:v>
                </c:pt>
                <c:pt idx="174">
                  <c:v>21.7</c:v>
                </c:pt>
                <c:pt idx="175">
                  <c:v>21.6</c:v>
                </c:pt>
                <c:pt idx="176">
                  <c:v>21.6</c:v>
                </c:pt>
                <c:pt idx="177">
                  <c:v>21.6</c:v>
                </c:pt>
                <c:pt idx="178">
                  <c:v>21.6</c:v>
                </c:pt>
                <c:pt idx="179">
                  <c:v>21.6</c:v>
                </c:pt>
                <c:pt idx="180">
                  <c:v>21.6</c:v>
                </c:pt>
                <c:pt idx="181">
                  <c:v>21.6</c:v>
                </c:pt>
                <c:pt idx="182">
                  <c:v>21.5</c:v>
                </c:pt>
                <c:pt idx="183">
                  <c:v>21.5</c:v>
                </c:pt>
                <c:pt idx="184">
                  <c:v>21.5</c:v>
                </c:pt>
                <c:pt idx="185">
                  <c:v>21.5</c:v>
                </c:pt>
                <c:pt idx="186">
                  <c:v>21.5</c:v>
                </c:pt>
                <c:pt idx="187">
                  <c:v>21.5</c:v>
                </c:pt>
                <c:pt idx="188">
                  <c:v>21.4</c:v>
                </c:pt>
                <c:pt idx="189">
                  <c:v>21.4</c:v>
                </c:pt>
                <c:pt idx="190">
                  <c:v>21.4</c:v>
                </c:pt>
                <c:pt idx="191">
                  <c:v>21.4</c:v>
                </c:pt>
                <c:pt idx="192">
                  <c:v>21.3</c:v>
                </c:pt>
                <c:pt idx="193">
                  <c:v>21.3</c:v>
                </c:pt>
                <c:pt idx="194">
                  <c:v>21.3</c:v>
                </c:pt>
                <c:pt idx="195">
                  <c:v>21.3</c:v>
                </c:pt>
                <c:pt idx="196">
                  <c:v>21.3</c:v>
                </c:pt>
                <c:pt idx="197">
                  <c:v>21.3</c:v>
                </c:pt>
                <c:pt idx="198">
                  <c:v>21.3</c:v>
                </c:pt>
                <c:pt idx="199">
                  <c:v>21.4</c:v>
                </c:pt>
                <c:pt idx="200">
                  <c:v>21.3</c:v>
                </c:pt>
                <c:pt idx="201">
                  <c:v>21.3</c:v>
                </c:pt>
                <c:pt idx="202">
                  <c:v>21.3</c:v>
                </c:pt>
                <c:pt idx="203">
                  <c:v>21.3</c:v>
                </c:pt>
                <c:pt idx="204">
                  <c:v>21.3</c:v>
                </c:pt>
                <c:pt idx="205">
                  <c:v>21.3</c:v>
                </c:pt>
                <c:pt idx="206">
                  <c:v>21.3</c:v>
                </c:pt>
                <c:pt idx="207">
                  <c:v>21.2</c:v>
                </c:pt>
                <c:pt idx="208">
                  <c:v>21.2</c:v>
                </c:pt>
                <c:pt idx="209">
                  <c:v>21.2</c:v>
                </c:pt>
                <c:pt idx="210">
                  <c:v>21.2</c:v>
                </c:pt>
                <c:pt idx="211">
                  <c:v>21.2</c:v>
                </c:pt>
                <c:pt idx="212">
                  <c:v>21.2</c:v>
                </c:pt>
                <c:pt idx="213">
                  <c:v>21.1</c:v>
                </c:pt>
                <c:pt idx="214">
                  <c:v>21.1</c:v>
                </c:pt>
                <c:pt idx="215">
                  <c:v>21.1</c:v>
                </c:pt>
                <c:pt idx="216">
                  <c:v>21.1</c:v>
                </c:pt>
                <c:pt idx="217">
                  <c:v>21.1</c:v>
                </c:pt>
                <c:pt idx="218">
                  <c:v>21.1</c:v>
                </c:pt>
                <c:pt idx="219">
                  <c:v>21.1</c:v>
                </c:pt>
                <c:pt idx="220">
                  <c:v>21.1</c:v>
                </c:pt>
                <c:pt idx="221">
                  <c:v>21.1</c:v>
                </c:pt>
                <c:pt idx="222">
                  <c:v>21.1</c:v>
                </c:pt>
                <c:pt idx="223">
                  <c:v>21.1</c:v>
                </c:pt>
                <c:pt idx="224">
                  <c:v>21.1</c:v>
                </c:pt>
                <c:pt idx="225">
                  <c:v>21.1</c:v>
                </c:pt>
                <c:pt idx="226">
                  <c:v>21.1</c:v>
                </c:pt>
                <c:pt idx="227">
                  <c:v>21.1</c:v>
                </c:pt>
                <c:pt idx="228">
                  <c:v>21.1</c:v>
                </c:pt>
                <c:pt idx="229">
                  <c:v>21</c:v>
                </c:pt>
                <c:pt idx="230">
                  <c:v>21</c:v>
                </c:pt>
                <c:pt idx="231">
                  <c:v>21</c:v>
                </c:pt>
                <c:pt idx="232">
                  <c:v>21</c:v>
                </c:pt>
                <c:pt idx="233">
                  <c:v>21</c:v>
                </c:pt>
                <c:pt idx="234">
                  <c:v>21</c:v>
                </c:pt>
                <c:pt idx="235">
                  <c:v>20.9</c:v>
                </c:pt>
                <c:pt idx="236">
                  <c:v>21</c:v>
                </c:pt>
                <c:pt idx="237">
                  <c:v>21</c:v>
                </c:pt>
                <c:pt idx="238">
                  <c:v>21</c:v>
                </c:pt>
                <c:pt idx="239">
                  <c:v>21</c:v>
                </c:pt>
              </c:numCache>
            </c:numRef>
          </c:val>
          <c:smooth val="0"/>
          <c:extLst>
            <c:ext xmlns:c16="http://schemas.microsoft.com/office/drawing/2014/chart" uri="{C3380CC4-5D6E-409C-BE32-E72D297353CC}">
              <c16:uniqueId val="{00000000-7E1A-4839-B19B-6B85A1432E00}"/>
            </c:ext>
          </c:extLst>
        </c:ser>
        <c:ser>
          <c:idx val="2"/>
          <c:order val="1"/>
          <c:tx>
            <c:strRef>
              <c:f>Sheet1!$E$1</c:f>
              <c:strCache>
                <c:ptCount val="1"/>
                <c:pt idx="0">
                  <c:v>Storage tank SH: Top layer [°C]</c:v>
                </c:pt>
              </c:strCache>
            </c:strRef>
          </c:tx>
          <c:spPr>
            <a:ln w="28575" cap="rnd">
              <a:solidFill>
                <a:srgbClr val="E86A58"/>
              </a:solidFill>
              <a:round/>
            </a:ln>
            <a:effectLst/>
          </c:spPr>
          <c:marker>
            <c:symbol val="none"/>
          </c:marker>
          <c:cat>
            <c:strRef>
              <c:f>Sheet1!$A$2:$A$241</c:f>
              <c:strCache>
                <c:ptCount val="240"/>
                <c:pt idx="0">
                  <c:v>01.01. 00:00</c:v>
                </c:pt>
                <c:pt idx="1">
                  <c:v>01.01. 01:00</c:v>
                </c:pt>
                <c:pt idx="2">
                  <c:v>01.01. 02:00</c:v>
                </c:pt>
                <c:pt idx="3">
                  <c:v>01.01. 03:00</c:v>
                </c:pt>
                <c:pt idx="4">
                  <c:v>01.01. 04:00</c:v>
                </c:pt>
                <c:pt idx="5">
                  <c:v>01.01. 05:00</c:v>
                </c:pt>
                <c:pt idx="6">
                  <c:v>01.01. 06:00</c:v>
                </c:pt>
                <c:pt idx="7">
                  <c:v>01.01. 07:00</c:v>
                </c:pt>
                <c:pt idx="8">
                  <c:v>01.01. 08:00</c:v>
                </c:pt>
                <c:pt idx="9">
                  <c:v>01.01. 09:00</c:v>
                </c:pt>
                <c:pt idx="10">
                  <c:v>01.01. 10:00</c:v>
                </c:pt>
                <c:pt idx="11">
                  <c:v>01.01. 11:00</c:v>
                </c:pt>
                <c:pt idx="12">
                  <c:v>01.01. 12:00</c:v>
                </c:pt>
                <c:pt idx="13">
                  <c:v>01.01. 13:00</c:v>
                </c:pt>
                <c:pt idx="14">
                  <c:v>01.01. 14:00</c:v>
                </c:pt>
                <c:pt idx="15">
                  <c:v>01.01. 15:00</c:v>
                </c:pt>
                <c:pt idx="16">
                  <c:v>01.01. 16:00</c:v>
                </c:pt>
                <c:pt idx="17">
                  <c:v>01.01. 17:00</c:v>
                </c:pt>
                <c:pt idx="18">
                  <c:v>01.01. 18:00</c:v>
                </c:pt>
                <c:pt idx="19">
                  <c:v>01.01. 19:00</c:v>
                </c:pt>
                <c:pt idx="20">
                  <c:v>01.01. 20:00</c:v>
                </c:pt>
                <c:pt idx="21">
                  <c:v>01.01. 21:00</c:v>
                </c:pt>
                <c:pt idx="22">
                  <c:v>01.01. 22:00</c:v>
                </c:pt>
                <c:pt idx="23">
                  <c:v>01.01. 23:00</c:v>
                </c:pt>
                <c:pt idx="24">
                  <c:v>02.01. 00:00</c:v>
                </c:pt>
                <c:pt idx="25">
                  <c:v>02.01. 01:00</c:v>
                </c:pt>
                <c:pt idx="26">
                  <c:v>02.01. 02:00</c:v>
                </c:pt>
                <c:pt idx="27">
                  <c:v>02.01. 03:00</c:v>
                </c:pt>
                <c:pt idx="28">
                  <c:v>02.01. 04:00</c:v>
                </c:pt>
                <c:pt idx="29">
                  <c:v>02.01. 05:00</c:v>
                </c:pt>
                <c:pt idx="30">
                  <c:v>02.01. 06:00</c:v>
                </c:pt>
                <c:pt idx="31">
                  <c:v>02.01. 07:00</c:v>
                </c:pt>
                <c:pt idx="32">
                  <c:v>02.01. 08:00</c:v>
                </c:pt>
                <c:pt idx="33">
                  <c:v>02.01. 09:00</c:v>
                </c:pt>
                <c:pt idx="34">
                  <c:v>02.01. 10:00</c:v>
                </c:pt>
                <c:pt idx="35">
                  <c:v>02.01. 11:00</c:v>
                </c:pt>
                <c:pt idx="36">
                  <c:v>02.01. 12:00</c:v>
                </c:pt>
                <c:pt idx="37">
                  <c:v>02.01. 13:00</c:v>
                </c:pt>
                <c:pt idx="38">
                  <c:v>02.01. 14:00</c:v>
                </c:pt>
                <c:pt idx="39">
                  <c:v>02.01. 15:00</c:v>
                </c:pt>
                <c:pt idx="40">
                  <c:v>02.01. 16:00</c:v>
                </c:pt>
                <c:pt idx="41">
                  <c:v>02.01. 17:00</c:v>
                </c:pt>
                <c:pt idx="42">
                  <c:v>02.01. 18:00</c:v>
                </c:pt>
                <c:pt idx="43">
                  <c:v>02.01. 19:00</c:v>
                </c:pt>
                <c:pt idx="44">
                  <c:v>02.01. 20:00</c:v>
                </c:pt>
                <c:pt idx="45">
                  <c:v>02.01. 21:00</c:v>
                </c:pt>
                <c:pt idx="46">
                  <c:v>02.01. 22:00</c:v>
                </c:pt>
                <c:pt idx="47">
                  <c:v>02.01. 23:00</c:v>
                </c:pt>
                <c:pt idx="48">
                  <c:v>03.01. 00:00</c:v>
                </c:pt>
                <c:pt idx="49">
                  <c:v>03.01. 01:00</c:v>
                </c:pt>
                <c:pt idx="50">
                  <c:v>03.01. 02:00</c:v>
                </c:pt>
                <c:pt idx="51">
                  <c:v>03.01. 03:00</c:v>
                </c:pt>
                <c:pt idx="52">
                  <c:v>03.01. 04:00</c:v>
                </c:pt>
                <c:pt idx="53">
                  <c:v>03.01. 05:00</c:v>
                </c:pt>
                <c:pt idx="54">
                  <c:v>03.01. 06:00</c:v>
                </c:pt>
                <c:pt idx="55">
                  <c:v>03.01. 07:00</c:v>
                </c:pt>
                <c:pt idx="56">
                  <c:v>03.01. 08:00</c:v>
                </c:pt>
                <c:pt idx="57">
                  <c:v>03.01. 09:00</c:v>
                </c:pt>
                <c:pt idx="58">
                  <c:v>03.01. 10:00</c:v>
                </c:pt>
                <c:pt idx="59">
                  <c:v>03.01. 11:00</c:v>
                </c:pt>
                <c:pt idx="60">
                  <c:v>03.01. 12:00</c:v>
                </c:pt>
                <c:pt idx="61">
                  <c:v>03.01. 13:00</c:v>
                </c:pt>
                <c:pt idx="62">
                  <c:v>03.01. 14:00</c:v>
                </c:pt>
                <c:pt idx="63">
                  <c:v>03.01. 15:00</c:v>
                </c:pt>
                <c:pt idx="64">
                  <c:v>03.01. 16:00</c:v>
                </c:pt>
                <c:pt idx="65">
                  <c:v>03.01. 17:00</c:v>
                </c:pt>
                <c:pt idx="66">
                  <c:v>03.01. 18:00</c:v>
                </c:pt>
                <c:pt idx="67">
                  <c:v>03.01. 19:00</c:v>
                </c:pt>
                <c:pt idx="68">
                  <c:v>03.01. 20:00</c:v>
                </c:pt>
                <c:pt idx="69">
                  <c:v>03.01. 21:00</c:v>
                </c:pt>
                <c:pt idx="70">
                  <c:v>03.01. 22:00</c:v>
                </c:pt>
                <c:pt idx="71">
                  <c:v>03.01. 23:00</c:v>
                </c:pt>
                <c:pt idx="72">
                  <c:v>04.01. 00:00</c:v>
                </c:pt>
                <c:pt idx="73">
                  <c:v>04.01. 01:00</c:v>
                </c:pt>
                <c:pt idx="74">
                  <c:v>04.01. 02:00</c:v>
                </c:pt>
                <c:pt idx="75">
                  <c:v>04.01. 03:00</c:v>
                </c:pt>
                <c:pt idx="76">
                  <c:v>04.01. 04:00</c:v>
                </c:pt>
                <c:pt idx="77">
                  <c:v>04.01. 05:00</c:v>
                </c:pt>
                <c:pt idx="78">
                  <c:v>04.01. 06:00</c:v>
                </c:pt>
                <c:pt idx="79">
                  <c:v>04.01. 07:00</c:v>
                </c:pt>
                <c:pt idx="80">
                  <c:v>04.01. 08:00</c:v>
                </c:pt>
                <c:pt idx="81">
                  <c:v>04.01. 09:00</c:v>
                </c:pt>
                <c:pt idx="82">
                  <c:v>04.01. 10:00</c:v>
                </c:pt>
                <c:pt idx="83">
                  <c:v>04.01. 11:00</c:v>
                </c:pt>
                <c:pt idx="84">
                  <c:v>04.01. 12:00</c:v>
                </c:pt>
                <c:pt idx="85">
                  <c:v>04.01. 13:00</c:v>
                </c:pt>
                <c:pt idx="86">
                  <c:v>04.01. 14:00</c:v>
                </c:pt>
                <c:pt idx="87">
                  <c:v>04.01. 15:00</c:v>
                </c:pt>
                <c:pt idx="88">
                  <c:v>04.01. 16:00</c:v>
                </c:pt>
                <c:pt idx="89">
                  <c:v>04.01. 17:00</c:v>
                </c:pt>
                <c:pt idx="90">
                  <c:v>04.01. 18:00</c:v>
                </c:pt>
                <c:pt idx="91">
                  <c:v>04.01. 19:00</c:v>
                </c:pt>
                <c:pt idx="92">
                  <c:v>04.01. 20:00</c:v>
                </c:pt>
                <c:pt idx="93">
                  <c:v>04.01. 21:00</c:v>
                </c:pt>
                <c:pt idx="94">
                  <c:v>04.01. 22:00</c:v>
                </c:pt>
                <c:pt idx="95">
                  <c:v>04.01. 23:00</c:v>
                </c:pt>
                <c:pt idx="96">
                  <c:v>05.01. 00:00</c:v>
                </c:pt>
                <c:pt idx="97">
                  <c:v>05.01. 01:00</c:v>
                </c:pt>
                <c:pt idx="98">
                  <c:v>05.01. 02:00</c:v>
                </c:pt>
                <c:pt idx="99">
                  <c:v>05.01. 03:00</c:v>
                </c:pt>
                <c:pt idx="100">
                  <c:v>05.01. 04:00</c:v>
                </c:pt>
                <c:pt idx="101">
                  <c:v>05.01. 05:00</c:v>
                </c:pt>
                <c:pt idx="102">
                  <c:v>05.01. 06:00</c:v>
                </c:pt>
                <c:pt idx="103">
                  <c:v>05.01. 07:00</c:v>
                </c:pt>
                <c:pt idx="104">
                  <c:v>05.01. 08:00</c:v>
                </c:pt>
                <c:pt idx="105">
                  <c:v>05.01. 09:00</c:v>
                </c:pt>
                <c:pt idx="106">
                  <c:v>05.01. 10:00</c:v>
                </c:pt>
                <c:pt idx="107">
                  <c:v>05.01. 11:00</c:v>
                </c:pt>
                <c:pt idx="108">
                  <c:v>05.01. 12:00</c:v>
                </c:pt>
                <c:pt idx="109">
                  <c:v>05.01. 13:00</c:v>
                </c:pt>
                <c:pt idx="110">
                  <c:v>05.01. 14:00</c:v>
                </c:pt>
                <c:pt idx="111">
                  <c:v>05.01. 15:00</c:v>
                </c:pt>
                <c:pt idx="112">
                  <c:v>05.01. 16:00</c:v>
                </c:pt>
                <c:pt idx="113">
                  <c:v>05.01. 17:00</c:v>
                </c:pt>
                <c:pt idx="114">
                  <c:v>05.01. 18:00</c:v>
                </c:pt>
                <c:pt idx="115">
                  <c:v>05.01. 19:00</c:v>
                </c:pt>
                <c:pt idx="116">
                  <c:v>05.01. 20:00</c:v>
                </c:pt>
                <c:pt idx="117">
                  <c:v>05.01. 21:00</c:v>
                </c:pt>
                <c:pt idx="118">
                  <c:v>05.01. 22:00</c:v>
                </c:pt>
                <c:pt idx="119">
                  <c:v>05.01. 23:00</c:v>
                </c:pt>
                <c:pt idx="120">
                  <c:v>06.01. 00:00</c:v>
                </c:pt>
                <c:pt idx="121">
                  <c:v>06.01. 01:00</c:v>
                </c:pt>
                <c:pt idx="122">
                  <c:v>06.01. 02:00</c:v>
                </c:pt>
                <c:pt idx="123">
                  <c:v>06.01. 03:00</c:v>
                </c:pt>
                <c:pt idx="124">
                  <c:v>06.01. 04:00</c:v>
                </c:pt>
                <c:pt idx="125">
                  <c:v>06.01. 05:00</c:v>
                </c:pt>
                <c:pt idx="126">
                  <c:v>06.01. 06:00</c:v>
                </c:pt>
                <c:pt idx="127">
                  <c:v>06.01. 07:00</c:v>
                </c:pt>
                <c:pt idx="128">
                  <c:v>06.01. 08:00</c:v>
                </c:pt>
                <c:pt idx="129">
                  <c:v>06.01. 09:00</c:v>
                </c:pt>
                <c:pt idx="130">
                  <c:v>06.01. 10:00</c:v>
                </c:pt>
                <c:pt idx="131">
                  <c:v>06.01. 11:00</c:v>
                </c:pt>
                <c:pt idx="132">
                  <c:v>06.01. 12:00</c:v>
                </c:pt>
                <c:pt idx="133">
                  <c:v>06.01. 13:00</c:v>
                </c:pt>
                <c:pt idx="134">
                  <c:v>06.01. 14:00</c:v>
                </c:pt>
                <c:pt idx="135">
                  <c:v>06.01. 15:00</c:v>
                </c:pt>
                <c:pt idx="136">
                  <c:v>06.01. 16:00</c:v>
                </c:pt>
                <c:pt idx="137">
                  <c:v>06.01. 17:00</c:v>
                </c:pt>
                <c:pt idx="138">
                  <c:v>06.01. 18:00</c:v>
                </c:pt>
                <c:pt idx="139">
                  <c:v>06.01. 19:00</c:v>
                </c:pt>
                <c:pt idx="140">
                  <c:v>06.01. 20:00</c:v>
                </c:pt>
                <c:pt idx="141">
                  <c:v>06.01. 21:00</c:v>
                </c:pt>
                <c:pt idx="142">
                  <c:v>06.01. 22:00</c:v>
                </c:pt>
                <c:pt idx="143">
                  <c:v>06.01. 23:00</c:v>
                </c:pt>
                <c:pt idx="144">
                  <c:v>07.01. 00:00</c:v>
                </c:pt>
                <c:pt idx="145">
                  <c:v>07.01. 01:00</c:v>
                </c:pt>
                <c:pt idx="146">
                  <c:v>07.01. 02:00</c:v>
                </c:pt>
                <c:pt idx="147">
                  <c:v>07.01. 03:00</c:v>
                </c:pt>
                <c:pt idx="148">
                  <c:v>07.01. 04:00</c:v>
                </c:pt>
                <c:pt idx="149">
                  <c:v>07.01. 05:00</c:v>
                </c:pt>
                <c:pt idx="150">
                  <c:v>07.01. 06:00</c:v>
                </c:pt>
                <c:pt idx="151">
                  <c:v>07.01. 07:00</c:v>
                </c:pt>
                <c:pt idx="152">
                  <c:v>07.01. 08:00</c:v>
                </c:pt>
                <c:pt idx="153">
                  <c:v>07.01. 09:00</c:v>
                </c:pt>
                <c:pt idx="154">
                  <c:v>07.01. 10:00</c:v>
                </c:pt>
                <c:pt idx="155">
                  <c:v>07.01. 11:00</c:v>
                </c:pt>
                <c:pt idx="156">
                  <c:v>07.01. 12:00</c:v>
                </c:pt>
                <c:pt idx="157">
                  <c:v>07.01. 13:00</c:v>
                </c:pt>
                <c:pt idx="158">
                  <c:v>07.01. 14:00</c:v>
                </c:pt>
                <c:pt idx="159">
                  <c:v>07.01. 15:00</c:v>
                </c:pt>
                <c:pt idx="160">
                  <c:v>07.01. 16:00</c:v>
                </c:pt>
                <c:pt idx="161">
                  <c:v>07.01. 17:00</c:v>
                </c:pt>
                <c:pt idx="162">
                  <c:v>07.01. 18:00</c:v>
                </c:pt>
                <c:pt idx="163">
                  <c:v>07.01. 19:00</c:v>
                </c:pt>
                <c:pt idx="164">
                  <c:v>07.01. 20:00</c:v>
                </c:pt>
                <c:pt idx="165">
                  <c:v>07.01. 21:00</c:v>
                </c:pt>
                <c:pt idx="166">
                  <c:v>07.01. 22:00</c:v>
                </c:pt>
                <c:pt idx="167">
                  <c:v>07.01. 23:00</c:v>
                </c:pt>
                <c:pt idx="168">
                  <c:v>08.01. 00:00</c:v>
                </c:pt>
                <c:pt idx="169">
                  <c:v>08.01. 01:00</c:v>
                </c:pt>
                <c:pt idx="170">
                  <c:v>08.01. 02:00</c:v>
                </c:pt>
                <c:pt idx="171">
                  <c:v>08.01. 03:00</c:v>
                </c:pt>
                <c:pt idx="172">
                  <c:v>08.01. 04:00</c:v>
                </c:pt>
                <c:pt idx="173">
                  <c:v>08.01. 05:00</c:v>
                </c:pt>
                <c:pt idx="174">
                  <c:v>08.01. 06:00</c:v>
                </c:pt>
                <c:pt idx="175">
                  <c:v>08.01. 07:00</c:v>
                </c:pt>
                <c:pt idx="176">
                  <c:v>08.01. 08:00</c:v>
                </c:pt>
                <c:pt idx="177">
                  <c:v>08.01. 09:00</c:v>
                </c:pt>
                <c:pt idx="178">
                  <c:v>08.01. 10:00</c:v>
                </c:pt>
                <c:pt idx="179">
                  <c:v>08.01. 11:00</c:v>
                </c:pt>
                <c:pt idx="180">
                  <c:v>08.01. 12:00</c:v>
                </c:pt>
                <c:pt idx="181">
                  <c:v>08.01. 13:00</c:v>
                </c:pt>
                <c:pt idx="182">
                  <c:v>08.01. 14:00</c:v>
                </c:pt>
                <c:pt idx="183">
                  <c:v>08.01. 15:00</c:v>
                </c:pt>
                <c:pt idx="184">
                  <c:v>08.01. 16:00</c:v>
                </c:pt>
                <c:pt idx="185">
                  <c:v>08.01. 17:00</c:v>
                </c:pt>
                <c:pt idx="186">
                  <c:v>08.01. 18:00</c:v>
                </c:pt>
                <c:pt idx="187">
                  <c:v>08.01. 19:00</c:v>
                </c:pt>
                <c:pt idx="188">
                  <c:v>08.01. 20:00</c:v>
                </c:pt>
                <c:pt idx="189">
                  <c:v>08.01. 21:00</c:v>
                </c:pt>
                <c:pt idx="190">
                  <c:v>08.01. 22:00</c:v>
                </c:pt>
                <c:pt idx="191">
                  <c:v>08.01. 23:00</c:v>
                </c:pt>
                <c:pt idx="192">
                  <c:v>09.01. 00:00</c:v>
                </c:pt>
                <c:pt idx="193">
                  <c:v>09.01. 01:00</c:v>
                </c:pt>
                <c:pt idx="194">
                  <c:v>09.01. 02:00</c:v>
                </c:pt>
                <c:pt idx="195">
                  <c:v>09.01. 03:00</c:v>
                </c:pt>
                <c:pt idx="196">
                  <c:v>09.01. 04:00</c:v>
                </c:pt>
                <c:pt idx="197">
                  <c:v>09.01. 05:00</c:v>
                </c:pt>
                <c:pt idx="198">
                  <c:v>09.01. 06:00</c:v>
                </c:pt>
                <c:pt idx="199">
                  <c:v>09.01. 07:00</c:v>
                </c:pt>
                <c:pt idx="200">
                  <c:v>09.01. 08:00</c:v>
                </c:pt>
                <c:pt idx="201">
                  <c:v>09.01. 09:00</c:v>
                </c:pt>
                <c:pt idx="202">
                  <c:v>09.01. 10:00</c:v>
                </c:pt>
                <c:pt idx="203">
                  <c:v>09.01. 11:00</c:v>
                </c:pt>
                <c:pt idx="204">
                  <c:v>09.01. 12:00</c:v>
                </c:pt>
                <c:pt idx="205">
                  <c:v>09.01. 13:00</c:v>
                </c:pt>
                <c:pt idx="206">
                  <c:v>09.01. 14:00</c:v>
                </c:pt>
                <c:pt idx="207">
                  <c:v>09.01. 15:00</c:v>
                </c:pt>
                <c:pt idx="208">
                  <c:v>09.01. 16:00</c:v>
                </c:pt>
                <c:pt idx="209">
                  <c:v>09.01. 17:00</c:v>
                </c:pt>
                <c:pt idx="210">
                  <c:v>09.01. 18:00</c:v>
                </c:pt>
                <c:pt idx="211">
                  <c:v>09.01. 19:00</c:v>
                </c:pt>
                <c:pt idx="212">
                  <c:v>09.01. 20:00</c:v>
                </c:pt>
                <c:pt idx="213">
                  <c:v>09.01. 21:00</c:v>
                </c:pt>
                <c:pt idx="214">
                  <c:v>09.01. 22:00</c:v>
                </c:pt>
                <c:pt idx="215">
                  <c:v>09.01. 23:00</c:v>
                </c:pt>
                <c:pt idx="216">
                  <c:v>10.01. 00:00</c:v>
                </c:pt>
                <c:pt idx="217">
                  <c:v>10.01. 01:00</c:v>
                </c:pt>
                <c:pt idx="218">
                  <c:v>10.01. 02:00</c:v>
                </c:pt>
                <c:pt idx="219">
                  <c:v>10.01. 03:00</c:v>
                </c:pt>
                <c:pt idx="220">
                  <c:v>10.01. 04:00</c:v>
                </c:pt>
                <c:pt idx="221">
                  <c:v>10.01. 05:00</c:v>
                </c:pt>
                <c:pt idx="222">
                  <c:v>10.01. 06:00</c:v>
                </c:pt>
                <c:pt idx="223">
                  <c:v>10.01. 07:00</c:v>
                </c:pt>
                <c:pt idx="224">
                  <c:v>10.01. 08:00</c:v>
                </c:pt>
                <c:pt idx="225">
                  <c:v>10.01. 09:00</c:v>
                </c:pt>
                <c:pt idx="226">
                  <c:v>10.01. 10:00</c:v>
                </c:pt>
                <c:pt idx="227">
                  <c:v>10.01. 11:00</c:v>
                </c:pt>
                <c:pt idx="228">
                  <c:v>10.01. 12:00</c:v>
                </c:pt>
                <c:pt idx="229">
                  <c:v>10.01. 13:00</c:v>
                </c:pt>
                <c:pt idx="230">
                  <c:v>10.01. 14:00</c:v>
                </c:pt>
                <c:pt idx="231">
                  <c:v>10.01. 15:00</c:v>
                </c:pt>
                <c:pt idx="232">
                  <c:v>10.01. 16:00</c:v>
                </c:pt>
                <c:pt idx="233">
                  <c:v>10.01. 17:00</c:v>
                </c:pt>
                <c:pt idx="234">
                  <c:v>10.01. 18:00</c:v>
                </c:pt>
                <c:pt idx="235">
                  <c:v>10.01. 19:00</c:v>
                </c:pt>
                <c:pt idx="236">
                  <c:v>10.01. 20:00</c:v>
                </c:pt>
                <c:pt idx="237">
                  <c:v>10.01. 21:00</c:v>
                </c:pt>
                <c:pt idx="238">
                  <c:v>10.01. 22:00</c:v>
                </c:pt>
                <c:pt idx="239">
                  <c:v>10.01. 23:00</c:v>
                </c:pt>
              </c:strCache>
            </c:strRef>
          </c:cat>
          <c:val>
            <c:numRef>
              <c:f>Sheet1!$E$2:$E$241</c:f>
              <c:numCache>
                <c:formatCode>General</c:formatCode>
                <c:ptCount val="240"/>
                <c:pt idx="0">
                  <c:v>29.5</c:v>
                </c:pt>
                <c:pt idx="1">
                  <c:v>28.4</c:v>
                </c:pt>
                <c:pt idx="2">
                  <c:v>26.3</c:v>
                </c:pt>
                <c:pt idx="3">
                  <c:v>26.4</c:v>
                </c:pt>
                <c:pt idx="4">
                  <c:v>26.8</c:v>
                </c:pt>
                <c:pt idx="5">
                  <c:v>27.2</c:v>
                </c:pt>
                <c:pt idx="6">
                  <c:v>27.7</c:v>
                </c:pt>
                <c:pt idx="7">
                  <c:v>25.6</c:v>
                </c:pt>
                <c:pt idx="8">
                  <c:v>23.4</c:v>
                </c:pt>
                <c:pt idx="9">
                  <c:v>24.7</c:v>
                </c:pt>
                <c:pt idx="10">
                  <c:v>25.9</c:v>
                </c:pt>
                <c:pt idx="11">
                  <c:v>26.1</c:v>
                </c:pt>
                <c:pt idx="12">
                  <c:v>27</c:v>
                </c:pt>
                <c:pt idx="13">
                  <c:v>27.8</c:v>
                </c:pt>
                <c:pt idx="14">
                  <c:v>24.8</c:v>
                </c:pt>
                <c:pt idx="15">
                  <c:v>24.7</c:v>
                </c:pt>
                <c:pt idx="16">
                  <c:v>25.9</c:v>
                </c:pt>
                <c:pt idx="17">
                  <c:v>26.3</c:v>
                </c:pt>
                <c:pt idx="18">
                  <c:v>26.4</c:v>
                </c:pt>
                <c:pt idx="19">
                  <c:v>24</c:v>
                </c:pt>
                <c:pt idx="20">
                  <c:v>22.8</c:v>
                </c:pt>
                <c:pt idx="21">
                  <c:v>24.5</c:v>
                </c:pt>
                <c:pt idx="22">
                  <c:v>25.6</c:v>
                </c:pt>
                <c:pt idx="23">
                  <c:v>26.1</c:v>
                </c:pt>
                <c:pt idx="24">
                  <c:v>26.5</c:v>
                </c:pt>
                <c:pt idx="25">
                  <c:v>26.7</c:v>
                </c:pt>
                <c:pt idx="26">
                  <c:v>26.9</c:v>
                </c:pt>
                <c:pt idx="27">
                  <c:v>27</c:v>
                </c:pt>
                <c:pt idx="28">
                  <c:v>25.7</c:v>
                </c:pt>
                <c:pt idx="29">
                  <c:v>23.9</c:v>
                </c:pt>
                <c:pt idx="30">
                  <c:v>25.5</c:v>
                </c:pt>
                <c:pt idx="31">
                  <c:v>26.4</c:v>
                </c:pt>
                <c:pt idx="32">
                  <c:v>26.9</c:v>
                </c:pt>
                <c:pt idx="33">
                  <c:v>25</c:v>
                </c:pt>
                <c:pt idx="34">
                  <c:v>24.1</c:v>
                </c:pt>
                <c:pt idx="35">
                  <c:v>25.6</c:v>
                </c:pt>
                <c:pt idx="36">
                  <c:v>26.2</c:v>
                </c:pt>
                <c:pt idx="37">
                  <c:v>26.6</c:v>
                </c:pt>
                <c:pt idx="38">
                  <c:v>26.8</c:v>
                </c:pt>
                <c:pt idx="39">
                  <c:v>25</c:v>
                </c:pt>
                <c:pt idx="40">
                  <c:v>24.1</c:v>
                </c:pt>
                <c:pt idx="41">
                  <c:v>25.7</c:v>
                </c:pt>
                <c:pt idx="42">
                  <c:v>26.4</c:v>
                </c:pt>
                <c:pt idx="43">
                  <c:v>26.4</c:v>
                </c:pt>
                <c:pt idx="44">
                  <c:v>23.9</c:v>
                </c:pt>
                <c:pt idx="45">
                  <c:v>24.6</c:v>
                </c:pt>
                <c:pt idx="46">
                  <c:v>26</c:v>
                </c:pt>
                <c:pt idx="47">
                  <c:v>26.7</c:v>
                </c:pt>
                <c:pt idx="48">
                  <c:v>27</c:v>
                </c:pt>
                <c:pt idx="49">
                  <c:v>27.2</c:v>
                </c:pt>
                <c:pt idx="50">
                  <c:v>27.2</c:v>
                </c:pt>
                <c:pt idx="51">
                  <c:v>27.2</c:v>
                </c:pt>
                <c:pt idx="52">
                  <c:v>25.5</c:v>
                </c:pt>
                <c:pt idx="53">
                  <c:v>24.1</c:v>
                </c:pt>
                <c:pt idx="54">
                  <c:v>25.6</c:v>
                </c:pt>
                <c:pt idx="55">
                  <c:v>26.4</c:v>
                </c:pt>
                <c:pt idx="56">
                  <c:v>26.8</c:v>
                </c:pt>
                <c:pt idx="57">
                  <c:v>24.9</c:v>
                </c:pt>
                <c:pt idx="58">
                  <c:v>23.9</c:v>
                </c:pt>
                <c:pt idx="59">
                  <c:v>25.3</c:v>
                </c:pt>
                <c:pt idx="60">
                  <c:v>26.1</c:v>
                </c:pt>
                <c:pt idx="61">
                  <c:v>26.6</c:v>
                </c:pt>
                <c:pt idx="62">
                  <c:v>26.8</c:v>
                </c:pt>
                <c:pt idx="63">
                  <c:v>24.9</c:v>
                </c:pt>
                <c:pt idx="64">
                  <c:v>23.8</c:v>
                </c:pt>
                <c:pt idx="65">
                  <c:v>25.3</c:v>
                </c:pt>
                <c:pt idx="66">
                  <c:v>26</c:v>
                </c:pt>
                <c:pt idx="67">
                  <c:v>25.9</c:v>
                </c:pt>
                <c:pt idx="68">
                  <c:v>23.7</c:v>
                </c:pt>
                <c:pt idx="69">
                  <c:v>23.5</c:v>
                </c:pt>
                <c:pt idx="70">
                  <c:v>25.3</c:v>
                </c:pt>
                <c:pt idx="71">
                  <c:v>26.3</c:v>
                </c:pt>
                <c:pt idx="72">
                  <c:v>26.7</c:v>
                </c:pt>
                <c:pt idx="73">
                  <c:v>27</c:v>
                </c:pt>
                <c:pt idx="74">
                  <c:v>27.3</c:v>
                </c:pt>
                <c:pt idx="75">
                  <c:v>27.4</c:v>
                </c:pt>
                <c:pt idx="76">
                  <c:v>27.6</c:v>
                </c:pt>
                <c:pt idx="77">
                  <c:v>26.6</c:v>
                </c:pt>
                <c:pt idx="78">
                  <c:v>23.9</c:v>
                </c:pt>
                <c:pt idx="79">
                  <c:v>25.3</c:v>
                </c:pt>
                <c:pt idx="80">
                  <c:v>26.7</c:v>
                </c:pt>
                <c:pt idx="81">
                  <c:v>27.3</c:v>
                </c:pt>
                <c:pt idx="82">
                  <c:v>27.4</c:v>
                </c:pt>
                <c:pt idx="83">
                  <c:v>26.7</c:v>
                </c:pt>
                <c:pt idx="84">
                  <c:v>24.1</c:v>
                </c:pt>
                <c:pt idx="85">
                  <c:v>25.4</c:v>
                </c:pt>
                <c:pt idx="86">
                  <c:v>26.5</c:v>
                </c:pt>
                <c:pt idx="87">
                  <c:v>27.1</c:v>
                </c:pt>
                <c:pt idx="88">
                  <c:v>27.5</c:v>
                </c:pt>
                <c:pt idx="89">
                  <c:v>27.6</c:v>
                </c:pt>
                <c:pt idx="90">
                  <c:v>25</c:v>
                </c:pt>
                <c:pt idx="91">
                  <c:v>24.1</c:v>
                </c:pt>
                <c:pt idx="92">
                  <c:v>26.3</c:v>
                </c:pt>
                <c:pt idx="93">
                  <c:v>27.3</c:v>
                </c:pt>
                <c:pt idx="94">
                  <c:v>27.9</c:v>
                </c:pt>
                <c:pt idx="95">
                  <c:v>28.3</c:v>
                </c:pt>
                <c:pt idx="96">
                  <c:v>27.8</c:v>
                </c:pt>
                <c:pt idx="97">
                  <c:v>25.9</c:v>
                </c:pt>
                <c:pt idx="98">
                  <c:v>27.5</c:v>
                </c:pt>
                <c:pt idx="99">
                  <c:v>28.2</c:v>
                </c:pt>
                <c:pt idx="100">
                  <c:v>28.7</c:v>
                </c:pt>
                <c:pt idx="101">
                  <c:v>28.9</c:v>
                </c:pt>
                <c:pt idx="102">
                  <c:v>28.7</c:v>
                </c:pt>
                <c:pt idx="103">
                  <c:v>25.4</c:v>
                </c:pt>
                <c:pt idx="104">
                  <c:v>26.6</c:v>
                </c:pt>
                <c:pt idx="105">
                  <c:v>27.7</c:v>
                </c:pt>
                <c:pt idx="106">
                  <c:v>27.9</c:v>
                </c:pt>
                <c:pt idx="107">
                  <c:v>27.8</c:v>
                </c:pt>
                <c:pt idx="108">
                  <c:v>27.7</c:v>
                </c:pt>
                <c:pt idx="109">
                  <c:v>24.6</c:v>
                </c:pt>
                <c:pt idx="110">
                  <c:v>25.5</c:v>
                </c:pt>
                <c:pt idx="111">
                  <c:v>26.8</c:v>
                </c:pt>
                <c:pt idx="112">
                  <c:v>27.4</c:v>
                </c:pt>
                <c:pt idx="113">
                  <c:v>27.9</c:v>
                </c:pt>
                <c:pt idx="114">
                  <c:v>26.5</c:v>
                </c:pt>
                <c:pt idx="115">
                  <c:v>24.4</c:v>
                </c:pt>
                <c:pt idx="116">
                  <c:v>26.4</c:v>
                </c:pt>
                <c:pt idx="117">
                  <c:v>27.6</c:v>
                </c:pt>
                <c:pt idx="118">
                  <c:v>28.3</c:v>
                </c:pt>
                <c:pt idx="119">
                  <c:v>28.8</c:v>
                </c:pt>
                <c:pt idx="120">
                  <c:v>27.1</c:v>
                </c:pt>
                <c:pt idx="121">
                  <c:v>26.8</c:v>
                </c:pt>
                <c:pt idx="122">
                  <c:v>28.2</c:v>
                </c:pt>
                <c:pt idx="123">
                  <c:v>28.9</c:v>
                </c:pt>
                <c:pt idx="124">
                  <c:v>29.3</c:v>
                </c:pt>
                <c:pt idx="125">
                  <c:v>29.6</c:v>
                </c:pt>
                <c:pt idx="126">
                  <c:v>29.2</c:v>
                </c:pt>
                <c:pt idx="127">
                  <c:v>25.8</c:v>
                </c:pt>
                <c:pt idx="128">
                  <c:v>27.2</c:v>
                </c:pt>
                <c:pt idx="129">
                  <c:v>28.6</c:v>
                </c:pt>
                <c:pt idx="130">
                  <c:v>29.2</c:v>
                </c:pt>
                <c:pt idx="131">
                  <c:v>29.5</c:v>
                </c:pt>
                <c:pt idx="132">
                  <c:v>29.4</c:v>
                </c:pt>
                <c:pt idx="133">
                  <c:v>26.5</c:v>
                </c:pt>
                <c:pt idx="134">
                  <c:v>27.6</c:v>
                </c:pt>
                <c:pt idx="135">
                  <c:v>28.7</c:v>
                </c:pt>
                <c:pt idx="136">
                  <c:v>29.2</c:v>
                </c:pt>
                <c:pt idx="137">
                  <c:v>29.5</c:v>
                </c:pt>
                <c:pt idx="138">
                  <c:v>27.2</c:v>
                </c:pt>
                <c:pt idx="139">
                  <c:v>25.5</c:v>
                </c:pt>
                <c:pt idx="140">
                  <c:v>27.7</c:v>
                </c:pt>
                <c:pt idx="141">
                  <c:v>28.8</c:v>
                </c:pt>
                <c:pt idx="142">
                  <c:v>29.3</c:v>
                </c:pt>
                <c:pt idx="143">
                  <c:v>29.6</c:v>
                </c:pt>
                <c:pt idx="144">
                  <c:v>29.5</c:v>
                </c:pt>
                <c:pt idx="145">
                  <c:v>26.9</c:v>
                </c:pt>
                <c:pt idx="146">
                  <c:v>28.2</c:v>
                </c:pt>
                <c:pt idx="147">
                  <c:v>29</c:v>
                </c:pt>
                <c:pt idx="148">
                  <c:v>29.3</c:v>
                </c:pt>
                <c:pt idx="149">
                  <c:v>29.5</c:v>
                </c:pt>
                <c:pt idx="150">
                  <c:v>29.5</c:v>
                </c:pt>
                <c:pt idx="151">
                  <c:v>26.3</c:v>
                </c:pt>
                <c:pt idx="152">
                  <c:v>26.5</c:v>
                </c:pt>
                <c:pt idx="153">
                  <c:v>28</c:v>
                </c:pt>
                <c:pt idx="154">
                  <c:v>28.5</c:v>
                </c:pt>
                <c:pt idx="155">
                  <c:v>28.6</c:v>
                </c:pt>
                <c:pt idx="156">
                  <c:v>28.2</c:v>
                </c:pt>
                <c:pt idx="157">
                  <c:v>25.2</c:v>
                </c:pt>
                <c:pt idx="158">
                  <c:v>26.5</c:v>
                </c:pt>
                <c:pt idx="159">
                  <c:v>27.6</c:v>
                </c:pt>
                <c:pt idx="160">
                  <c:v>28.2</c:v>
                </c:pt>
                <c:pt idx="161">
                  <c:v>28.5</c:v>
                </c:pt>
                <c:pt idx="162">
                  <c:v>27.2</c:v>
                </c:pt>
                <c:pt idx="163">
                  <c:v>24.9</c:v>
                </c:pt>
                <c:pt idx="164">
                  <c:v>26.8</c:v>
                </c:pt>
                <c:pt idx="165">
                  <c:v>27.9</c:v>
                </c:pt>
                <c:pt idx="166">
                  <c:v>28.5</c:v>
                </c:pt>
                <c:pt idx="167">
                  <c:v>28.9</c:v>
                </c:pt>
                <c:pt idx="168">
                  <c:v>26.8</c:v>
                </c:pt>
                <c:pt idx="169">
                  <c:v>27.3</c:v>
                </c:pt>
                <c:pt idx="170">
                  <c:v>28.4</c:v>
                </c:pt>
                <c:pt idx="171">
                  <c:v>29.1</c:v>
                </c:pt>
                <c:pt idx="172">
                  <c:v>29.4</c:v>
                </c:pt>
                <c:pt idx="173">
                  <c:v>29.7</c:v>
                </c:pt>
                <c:pt idx="174">
                  <c:v>29.2</c:v>
                </c:pt>
                <c:pt idx="175">
                  <c:v>25.8</c:v>
                </c:pt>
                <c:pt idx="176">
                  <c:v>27.4</c:v>
                </c:pt>
                <c:pt idx="177">
                  <c:v>28.7</c:v>
                </c:pt>
                <c:pt idx="178">
                  <c:v>29.2</c:v>
                </c:pt>
                <c:pt idx="179">
                  <c:v>29.4</c:v>
                </c:pt>
                <c:pt idx="180">
                  <c:v>29</c:v>
                </c:pt>
                <c:pt idx="181">
                  <c:v>26.3</c:v>
                </c:pt>
                <c:pt idx="182">
                  <c:v>27.9</c:v>
                </c:pt>
                <c:pt idx="183">
                  <c:v>28.9</c:v>
                </c:pt>
                <c:pt idx="184">
                  <c:v>29.4</c:v>
                </c:pt>
                <c:pt idx="185">
                  <c:v>29.8</c:v>
                </c:pt>
                <c:pt idx="186">
                  <c:v>27.3</c:v>
                </c:pt>
                <c:pt idx="187">
                  <c:v>26.9</c:v>
                </c:pt>
                <c:pt idx="188">
                  <c:v>28.8</c:v>
                </c:pt>
                <c:pt idx="189">
                  <c:v>29.6</c:v>
                </c:pt>
                <c:pt idx="190">
                  <c:v>29.5</c:v>
                </c:pt>
                <c:pt idx="191">
                  <c:v>27.1</c:v>
                </c:pt>
                <c:pt idx="192">
                  <c:v>28.9</c:v>
                </c:pt>
                <c:pt idx="193">
                  <c:v>29.8</c:v>
                </c:pt>
                <c:pt idx="194">
                  <c:v>30.3</c:v>
                </c:pt>
                <c:pt idx="195">
                  <c:v>30.6</c:v>
                </c:pt>
                <c:pt idx="196">
                  <c:v>30.8</c:v>
                </c:pt>
                <c:pt idx="197">
                  <c:v>30.9</c:v>
                </c:pt>
                <c:pt idx="198">
                  <c:v>29.3</c:v>
                </c:pt>
                <c:pt idx="199">
                  <c:v>26.8</c:v>
                </c:pt>
                <c:pt idx="200">
                  <c:v>29</c:v>
                </c:pt>
                <c:pt idx="201">
                  <c:v>30</c:v>
                </c:pt>
                <c:pt idx="202">
                  <c:v>30.4</c:v>
                </c:pt>
                <c:pt idx="203">
                  <c:v>30.6</c:v>
                </c:pt>
                <c:pt idx="204">
                  <c:v>29</c:v>
                </c:pt>
                <c:pt idx="205">
                  <c:v>27.4</c:v>
                </c:pt>
                <c:pt idx="206">
                  <c:v>29.2</c:v>
                </c:pt>
                <c:pt idx="207">
                  <c:v>29.9</c:v>
                </c:pt>
                <c:pt idx="208">
                  <c:v>30.3</c:v>
                </c:pt>
                <c:pt idx="209">
                  <c:v>30.5</c:v>
                </c:pt>
                <c:pt idx="210">
                  <c:v>27.7</c:v>
                </c:pt>
                <c:pt idx="211">
                  <c:v>27.9</c:v>
                </c:pt>
                <c:pt idx="212">
                  <c:v>29.4</c:v>
                </c:pt>
                <c:pt idx="213">
                  <c:v>30.1</c:v>
                </c:pt>
                <c:pt idx="214">
                  <c:v>28.9</c:v>
                </c:pt>
                <c:pt idx="215">
                  <c:v>27.9</c:v>
                </c:pt>
                <c:pt idx="216">
                  <c:v>29.5</c:v>
                </c:pt>
                <c:pt idx="217">
                  <c:v>30.1</c:v>
                </c:pt>
                <c:pt idx="218">
                  <c:v>30.4</c:v>
                </c:pt>
                <c:pt idx="219">
                  <c:v>30.6</c:v>
                </c:pt>
                <c:pt idx="220">
                  <c:v>30.6</c:v>
                </c:pt>
                <c:pt idx="221">
                  <c:v>30.7</c:v>
                </c:pt>
                <c:pt idx="222">
                  <c:v>28.7</c:v>
                </c:pt>
                <c:pt idx="223">
                  <c:v>26.3</c:v>
                </c:pt>
                <c:pt idx="224">
                  <c:v>28.5</c:v>
                </c:pt>
                <c:pt idx="225">
                  <c:v>29.5</c:v>
                </c:pt>
                <c:pt idx="226">
                  <c:v>29.8</c:v>
                </c:pt>
                <c:pt idx="227">
                  <c:v>29.9</c:v>
                </c:pt>
                <c:pt idx="228">
                  <c:v>28.6</c:v>
                </c:pt>
                <c:pt idx="229">
                  <c:v>26.6</c:v>
                </c:pt>
                <c:pt idx="230">
                  <c:v>28.2</c:v>
                </c:pt>
                <c:pt idx="231">
                  <c:v>29.1</c:v>
                </c:pt>
                <c:pt idx="232">
                  <c:v>29.6</c:v>
                </c:pt>
                <c:pt idx="233">
                  <c:v>29.9</c:v>
                </c:pt>
                <c:pt idx="234">
                  <c:v>27.2</c:v>
                </c:pt>
                <c:pt idx="235">
                  <c:v>26.9</c:v>
                </c:pt>
                <c:pt idx="236">
                  <c:v>28.7</c:v>
                </c:pt>
                <c:pt idx="237">
                  <c:v>29.5</c:v>
                </c:pt>
                <c:pt idx="238">
                  <c:v>29.4</c:v>
                </c:pt>
                <c:pt idx="239">
                  <c:v>26.9</c:v>
                </c:pt>
              </c:numCache>
            </c:numRef>
          </c:val>
          <c:smooth val="0"/>
          <c:extLst>
            <c:ext xmlns:c16="http://schemas.microsoft.com/office/drawing/2014/chart" uri="{C3380CC4-5D6E-409C-BE32-E72D297353CC}">
              <c16:uniqueId val="{00000001-7E1A-4839-B19B-6B85A1432E00}"/>
            </c:ext>
          </c:extLst>
        </c:ser>
        <c:dLbls>
          <c:showLegendKey val="0"/>
          <c:showVal val="0"/>
          <c:showCatName val="0"/>
          <c:showSerName val="0"/>
          <c:showPercent val="0"/>
          <c:showBubbleSize val="0"/>
        </c:dLbls>
        <c:smooth val="0"/>
        <c:axId val="1221363712"/>
        <c:axId val="1221364192"/>
      </c:lineChart>
      <c:catAx>
        <c:axId val="1221363712"/>
        <c:scaling>
          <c:orientation val="minMax"/>
        </c:scaling>
        <c:delete val="1"/>
        <c:axPos val="b"/>
        <c:numFmt formatCode="General" sourceLinked="1"/>
        <c:majorTickMark val="none"/>
        <c:minorTickMark val="none"/>
        <c:tickLblPos val="nextTo"/>
        <c:crossAx val="1221364192"/>
        <c:crosses val="autoZero"/>
        <c:auto val="1"/>
        <c:lblAlgn val="ctr"/>
        <c:lblOffset val="100"/>
        <c:noMultiLvlLbl val="0"/>
      </c:catAx>
      <c:valAx>
        <c:axId val="1221364192"/>
        <c:scaling>
          <c:orientation val="minMax"/>
          <c:min val="18"/>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50" b="1" i="0" u="none" strike="noStrike" kern="1200" baseline="0">
                    <a:solidFill>
                      <a:schemeClr val="tx1"/>
                    </a:solidFill>
                    <a:latin typeface="+mn-lt"/>
                    <a:ea typeface="+mn-ea"/>
                    <a:cs typeface="+mn-cs"/>
                  </a:defRPr>
                </a:pPr>
                <a:r>
                  <a:rPr lang="sv-SE" sz="1050" b="1" err="1"/>
                  <a:t>Building</a:t>
                </a:r>
                <a:r>
                  <a:rPr lang="sv-SE" sz="1050" b="1"/>
                  <a:t> and SH Tank</a:t>
                </a:r>
                <a:r>
                  <a:rPr lang="sv-SE" sz="1050" b="1" baseline="0"/>
                  <a:t> Temp</a:t>
                </a:r>
                <a:endParaRPr lang="sv-SE" sz="1050" b="1"/>
              </a:p>
            </c:rich>
          </c:tx>
          <c:overlay val="0"/>
          <c:spPr>
            <a:noFill/>
            <a:ln>
              <a:noFill/>
            </a:ln>
            <a:effectLst/>
          </c:spPr>
          <c:txPr>
            <a:bodyPr rot="-5400000" spcFirstLastPara="1" vertOverflow="ellipsis" vert="horz" wrap="square" anchor="ctr" anchorCtr="1"/>
            <a:lstStyle/>
            <a:p>
              <a:pPr>
                <a:defRPr sz="1050" b="1" i="0" u="none" strike="noStrike" kern="1200" baseline="0">
                  <a:solidFill>
                    <a:schemeClr val="tx1"/>
                  </a:solidFill>
                  <a:latin typeface="+mn-lt"/>
                  <a:ea typeface="+mn-ea"/>
                  <a:cs typeface="+mn-cs"/>
                </a:defRPr>
              </a:pPr>
              <a:endParaRPr lang="sv-SE"/>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sv-SE"/>
          </a:p>
        </c:txPr>
        <c:crossAx val="1221363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50" b="1" i="0" u="none" strike="noStrike" kern="1200" baseline="0">
              <a:solidFill>
                <a:schemeClr val="tx1"/>
              </a:solidFill>
              <a:latin typeface="+mn-lt"/>
              <a:ea typeface="+mn-ea"/>
              <a:cs typeface="+mn-cs"/>
            </a:defRPr>
          </a:pPr>
          <a:endParaRPr lang="sv-S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sv-SE"/>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'E and C level 1012'!$I$32</c:f>
              <c:strCache>
                <c:ptCount val="1"/>
                <c:pt idx="0">
                  <c:v>CO2 Emissions </c:v>
                </c:pt>
              </c:strCache>
            </c:strRef>
          </c:tx>
          <c:spPr>
            <a:solidFill>
              <a:srgbClr val="4EA72E"/>
            </a:solidFill>
            <a:ln>
              <a:noFill/>
            </a:ln>
            <a:effectLst/>
          </c:spPr>
          <c:invertIfNegative val="0"/>
          <c:cat>
            <c:strRef>
              <c:f>'E and C level 1012'!$H$33:$H$35</c:f>
              <c:strCache>
                <c:ptCount val="3"/>
                <c:pt idx="0">
                  <c:v>SC</c:v>
                </c:pt>
                <c:pt idx="1">
                  <c:v>PA</c:v>
                </c:pt>
                <c:pt idx="2">
                  <c:v>PS</c:v>
                </c:pt>
              </c:strCache>
            </c:strRef>
          </c:cat>
          <c:val>
            <c:numRef>
              <c:f>'E and C level 1012'!$I$33:$I$35</c:f>
              <c:numCache>
                <c:formatCode>0.00%</c:formatCode>
                <c:ptCount val="3"/>
                <c:pt idx="0">
                  <c:v>-2.2431259044862518E-2</c:v>
                </c:pt>
                <c:pt idx="1">
                  <c:v>-6.5605402797877466E-2</c:v>
                </c:pt>
                <c:pt idx="2">
                  <c:v>3.1355523396044381E-3</c:v>
                </c:pt>
              </c:numCache>
            </c:numRef>
          </c:val>
          <c:extLst>
            <c:ext xmlns:c16="http://schemas.microsoft.com/office/drawing/2014/chart" uri="{C3380CC4-5D6E-409C-BE32-E72D297353CC}">
              <c16:uniqueId val="{00000000-275E-4D8D-893C-E8D447905709}"/>
            </c:ext>
          </c:extLst>
        </c:ser>
        <c:ser>
          <c:idx val="1"/>
          <c:order val="1"/>
          <c:tx>
            <c:strRef>
              <c:f>'E and C level 1012'!$J$32</c:f>
              <c:strCache>
                <c:ptCount val="1"/>
                <c:pt idx="0">
                  <c:v>Comfort Level (Deficit + Building T + DHW T)</c:v>
                </c:pt>
              </c:strCache>
            </c:strRef>
          </c:tx>
          <c:spPr>
            <a:solidFill>
              <a:srgbClr val="43AEE2"/>
            </a:solidFill>
            <a:ln>
              <a:noFill/>
            </a:ln>
            <a:effectLst/>
          </c:spPr>
          <c:invertIfNegative val="0"/>
          <c:cat>
            <c:strRef>
              <c:f>'E and C level 1012'!$H$33:$H$35</c:f>
              <c:strCache>
                <c:ptCount val="3"/>
                <c:pt idx="0">
                  <c:v>SC</c:v>
                </c:pt>
                <c:pt idx="1">
                  <c:v>PA</c:v>
                </c:pt>
                <c:pt idx="2">
                  <c:v>PS</c:v>
                </c:pt>
              </c:strCache>
            </c:strRef>
          </c:cat>
          <c:val>
            <c:numRef>
              <c:f>'E and C level 1012'!$J$33:$J$35</c:f>
              <c:numCache>
                <c:formatCode>0.00%</c:formatCode>
                <c:ptCount val="3"/>
                <c:pt idx="0">
                  <c:v>0.12264244582180808</c:v>
                </c:pt>
                <c:pt idx="1">
                  <c:v>-0.13136828161116629</c:v>
                </c:pt>
                <c:pt idx="2">
                  <c:v>-5.3317225060877271E-2</c:v>
                </c:pt>
              </c:numCache>
            </c:numRef>
          </c:val>
          <c:extLst>
            <c:ext xmlns:c16="http://schemas.microsoft.com/office/drawing/2014/chart" uri="{C3380CC4-5D6E-409C-BE32-E72D297353CC}">
              <c16:uniqueId val="{00000001-275E-4D8D-893C-E8D447905709}"/>
            </c:ext>
          </c:extLst>
        </c:ser>
        <c:ser>
          <c:idx val="2"/>
          <c:order val="2"/>
          <c:tx>
            <c:strRef>
              <c:f>'E and C level 1012'!$K$32</c:f>
              <c:strCache>
                <c:ptCount val="1"/>
                <c:pt idx="0">
                  <c:v>NPV</c:v>
                </c:pt>
              </c:strCache>
            </c:strRef>
          </c:tx>
          <c:spPr>
            <a:solidFill>
              <a:srgbClr val="7E350E"/>
            </a:solidFill>
            <a:ln>
              <a:noFill/>
            </a:ln>
            <a:effectLst/>
          </c:spPr>
          <c:invertIfNegative val="0"/>
          <c:cat>
            <c:strRef>
              <c:f>'E and C level 1012'!$H$33:$H$35</c:f>
              <c:strCache>
                <c:ptCount val="3"/>
                <c:pt idx="0">
                  <c:v>SC</c:v>
                </c:pt>
                <c:pt idx="1">
                  <c:v>PA</c:v>
                </c:pt>
                <c:pt idx="2">
                  <c:v>PS</c:v>
                </c:pt>
              </c:strCache>
            </c:strRef>
          </c:cat>
          <c:val>
            <c:numRef>
              <c:f>'E and C level 1012'!$K$33:$K$35</c:f>
              <c:numCache>
                <c:formatCode>0.00%</c:formatCode>
                <c:ptCount val="3"/>
                <c:pt idx="0">
                  <c:v>7.8362738640260863E-3</c:v>
                </c:pt>
                <c:pt idx="1">
                  <c:v>3.8929051644828169E-2</c:v>
                </c:pt>
                <c:pt idx="2">
                  <c:v>3.7975579350778728E-2</c:v>
                </c:pt>
              </c:numCache>
            </c:numRef>
          </c:val>
          <c:extLst>
            <c:ext xmlns:c16="http://schemas.microsoft.com/office/drawing/2014/chart" uri="{C3380CC4-5D6E-409C-BE32-E72D297353CC}">
              <c16:uniqueId val="{00000002-275E-4D8D-893C-E8D447905709}"/>
            </c:ext>
          </c:extLst>
        </c:ser>
        <c:dLbls>
          <c:showLegendKey val="0"/>
          <c:showVal val="0"/>
          <c:showCatName val="0"/>
          <c:showSerName val="0"/>
          <c:showPercent val="0"/>
          <c:showBubbleSize val="0"/>
        </c:dLbls>
        <c:gapWidth val="58"/>
        <c:overlap val="-27"/>
        <c:axId val="385988104"/>
        <c:axId val="385990152"/>
      </c:barChart>
      <c:catAx>
        <c:axId val="385988104"/>
        <c:scaling>
          <c:orientation val="minMax"/>
        </c:scaling>
        <c:delete val="0"/>
        <c:axPos val="b"/>
        <c:majorGridlines>
          <c:spPr>
            <a:ln w="9525" cap="flat" cmpd="sng" algn="ctr">
              <a:solidFill>
                <a:srgbClr val="000000"/>
              </a:solidFill>
              <a:prstDash val="solid"/>
              <a:round/>
            </a:ln>
            <a:effectLst/>
          </c:spPr>
        </c:majorGridlines>
        <c:numFmt formatCode="General" sourceLinked="1"/>
        <c:majorTickMark val="none"/>
        <c:minorTickMark val="none"/>
        <c:tickLblPos val="high"/>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385990152"/>
        <c:crosses val="autoZero"/>
        <c:auto val="1"/>
        <c:lblAlgn val="ctr"/>
        <c:lblOffset val="100"/>
        <c:noMultiLvlLbl val="0"/>
      </c:catAx>
      <c:valAx>
        <c:axId val="3859901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en-US"/>
                  <a:t>% Change Vs. Baseline</a:t>
                </a:r>
              </a:p>
            </c:rich>
          </c:tx>
          <c:overlay val="0"/>
          <c:spPr>
            <a:noFill/>
            <a:ln>
              <a:noFill/>
            </a:ln>
            <a:effectLst/>
          </c:spPr>
          <c:txPr>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859881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'E and C level 1001'!$I$33</c:f>
              <c:strCache>
                <c:ptCount val="1"/>
                <c:pt idx="0">
                  <c:v>CO2 Emissions </c:v>
                </c:pt>
              </c:strCache>
            </c:strRef>
          </c:tx>
          <c:spPr>
            <a:solidFill>
              <a:srgbClr val="4EA72E"/>
            </a:solidFill>
            <a:ln>
              <a:noFill/>
            </a:ln>
            <a:effectLst/>
          </c:spPr>
          <c:invertIfNegative val="0"/>
          <c:cat>
            <c:strRef>
              <c:f>'E and C level 1001'!$H$34:$H$36</c:f>
              <c:strCache>
                <c:ptCount val="3"/>
                <c:pt idx="0">
                  <c:v>Baseline</c:v>
                </c:pt>
                <c:pt idx="1">
                  <c:v>SC or PS or PA</c:v>
                </c:pt>
                <c:pt idx="2">
                  <c:v>Combined controller</c:v>
                </c:pt>
              </c:strCache>
            </c:strRef>
          </c:cat>
          <c:val>
            <c:numRef>
              <c:f>'E and C level 1001'!$I$34:$I$36</c:f>
              <c:numCache>
                <c:formatCode>0.00%</c:formatCode>
                <c:ptCount val="3"/>
                <c:pt idx="0">
                  <c:v>-0.15603900975243812</c:v>
                </c:pt>
                <c:pt idx="1">
                  <c:v>6.876719179794949E-2</c:v>
                </c:pt>
                <c:pt idx="2">
                  <c:v>0.61565391347836962</c:v>
                </c:pt>
              </c:numCache>
            </c:numRef>
          </c:val>
          <c:extLst>
            <c:ext xmlns:c16="http://schemas.microsoft.com/office/drawing/2014/chart" uri="{C3380CC4-5D6E-409C-BE32-E72D297353CC}">
              <c16:uniqueId val="{00000000-0BEE-4915-AAC0-2AB402A899C7}"/>
            </c:ext>
          </c:extLst>
        </c:ser>
        <c:ser>
          <c:idx val="1"/>
          <c:order val="1"/>
          <c:tx>
            <c:strRef>
              <c:f>'E and C level 1001'!$J$33</c:f>
              <c:strCache>
                <c:ptCount val="1"/>
                <c:pt idx="0">
                  <c:v>Comfort Level (Deficit + Building T + DHW T)</c:v>
                </c:pt>
              </c:strCache>
            </c:strRef>
          </c:tx>
          <c:spPr>
            <a:solidFill>
              <a:srgbClr val="0F9ED5"/>
            </a:solidFill>
            <a:ln>
              <a:noFill/>
            </a:ln>
            <a:effectLst/>
          </c:spPr>
          <c:invertIfNegative val="0"/>
          <c:cat>
            <c:strRef>
              <c:f>'E and C level 1001'!$H$34:$H$36</c:f>
              <c:strCache>
                <c:ptCount val="3"/>
                <c:pt idx="0">
                  <c:v>Baseline</c:v>
                </c:pt>
                <c:pt idx="1">
                  <c:v>SC or PS or PA</c:v>
                </c:pt>
                <c:pt idx="2">
                  <c:v>Combined controller</c:v>
                </c:pt>
              </c:strCache>
            </c:strRef>
          </c:cat>
          <c:val>
            <c:numRef>
              <c:f>'E and C level 1001'!$J$34:$J$36</c:f>
              <c:numCache>
                <c:formatCode>0.00%</c:formatCode>
                <c:ptCount val="3"/>
                <c:pt idx="0">
                  <c:v>0</c:v>
                </c:pt>
                <c:pt idx="1">
                  <c:v>1.0307618674672586E-2</c:v>
                </c:pt>
                <c:pt idx="2">
                  <c:v>0</c:v>
                </c:pt>
              </c:numCache>
            </c:numRef>
          </c:val>
          <c:extLst>
            <c:ext xmlns:c16="http://schemas.microsoft.com/office/drawing/2014/chart" uri="{C3380CC4-5D6E-409C-BE32-E72D297353CC}">
              <c16:uniqueId val="{00000001-0BEE-4915-AAC0-2AB402A899C7}"/>
            </c:ext>
          </c:extLst>
        </c:ser>
        <c:ser>
          <c:idx val="2"/>
          <c:order val="2"/>
          <c:tx>
            <c:strRef>
              <c:f>'E and C level 1001'!$K$33</c:f>
              <c:strCache>
                <c:ptCount val="1"/>
                <c:pt idx="0">
                  <c:v>NPV</c:v>
                </c:pt>
              </c:strCache>
            </c:strRef>
          </c:tx>
          <c:spPr>
            <a:solidFill>
              <a:srgbClr val="7E350E"/>
            </a:solidFill>
            <a:ln>
              <a:noFill/>
            </a:ln>
            <a:effectLst/>
          </c:spPr>
          <c:invertIfNegative val="0"/>
          <c:cat>
            <c:strRef>
              <c:f>'E and C level 1001'!$H$34:$H$36</c:f>
              <c:strCache>
                <c:ptCount val="3"/>
                <c:pt idx="0">
                  <c:v>Baseline</c:v>
                </c:pt>
                <c:pt idx="1">
                  <c:v>SC or PS or PA</c:v>
                </c:pt>
                <c:pt idx="2">
                  <c:v>Combined controller</c:v>
                </c:pt>
              </c:strCache>
            </c:strRef>
          </c:cat>
          <c:val>
            <c:numRef>
              <c:f>'E and C level 1001'!$K$34:$K$36</c:f>
              <c:numCache>
                <c:formatCode>0.00%</c:formatCode>
                <c:ptCount val="3"/>
                <c:pt idx="0">
                  <c:v>-7.8691380728838994E-2</c:v>
                </c:pt>
                <c:pt idx="1">
                  <c:v>2.4224113494790551E-2</c:v>
                </c:pt>
                <c:pt idx="2">
                  <c:v>-0.12026188978228856</c:v>
                </c:pt>
              </c:numCache>
            </c:numRef>
          </c:val>
          <c:extLst>
            <c:ext xmlns:c16="http://schemas.microsoft.com/office/drawing/2014/chart" uri="{C3380CC4-5D6E-409C-BE32-E72D297353CC}">
              <c16:uniqueId val="{00000002-0BEE-4915-AAC0-2AB402A899C7}"/>
            </c:ext>
          </c:extLst>
        </c:ser>
        <c:dLbls>
          <c:showLegendKey val="0"/>
          <c:showVal val="0"/>
          <c:showCatName val="0"/>
          <c:showSerName val="0"/>
          <c:showPercent val="0"/>
          <c:showBubbleSize val="0"/>
        </c:dLbls>
        <c:gapWidth val="52"/>
        <c:overlap val="-27"/>
        <c:axId val="1572871"/>
        <c:axId val="1574919"/>
      </c:barChart>
      <c:catAx>
        <c:axId val="1572871"/>
        <c:scaling>
          <c:orientation val="minMax"/>
        </c:scaling>
        <c:delete val="0"/>
        <c:axPos val="b"/>
        <c:majorGridlines>
          <c:spPr>
            <a:ln w="12700" cap="flat" cmpd="sng" algn="ctr">
              <a:solidFill>
                <a:srgbClr val="000000"/>
              </a:solidFill>
              <a:prstDash val="solid"/>
              <a:round/>
            </a:ln>
            <a:effectLst/>
          </c:spPr>
        </c:majorGridlines>
        <c:numFmt formatCode="General" sourceLinked="1"/>
        <c:majorTickMark val="none"/>
        <c:minorTickMark val="none"/>
        <c:tickLblPos val="high"/>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1574919"/>
        <c:crosses val="autoZero"/>
        <c:auto val="1"/>
        <c:lblAlgn val="ctr"/>
        <c:lblOffset val="100"/>
        <c:noMultiLvlLbl val="0"/>
      </c:catAx>
      <c:valAx>
        <c:axId val="1574919"/>
        <c:scaling>
          <c:orientation val="minMax"/>
        </c:scaling>
        <c:delete val="0"/>
        <c:axPos val="l"/>
        <c:majorGridlines>
          <c:spPr>
            <a:ln w="9525" cap="flat" cmpd="sng" algn="ctr">
              <a:solidFill>
                <a:schemeClr val="tx1">
                  <a:lumMod val="15000"/>
                  <a:lumOff val="85000"/>
                </a:schemeClr>
              </a:solidFill>
              <a:round/>
            </a:ln>
            <a:effectLst/>
          </c:spPr>
        </c:majorGridlines>
        <c:title>
          <c:overlay val="0"/>
          <c:spPr>
            <a:noFill/>
            <a:ln>
              <a:noFill/>
            </a:ln>
            <a:effectLst/>
          </c:spPr>
          <c:txPr>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7287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7722666838776317E-2"/>
          <c:y val="0.15594868075701063"/>
          <c:w val="0.84474871260008821"/>
          <c:h val="0.68394635283060878"/>
        </c:manualLayout>
      </c:layout>
      <c:barChart>
        <c:barDir val="col"/>
        <c:grouping val="clustered"/>
        <c:varyColors val="0"/>
        <c:ser>
          <c:idx val="0"/>
          <c:order val="0"/>
          <c:tx>
            <c:strRef>
              <c:f>'C-level All buildings'!$AE$37</c:f>
              <c:strCache>
                <c:ptCount val="1"/>
                <c:pt idx="0">
                  <c:v>CO2 Emissions </c:v>
                </c:pt>
              </c:strCache>
            </c:strRef>
          </c:tx>
          <c:spPr>
            <a:solidFill>
              <a:srgbClr val="4EA72E"/>
            </a:solidFill>
            <a:ln w="25400">
              <a:noFill/>
            </a:ln>
            <a:effectLst/>
          </c:spPr>
          <c:invertIfNegative val="0"/>
          <c:cat>
            <c:strRef>
              <c:f>'https://kth-my.sharepoint.com/personal/jldoll_ug_kth_se/Documents/Smart cities Team/Reports And Presentation/Simulation_Results/[Results_Bat.xlsx]C-level All buildings'!$AD$38:$AD$41</c:f>
              <c:strCache>
                <c:ptCount val="3"/>
                <c:pt idx="0">
                  <c:v>SC</c:v>
                </c:pt>
                <c:pt idx="1">
                  <c:v>PA</c:v>
                </c:pt>
                <c:pt idx="2">
                  <c:v>PS</c:v>
                </c:pt>
              </c:strCache>
              <c:extLst/>
            </c:strRef>
          </c:cat>
          <c:val>
            <c:numRef>
              <c:f>'https://kth-my.sharepoint.com/personal/jldoll_ug_kth_se/Documents/Smart cities Team/Reports And Presentation/Simulation_Results/[Results_Bat.xlsx]C-level All buildings'!$AE$38:$AE$41</c:f>
              <c:numCache>
                <c:formatCode>0.0%</c:formatCode>
                <c:ptCount val="3"/>
                <c:pt idx="0">
                  <c:v>-4.7033285094066568E-2</c:v>
                </c:pt>
                <c:pt idx="1">
                  <c:v>4.5827303424987942E-3</c:v>
                </c:pt>
                <c:pt idx="2">
                  <c:v>-3.1596719729860105E-2</c:v>
                </c:pt>
              </c:numCache>
              <c:extLst/>
            </c:numRef>
          </c:val>
          <c:extLst>
            <c:ext xmlns:c16="http://schemas.microsoft.com/office/drawing/2014/chart" uri="{C3380CC4-5D6E-409C-BE32-E72D297353CC}">
              <c16:uniqueId val="{00000000-CE9D-4174-80DC-8D3E8C8DBE7D}"/>
            </c:ext>
          </c:extLst>
        </c:ser>
        <c:ser>
          <c:idx val="3"/>
          <c:order val="3"/>
          <c:tx>
            <c:strRef>
              <c:f>'C-level All buildings'!$AH$37</c:f>
              <c:strCache>
                <c:ptCount val="1"/>
                <c:pt idx="0">
                  <c:v>Energy supply cost</c:v>
                </c:pt>
              </c:strCache>
            </c:strRef>
          </c:tx>
          <c:spPr>
            <a:solidFill>
              <a:srgbClr val="43AEE2"/>
            </a:solidFill>
            <a:ln w="25400">
              <a:noFill/>
            </a:ln>
            <a:effectLst/>
          </c:spPr>
          <c:invertIfNegative val="0"/>
          <c:cat>
            <c:strRef>
              <c:f>'https://kth-my.sharepoint.com/personal/jldoll_ug_kth_se/Documents/Smart cities Team/Reports And Presentation/Simulation_Results/[Results_Bat.xlsx]C-level All buildings'!$AD$38:$AD$41</c:f>
              <c:strCache>
                <c:ptCount val="3"/>
                <c:pt idx="0">
                  <c:v>SC</c:v>
                </c:pt>
                <c:pt idx="1">
                  <c:v>PA</c:v>
                </c:pt>
                <c:pt idx="2">
                  <c:v>PS</c:v>
                </c:pt>
              </c:strCache>
              <c:extLst/>
            </c:strRef>
          </c:cat>
          <c:val>
            <c:numRef>
              <c:f>'https://kth-my.sharepoint.com/personal/jldoll_ug_kth_se/Documents/Smart cities Team/Reports And Presentation/Simulation_Results/[Results_Bat.xlsx]C-level All buildings'!$AH$38:$AH$41</c:f>
              <c:numCache>
                <c:formatCode>0.0%</c:formatCode>
                <c:ptCount val="3"/>
                <c:pt idx="0">
                  <c:v>-4.6297417959073814E-2</c:v>
                </c:pt>
                <c:pt idx="1">
                  <c:v>-3.1308459852406677E-2</c:v>
                </c:pt>
                <c:pt idx="2">
                  <c:v>-9.6635465096175308E-2</c:v>
                </c:pt>
              </c:numCache>
              <c:extLst/>
            </c:numRef>
          </c:val>
          <c:extLst>
            <c:ext xmlns:c16="http://schemas.microsoft.com/office/drawing/2014/chart" uri="{C3380CC4-5D6E-409C-BE32-E72D297353CC}">
              <c16:uniqueId val="{00000001-CE9D-4174-80DC-8D3E8C8DBE7D}"/>
            </c:ext>
          </c:extLst>
        </c:ser>
        <c:ser>
          <c:idx val="4"/>
          <c:order val="4"/>
          <c:tx>
            <c:strRef>
              <c:f>'C-level All buildings'!$AI$37</c:f>
              <c:strCache>
                <c:ptCount val="1"/>
                <c:pt idx="0">
                  <c:v>NPV</c:v>
                </c:pt>
              </c:strCache>
            </c:strRef>
          </c:tx>
          <c:spPr>
            <a:solidFill>
              <a:srgbClr val="7E350E"/>
            </a:solidFill>
            <a:ln>
              <a:noFill/>
            </a:ln>
            <a:effectLst/>
          </c:spPr>
          <c:invertIfNegative val="0"/>
          <c:cat>
            <c:strRef>
              <c:f>'https://kth-my.sharepoint.com/personal/jldoll_ug_kth_se/Documents/Smart cities Team/Reports And Presentation/Simulation_Results/[Results_Bat.xlsx]C-level All buildings'!$AD$38:$AD$41</c:f>
              <c:strCache>
                <c:ptCount val="3"/>
                <c:pt idx="0">
                  <c:v>SC</c:v>
                </c:pt>
                <c:pt idx="1">
                  <c:v>PA</c:v>
                </c:pt>
                <c:pt idx="2">
                  <c:v>PS</c:v>
                </c:pt>
              </c:strCache>
              <c:extLst/>
            </c:strRef>
          </c:cat>
          <c:val>
            <c:numRef>
              <c:f>'https://kth-my.sharepoint.com/personal/jldoll_ug_kth_se/Documents/Smart cities Team/Reports And Presentation/Simulation_Results/[Results_Bat.xlsx]C-level All buildings'!$AI$38:$AI$41</c:f>
              <c:numCache>
                <c:formatCode>0.0%</c:formatCode>
                <c:ptCount val="3"/>
                <c:pt idx="0">
                  <c:v>-5.2449141793279148E-2</c:v>
                </c:pt>
                <c:pt idx="1">
                  <c:v>-5.4362618877825987E-2</c:v>
                </c:pt>
                <c:pt idx="2">
                  <c:v>-1.2266123017795609E-2</c:v>
                </c:pt>
              </c:numCache>
              <c:extLst/>
            </c:numRef>
          </c:val>
          <c:extLst>
            <c:ext xmlns:c16="http://schemas.microsoft.com/office/drawing/2014/chart" uri="{C3380CC4-5D6E-409C-BE32-E72D297353CC}">
              <c16:uniqueId val="{00000002-CE9D-4174-80DC-8D3E8C8DBE7D}"/>
            </c:ext>
          </c:extLst>
        </c:ser>
        <c:dLbls>
          <c:showLegendKey val="0"/>
          <c:showVal val="0"/>
          <c:showCatName val="0"/>
          <c:showSerName val="0"/>
          <c:showPercent val="0"/>
          <c:showBubbleSize val="0"/>
        </c:dLbls>
        <c:gapWidth val="52"/>
        <c:axId val="704828496"/>
        <c:axId val="704826096"/>
        <c:extLst>
          <c:ext xmlns:c15="http://schemas.microsoft.com/office/drawing/2012/chart" uri="{02D57815-91ED-43cb-92C2-25804820EDAC}">
            <c15:filteredBarSeries>
              <c15:ser>
                <c:idx val="1"/>
                <c:order val="1"/>
                <c:tx>
                  <c:strRef>
                    <c:extLst>
                      <c:ext uri="{02D57815-91ED-43cb-92C2-25804820EDAC}">
                        <c15:formulaRef>
                          <c15:sqref>'C-level All buildings'!$AF$37</c15:sqref>
                        </c15:formulaRef>
                      </c:ext>
                    </c:extLst>
                    <c:strCache>
                      <c:ptCount val="1"/>
                      <c:pt idx="0">
                        <c:v>Self-consumption </c:v>
                      </c:pt>
                    </c:strCache>
                  </c:strRef>
                </c:tx>
                <c:spPr>
                  <a:solidFill>
                    <a:schemeClr val="accent2"/>
                  </a:solidFill>
                  <a:ln>
                    <a:noFill/>
                  </a:ln>
                  <a:effectLst/>
                </c:spPr>
                <c:invertIfNegative val="0"/>
                <c:cat>
                  <c:strRef>
                    <c:extLst>
                      <c:ext uri="{02D57815-91ED-43cb-92C2-25804820EDAC}">
                        <c15:formulaRef>
                          <c15:sqref>'https://kth-my.sharepoint.com/personal/jldoll_ug_kth_se/Documents/Smart cities Team/Reports And Presentation/Simulation_Results/[Results_Bat.xlsx]C-level All buildings'!$AD$38:$AD$41</c15:sqref>
                        </c15:formulaRef>
                      </c:ext>
                    </c:extLst>
                    <c:strCache>
                      <c:ptCount val="3"/>
                      <c:pt idx="0">
                        <c:v>SC</c:v>
                      </c:pt>
                      <c:pt idx="1">
                        <c:v>PA</c:v>
                      </c:pt>
                      <c:pt idx="2">
                        <c:v>PS</c:v>
                      </c:pt>
                    </c:strCache>
                  </c:strRef>
                </c:cat>
                <c:val>
                  <c:numRef>
                    <c:extLst>
                      <c:ext uri="{02D57815-91ED-43cb-92C2-25804820EDAC}">
                        <c15:formulaRef>
                          <c15:sqref>'https://kth-my.sharepoint.com/personal/jldoll_ug_kth_se/Documents/Smart cities Team/Reports And Presentation/Simulation_Results/[Results_Bat.xlsx]C-level All buildings'!$AF$38:$AF$41</c15:sqref>
                        </c15:formulaRef>
                      </c:ext>
                    </c:extLst>
                    <c:numCache>
                      <c:formatCode>0.0%</c:formatCode>
                      <c:ptCount val="3"/>
                      <c:pt idx="0">
                        <c:v>9.5807294714257862E-2</c:v>
                      </c:pt>
                      <c:pt idx="1">
                        <c:v>2.0807294714257907E-2</c:v>
                      </c:pt>
                      <c:pt idx="2">
                        <c:v>2.8072947142578908E-3</c:v>
                      </c:pt>
                    </c:numCache>
                  </c:numRef>
                </c:val>
                <c:extLst>
                  <c:ext xmlns:c16="http://schemas.microsoft.com/office/drawing/2014/chart" uri="{C3380CC4-5D6E-409C-BE32-E72D297353CC}">
                    <c16:uniqueId val="{00000003-CE9D-4174-80DC-8D3E8C8DBE7D}"/>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'C-level All buildings'!$AG$37</c15:sqref>
                        </c15:formulaRef>
                      </c:ext>
                    </c:extLst>
                    <c:strCache>
                      <c:ptCount val="1"/>
                      <c:pt idx="0">
                        <c:v>Peak Power </c:v>
                      </c:pt>
                    </c:strCache>
                  </c:strRef>
                </c:tx>
                <c:spPr>
                  <a:solidFill>
                    <a:schemeClr val="accent3"/>
                  </a:solidFill>
                  <a:ln>
                    <a:noFill/>
                  </a:ln>
                  <a:effectLst/>
                </c:spPr>
                <c:invertIfNegative val="0"/>
                <c:cat>
                  <c:strRef>
                    <c:extLst xmlns:c15="http://schemas.microsoft.com/office/drawing/2012/chart">
                      <c:ext xmlns:c15="http://schemas.microsoft.com/office/drawing/2012/chart" uri="{02D57815-91ED-43cb-92C2-25804820EDAC}">
                        <c15:formulaRef>
                          <c15:sqref>'https://kth-my.sharepoint.com/personal/jldoll_ug_kth_se/Documents/Smart cities Team/Reports And Presentation/Simulation_Results/[Results_Bat.xlsx]C-level All buildings'!$AD$38:$AD$41</c15:sqref>
                        </c15:formulaRef>
                      </c:ext>
                    </c:extLst>
                    <c:strCache>
                      <c:ptCount val="3"/>
                      <c:pt idx="0">
                        <c:v>SC</c:v>
                      </c:pt>
                      <c:pt idx="1">
                        <c:v>PA</c:v>
                      </c:pt>
                      <c:pt idx="2">
                        <c:v>PS</c:v>
                      </c:pt>
                    </c:strCache>
                  </c:strRef>
                </c:cat>
                <c:val>
                  <c:numRef>
                    <c:extLst xmlns:c15="http://schemas.microsoft.com/office/drawing/2012/chart">
                      <c:ext xmlns:c15="http://schemas.microsoft.com/office/drawing/2012/chart" uri="{02D57815-91ED-43cb-92C2-25804820EDAC}">
                        <c15:formulaRef>
                          <c15:sqref>'https://kth-my.sharepoint.com/personal/jldoll_ug_kth_se/Documents/Smart cities Team/Reports And Presentation/Simulation_Results/[Results_Bat.xlsx]C-level All buildings'!$AG$38:$AG$41</c15:sqref>
                        </c15:formulaRef>
                      </c:ext>
                    </c:extLst>
                    <c:numCache>
                      <c:formatCode>0.0%</c:formatCode>
                      <c:ptCount val="3"/>
                      <c:pt idx="0">
                        <c:v>-5.7228485799914373E-2</c:v>
                      </c:pt>
                      <c:pt idx="1">
                        <c:v>-5.7228485799914373E-2</c:v>
                      </c:pt>
                      <c:pt idx="2">
                        <c:v>-0.3201084629656058</c:v>
                      </c:pt>
                    </c:numCache>
                  </c:numRef>
                </c:val>
                <c:extLst xmlns:c15="http://schemas.microsoft.com/office/drawing/2012/chart">
                  <c:ext xmlns:c16="http://schemas.microsoft.com/office/drawing/2014/chart" uri="{C3380CC4-5D6E-409C-BE32-E72D297353CC}">
                    <c16:uniqueId val="{00000004-CE9D-4174-80DC-8D3E8C8DBE7D}"/>
                  </c:ext>
                </c:extLst>
              </c15:ser>
            </c15:filteredBarSeries>
          </c:ext>
        </c:extLst>
      </c:barChart>
      <c:catAx>
        <c:axId val="704828496"/>
        <c:scaling>
          <c:orientation val="minMax"/>
        </c:scaling>
        <c:delete val="0"/>
        <c:axPos val="b"/>
        <c:majorGridlines>
          <c:spPr>
            <a:ln w="9525" cap="flat" cmpd="sng" algn="ctr">
              <a:solidFill>
                <a:schemeClr val="tx1"/>
              </a:solidFill>
              <a:round/>
            </a:ln>
            <a:effectLst/>
          </c:spPr>
        </c:majorGridlines>
        <c:numFmt formatCode="General" sourceLinked="1"/>
        <c:majorTickMark val="none"/>
        <c:minorTickMark val="none"/>
        <c:tickLblPos val="high"/>
        <c:spPr>
          <a:noFill/>
          <a:ln w="12700" cap="flat" cmpd="sng" algn="ctr">
            <a:solidFill>
              <a:schemeClr val="tx1"/>
            </a:solidFill>
            <a:round/>
          </a:ln>
          <a:effectLst/>
        </c:spPr>
        <c:txPr>
          <a:bodyPr rot="-60000000" spcFirstLastPara="1" vertOverflow="ellipsis" vert="horz" wrap="square" anchor="b" anchorCtr="0"/>
          <a:lstStyle/>
          <a:p>
            <a:pPr>
              <a:defRPr sz="1200" b="1" i="0" u="none" strike="noStrike" kern="1200" baseline="0">
                <a:solidFill>
                  <a:schemeClr val="tx1">
                    <a:lumMod val="65000"/>
                    <a:lumOff val="35000"/>
                  </a:schemeClr>
                </a:solidFill>
                <a:latin typeface="+mn-lt"/>
                <a:ea typeface="+mn-ea"/>
                <a:cs typeface="+mn-cs"/>
              </a:defRPr>
            </a:pPr>
            <a:endParaRPr lang="sv-SE"/>
          </a:p>
        </c:txPr>
        <c:crossAx val="704826096"/>
        <c:crosses val="autoZero"/>
        <c:auto val="1"/>
        <c:lblAlgn val="ctr"/>
        <c:lblOffset val="100"/>
        <c:noMultiLvlLbl val="0"/>
      </c:catAx>
      <c:valAx>
        <c:axId val="70482609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sv-SE" b="1"/>
                  <a:t>% Change Vs. Baseline</a:t>
                </a:r>
              </a:p>
            </c:rich>
          </c:tx>
          <c:overlay val="0"/>
          <c:spPr>
            <a:noFill/>
            <a:ln>
              <a:noFill/>
            </a:ln>
            <a:effectLst/>
          </c:spPr>
          <c:txPr>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sv-SE"/>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sv-SE"/>
          </a:p>
        </c:txPr>
        <c:crossAx val="7048284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sv-S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sv-S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000">
  <a:srgbClr val="637CEF"/>
  <a:srgbClr val="E3008C"/>
  <a:srgbClr val="2AA0A4"/>
  <a:srgbClr val="9373C0"/>
  <a:srgbClr val="13A10E"/>
  <a:srgbClr val="3A96DD"/>
  <a:srgbClr val="CA5010"/>
  <a:srgbClr val="57811B"/>
  <a:srgbClr val="B146C2"/>
  <a:srgbClr val="AE8C00"/>
  <a:srgbClr val="AE8C00"/>
  <a:srgbClr val="637CEF"/>
  <a:srgbClr val="EE5FB7"/>
  <a:srgbClr val="008B94"/>
  <a:srgbClr val="D77440"/>
  <a:srgbClr val="BA58C9"/>
  <a:srgbClr val="3A96DD"/>
  <a:srgbClr val="E3008C"/>
  <a:srgbClr val="C36BD1"/>
  <a:srgbClr val="D06228"/>
  <a:srgbClr val="57811B"/>
</cs:colorStyle>
</file>

<file path=ppt/charts/colors7.xml><?xml version="1.0" encoding="utf-8"?>
<cs:colorStyle xmlns:cs="http://schemas.microsoft.com/office/drawing/2012/chartStyle" xmlns:a="http://schemas.openxmlformats.org/drawingml/2006/main" meth="cycle" id="10000">
  <a:srgbClr val="637CEF"/>
  <a:srgbClr val="E3008C"/>
  <a:srgbClr val="2AA0A4"/>
  <a:srgbClr val="9373C0"/>
  <a:srgbClr val="13A10E"/>
  <a:srgbClr val="3A96DD"/>
  <a:srgbClr val="CA5010"/>
  <a:srgbClr val="57811B"/>
  <a:srgbClr val="B146C2"/>
  <a:srgbClr val="AE8C00"/>
  <a:srgbClr val="AE8C00"/>
  <a:srgbClr val="637CEF"/>
  <a:srgbClr val="EE5FB7"/>
  <a:srgbClr val="008B94"/>
  <a:srgbClr val="D77440"/>
  <a:srgbClr val="BA58C9"/>
  <a:srgbClr val="3A96DD"/>
  <a:srgbClr val="E3008C"/>
  <a:srgbClr val="C36BD1"/>
  <a:srgbClr val="D06228"/>
  <a:srgbClr val="57811B"/>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2025-12-09</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Hello, </a:t>
            </a:r>
            <a:r>
              <a:rPr lang="de-DE" err="1"/>
              <a:t>we‘re</a:t>
            </a:r>
            <a:r>
              <a:rPr lang="de-DE"/>
              <a:t> Group 12 and </a:t>
            </a:r>
            <a:r>
              <a:rPr lang="de-DE" err="1"/>
              <a:t>we</a:t>
            </a:r>
            <a:r>
              <a:rPr lang="de-DE"/>
              <a:t> </a:t>
            </a:r>
            <a:r>
              <a:rPr lang="de-DE" err="1"/>
              <a:t>were</a:t>
            </a:r>
            <a:r>
              <a:rPr lang="de-DE"/>
              <a:t> </a:t>
            </a:r>
            <a:r>
              <a:rPr lang="de-DE" err="1"/>
              <a:t>wondering</a:t>
            </a:r>
            <a:r>
              <a:rPr lang="de-DE"/>
              <a:t>: </a:t>
            </a:r>
          </a:p>
        </p:txBody>
      </p:sp>
      <p:sp>
        <p:nvSpPr>
          <p:cNvPr id="4" name="Slide Number Placeholder 3"/>
          <p:cNvSpPr>
            <a:spLocks noGrp="1"/>
          </p:cNvSpPr>
          <p:nvPr>
            <p:ph type="sldNum" sz="quarter" idx="5"/>
          </p:nvPr>
        </p:nvSpPr>
        <p:spPr/>
        <p:txBody>
          <a:bodyPr/>
          <a:lstStyle/>
          <a:p>
            <a:fld id="{19702129-24FE-4746-9897-C7E55345F5DD}" type="slidenum">
              <a:rPr lang="sv-SE" smtClean="0"/>
              <a:t>0</a:t>
            </a:fld>
            <a:endParaRPr lang="sv-SE"/>
          </a:p>
        </p:txBody>
      </p:sp>
    </p:spTree>
    <p:extLst>
      <p:ext uri="{BB962C8B-B14F-4D97-AF65-F5344CB8AC3E}">
        <p14:creationId xmlns:p14="http://schemas.microsoft.com/office/powerpoint/2010/main" val="16815597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85B10-7A03-20EB-37D4-C8264E1AE8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B5FF1-D121-D92B-387A-4E59BED097F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46B25E4-BB38-310A-7E17-C9AB4DA7AC5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Homeowners traditionally relied on stable electricity prices with rigid contracts. Now, as </a:t>
            </a:r>
            <a:r>
              <a:rPr lang="en-GB">
                <a:effectLst/>
              </a:rPr>
              <a:t>gas boilers are replaced by heat pumps</a:t>
            </a:r>
            <a:r>
              <a:rPr lang="en-GB"/>
              <a:t>, EVs grow in popularity, and </a:t>
            </a:r>
            <a:r>
              <a:rPr lang="en-GB">
                <a:effectLst/>
              </a:rPr>
              <a:t>PV panels become mainstream</a:t>
            </a:r>
            <a:r>
              <a:rPr lang="en-GB"/>
              <a:t>, residential electricity bills are rising—but these changes also create opportunities to </a:t>
            </a:r>
            <a:r>
              <a:rPr lang="en-GB">
                <a:effectLst/>
              </a:rPr>
              <a:t>cut costs and increase self-sufficiency</a:t>
            </a:r>
            <a:r>
              <a:rPr lang="en-GB"/>
              <a:t>. The key question for households: </a:t>
            </a:r>
            <a:r>
              <a:rPr lang="en-GB" b="1"/>
              <a:t>How can we </a:t>
            </a:r>
            <a:r>
              <a:rPr lang="en-GB" b="1">
                <a:effectLst/>
              </a:rPr>
              <a:t>manage building energy more intelligently</a:t>
            </a:r>
            <a:r>
              <a:rPr lang="en-GB" b="1"/>
              <a:t>?</a:t>
            </a:r>
            <a:endParaRPr lang="de-DE">
              <a:ea typeface="Calibri" panose="020F0502020204030204"/>
              <a:cs typeface="Calibri" panose="020F0502020204030204"/>
            </a:endParaRPr>
          </a:p>
          <a:p>
            <a:endParaRPr lang="de-DE">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BEFED594-DB83-5918-DB05-E1EECD6869FE}"/>
              </a:ext>
            </a:extLst>
          </p:cNvPr>
          <p:cNvSpPr>
            <a:spLocks noGrp="1"/>
          </p:cNvSpPr>
          <p:nvPr>
            <p:ph type="sldNum" sz="quarter" idx="5"/>
          </p:nvPr>
        </p:nvSpPr>
        <p:spPr/>
        <p:txBody>
          <a:bodyPr/>
          <a:lstStyle/>
          <a:p>
            <a:fld id="{19702129-24FE-4746-9897-C7E55345F5DD}" type="slidenum">
              <a:rPr lang="sv-SE" smtClean="0"/>
              <a:t>1</a:t>
            </a:fld>
            <a:endParaRPr lang="sv-SE"/>
          </a:p>
        </p:txBody>
      </p:sp>
    </p:spTree>
    <p:extLst>
      <p:ext uri="{BB962C8B-B14F-4D97-AF65-F5344CB8AC3E}">
        <p14:creationId xmlns:p14="http://schemas.microsoft.com/office/powerpoint/2010/main" val="1146767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81FB4-5424-A828-534F-C3F6A4DA4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59F82-56B9-6BC8-ACF0-BD006E835C6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3F33BD3-4386-EC89-BADF-1495B9869D07}"/>
              </a:ext>
            </a:extLst>
          </p:cNvPr>
          <p:cNvSpPr>
            <a:spLocks noGrp="1"/>
          </p:cNvSpPr>
          <p:nvPr>
            <p:ph type="body" idx="1"/>
          </p:nvPr>
        </p:nvSpPr>
        <p:spPr/>
        <p:txBody>
          <a:bodyPr/>
          <a:lstStyle/>
          <a:p>
            <a:r>
              <a:rPr lang="en-GB"/>
              <a:t>To smartly manage energy in buildings and communities, we developed a controller using key KPIs: </a:t>
            </a:r>
            <a:r>
              <a:rPr lang="en-GB" b="1">
                <a:effectLst/>
              </a:rPr>
              <a:t>NPV over 20 years</a:t>
            </a:r>
            <a:r>
              <a:rPr lang="en-GB"/>
              <a:t> and </a:t>
            </a:r>
            <a:r>
              <a:rPr lang="en-GB" b="1"/>
              <a:t>energy supply costs</a:t>
            </a:r>
            <a:r>
              <a:rPr lang="en-GB"/>
              <a:t> for financial impact, a </a:t>
            </a:r>
            <a:r>
              <a:rPr lang="en-GB" b="1">
                <a:effectLst/>
              </a:rPr>
              <a:t>custom comfort indicator</a:t>
            </a:r>
            <a:r>
              <a:rPr lang="en-GB"/>
              <a:t> (energy deficit, minimum building temperature, and DHW top layer temperature), and </a:t>
            </a:r>
            <a:r>
              <a:rPr lang="en-GB" b="1">
                <a:effectLst/>
              </a:rPr>
              <a:t>embedded grid CO₂ emissions</a:t>
            </a:r>
            <a:r>
              <a:rPr lang="en-GB"/>
              <a:t> (excluding emissions avoided by exported PV power). These KPIs were selected based on </a:t>
            </a:r>
            <a:r>
              <a:rPr lang="en-GB">
                <a:effectLst/>
              </a:rPr>
              <a:t>stakeholder priorities—primarily homeowners and the DSO</a:t>
            </a:r>
            <a:r>
              <a:rPr lang="en-GB"/>
              <a:t>.</a:t>
            </a:r>
            <a:endParaRPr lang="de-DE"/>
          </a:p>
        </p:txBody>
      </p:sp>
      <p:sp>
        <p:nvSpPr>
          <p:cNvPr id="4" name="Slide Number Placeholder 3">
            <a:extLst>
              <a:ext uri="{FF2B5EF4-FFF2-40B4-BE49-F238E27FC236}">
                <a16:creationId xmlns:a16="http://schemas.microsoft.com/office/drawing/2014/main" id="{5B66D410-5A5A-A86A-AB28-8156DA06C923}"/>
              </a:ext>
            </a:extLst>
          </p:cNvPr>
          <p:cNvSpPr>
            <a:spLocks noGrp="1"/>
          </p:cNvSpPr>
          <p:nvPr>
            <p:ph type="sldNum" sz="quarter" idx="5"/>
          </p:nvPr>
        </p:nvSpPr>
        <p:spPr/>
        <p:txBody>
          <a:bodyPr/>
          <a:lstStyle/>
          <a:p>
            <a:fld id="{19702129-24FE-4746-9897-C7E55345F5DD}" type="slidenum">
              <a:rPr lang="sv-SE" smtClean="0"/>
              <a:t>2</a:t>
            </a:fld>
            <a:endParaRPr lang="sv-SE"/>
          </a:p>
        </p:txBody>
      </p:sp>
    </p:spTree>
    <p:extLst>
      <p:ext uri="{BB962C8B-B14F-4D97-AF65-F5344CB8AC3E}">
        <p14:creationId xmlns:p14="http://schemas.microsoft.com/office/powerpoint/2010/main" val="3984841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fld id="{19702129-24FE-4746-9897-C7E55345F5DD}" type="slidenum">
              <a:rPr lang="sv-SE" smtClean="0"/>
              <a:t>3</a:t>
            </a:fld>
            <a:endParaRPr lang="sv-SE"/>
          </a:p>
        </p:txBody>
      </p:sp>
    </p:spTree>
    <p:extLst>
      <p:ext uri="{BB962C8B-B14F-4D97-AF65-F5344CB8AC3E}">
        <p14:creationId xmlns:p14="http://schemas.microsoft.com/office/powerpoint/2010/main" val="37873280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E7F7F-9F00-98F1-ECAA-9822DAEB57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C6A4BB-907E-B7B2-EC4D-D6EB5EAEB25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7755F8C-84BC-2B9B-F1CB-3024F1C5FD72}"/>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CBC7C611-47E7-A9E4-FFDE-A64CCD092D75}"/>
              </a:ext>
            </a:extLst>
          </p:cNvPr>
          <p:cNvSpPr>
            <a:spLocks noGrp="1"/>
          </p:cNvSpPr>
          <p:nvPr>
            <p:ph type="sldNum" sz="quarter" idx="5"/>
          </p:nvPr>
        </p:nvSpPr>
        <p:spPr/>
        <p:txBody>
          <a:bodyPr/>
          <a:lstStyle/>
          <a:p>
            <a:fld id="{19702129-24FE-4746-9897-C7E55345F5DD}" type="slidenum">
              <a:rPr lang="sv-SE" smtClean="0"/>
              <a:t>4</a:t>
            </a:fld>
            <a:endParaRPr lang="sv-SE"/>
          </a:p>
        </p:txBody>
      </p:sp>
    </p:spTree>
    <p:extLst>
      <p:ext uri="{BB962C8B-B14F-4D97-AF65-F5344CB8AC3E}">
        <p14:creationId xmlns:p14="http://schemas.microsoft.com/office/powerpoint/2010/main" val="16679061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58352-089F-4057-E25C-EC9F1EDAC7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400142-4631-7789-B0B5-AB0BE30C707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56407E2-37A6-406C-D6E2-D6A6481A14DD}"/>
              </a:ext>
            </a:extLst>
          </p:cNvPr>
          <p:cNvSpPr>
            <a:spLocks noGrp="1"/>
          </p:cNvSpPr>
          <p:nvPr>
            <p:ph type="body" idx="1"/>
          </p:nvPr>
        </p:nvSpPr>
        <p:spPr/>
        <p:txBody>
          <a:bodyPr/>
          <a:lstStyle/>
          <a:p>
            <a:r>
              <a:rPr lang="en-GB"/>
              <a:t>In the case of the heat pump, </a:t>
            </a:r>
            <a:r>
              <a:rPr lang="en-GB">
                <a:effectLst/>
              </a:rPr>
              <a:t>peak shaving is most effective during periods of high electrical consumption</a:t>
            </a:r>
            <a:r>
              <a:rPr lang="en-GB"/>
              <a:t>, while </a:t>
            </a:r>
            <a:r>
              <a:rPr lang="en-GB">
                <a:effectLst/>
              </a:rPr>
              <a:t>self-consumption is activated when PV production peaks</a:t>
            </a:r>
            <a:r>
              <a:rPr lang="en-GB"/>
              <a:t>. Our </a:t>
            </a:r>
            <a:r>
              <a:rPr lang="en-GB">
                <a:effectLst/>
              </a:rPr>
              <a:t>price arbitrage strategy, based on detailed price analysis</a:t>
            </a:r>
            <a:r>
              <a:rPr lang="en-GB"/>
              <a:t>, only reduces the heating rate when the </a:t>
            </a:r>
            <a:r>
              <a:rPr lang="en-GB">
                <a:effectLst/>
              </a:rPr>
              <a:t>relative price is zero</a:t>
            </a:r>
            <a:r>
              <a:rPr lang="en-GB"/>
              <a:t>. While price arbitrage and peak shaving help lower energy supply costs and improve NPV, they also </a:t>
            </a:r>
            <a:r>
              <a:rPr lang="en-GB">
                <a:effectLst/>
              </a:rPr>
              <a:t>increase energy deficits and reduce occupant comfort</a:t>
            </a:r>
            <a:r>
              <a:rPr lang="en-GB"/>
              <a:t>. However, by integrating self-consumption into a combined controller, we add an </a:t>
            </a:r>
            <a:r>
              <a:rPr lang="en-GB">
                <a:effectLst/>
              </a:rPr>
              <a:t>energy buffer that significantly enhances comfort</a:t>
            </a:r>
            <a:r>
              <a:rPr lang="en-GB"/>
              <a:t>.</a:t>
            </a:r>
          </a:p>
          <a:p>
            <a:endParaRPr lang="en-GB"/>
          </a:p>
          <a:p>
            <a:r>
              <a:rPr lang="en-GB"/>
              <a:t>When implementing the final combined controller, we </a:t>
            </a:r>
            <a:r>
              <a:rPr lang="en-GB">
                <a:effectLst/>
              </a:rPr>
              <a:t>prioritize peak shaving first, followed by self-consumption, and finally price arbitrage</a:t>
            </a:r>
            <a:r>
              <a:rPr lang="en-GB"/>
              <a:t>—reflecting both their </a:t>
            </a:r>
            <a:r>
              <a:rPr lang="en-GB">
                <a:effectLst/>
              </a:rPr>
              <a:t>strategic importance and their placement within the heat pump system</a:t>
            </a:r>
            <a:r>
              <a:rPr lang="en-GB"/>
              <a:t>. As a result, this approach </a:t>
            </a:r>
            <a:r>
              <a:rPr lang="en-GB">
                <a:effectLst/>
              </a:rPr>
              <a:t>increases NPV by 5%, improves occupant comfort by 15%, and reduces environmental impact by 5%</a:t>
            </a:r>
            <a:r>
              <a:rPr lang="en-GB"/>
              <a:t>.</a:t>
            </a:r>
          </a:p>
        </p:txBody>
      </p:sp>
      <p:sp>
        <p:nvSpPr>
          <p:cNvPr id="4" name="Slide Number Placeholder 3">
            <a:extLst>
              <a:ext uri="{FF2B5EF4-FFF2-40B4-BE49-F238E27FC236}">
                <a16:creationId xmlns:a16="http://schemas.microsoft.com/office/drawing/2014/main" id="{9074DFD3-D7C8-CF49-EB55-40BC171C874C}"/>
              </a:ext>
            </a:extLst>
          </p:cNvPr>
          <p:cNvSpPr>
            <a:spLocks noGrp="1"/>
          </p:cNvSpPr>
          <p:nvPr>
            <p:ph type="sldNum" sz="quarter" idx="5"/>
          </p:nvPr>
        </p:nvSpPr>
        <p:spPr/>
        <p:txBody>
          <a:bodyPr/>
          <a:lstStyle/>
          <a:p>
            <a:fld id="{19702129-24FE-4746-9897-C7E55345F5DD}" type="slidenum">
              <a:rPr lang="sv-SE" smtClean="0"/>
              <a:t>5</a:t>
            </a:fld>
            <a:endParaRPr lang="sv-SE"/>
          </a:p>
        </p:txBody>
      </p:sp>
    </p:spTree>
    <p:extLst>
      <p:ext uri="{BB962C8B-B14F-4D97-AF65-F5344CB8AC3E}">
        <p14:creationId xmlns:p14="http://schemas.microsoft.com/office/powerpoint/2010/main" val="176291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5E211-7529-42E4-0A92-3EAD22E67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E516F9-9691-8E74-9FAB-5CC15F598E6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79EEC5A-9A93-AF0B-140D-274E7FF70037}"/>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3B9A76CA-B117-6B3C-ACAE-1A83AF6C17E4}"/>
              </a:ext>
            </a:extLst>
          </p:cNvPr>
          <p:cNvSpPr>
            <a:spLocks noGrp="1"/>
          </p:cNvSpPr>
          <p:nvPr>
            <p:ph type="sldNum" sz="quarter" idx="5"/>
          </p:nvPr>
        </p:nvSpPr>
        <p:spPr/>
        <p:txBody>
          <a:bodyPr/>
          <a:lstStyle/>
          <a:p>
            <a:fld id="{19702129-24FE-4746-9897-C7E55345F5DD}" type="slidenum">
              <a:rPr lang="sv-SE" smtClean="0"/>
              <a:t>6</a:t>
            </a:fld>
            <a:endParaRPr lang="sv-SE"/>
          </a:p>
        </p:txBody>
      </p:sp>
    </p:spTree>
    <p:extLst>
      <p:ext uri="{BB962C8B-B14F-4D97-AF65-F5344CB8AC3E}">
        <p14:creationId xmlns:p14="http://schemas.microsoft.com/office/powerpoint/2010/main" val="29511440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55223-9FEA-5184-2577-77B67315B7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ED824E-9D55-4778-88ED-F8F12BB873B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160C0A6-642E-32EC-582E-F7A059255C23}"/>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5B09758F-33A8-92DC-F92B-8B8A0951BE7B}"/>
              </a:ext>
            </a:extLst>
          </p:cNvPr>
          <p:cNvSpPr>
            <a:spLocks noGrp="1"/>
          </p:cNvSpPr>
          <p:nvPr>
            <p:ph type="sldNum" sz="quarter" idx="5"/>
          </p:nvPr>
        </p:nvSpPr>
        <p:spPr/>
        <p:txBody>
          <a:bodyPr/>
          <a:lstStyle/>
          <a:p>
            <a:fld id="{19702129-24FE-4746-9897-C7E55345F5DD}" type="slidenum">
              <a:rPr lang="sv-SE" smtClean="0"/>
              <a:t>7</a:t>
            </a:fld>
            <a:endParaRPr lang="sv-SE"/>
          </a:p>
        </p:txBody>
      </p:sp>
    </p:spTree>
    <p:extLst>
      <p:ext uri="{BB962C8B-B14F-4D97-AF65-F5344CB8AC3E}">
        <p14:creationId xmlns:p14="http://schemas.microsoft.com/office/powerpoint/2010/main" val="30019947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6C21A-0D28-3035-681F-C2A793A5F7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DC6C5B-2FEA-456A-9FBA-901A4B03A4B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E580FDF-BD98-CE25-C21F-2783487C328E}"/>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449DD081-1276-5331-B014-DF2D19EBB2FB}"/>
              </a:ext>
            </a:extLst>
          </p:cNvPr>
          <p:cNvSpPr>
            <a:spLocks noGrp="1"/>
          </p:cNvSpPr>
          <p:nvPr>
            <p:ph type="sldNum" sz="quarter" idx="5"/>
          </p:nvPr>
        </p:nvSpPr>
        <p:spPr/>
        <p:txBody>
          <a:bodyPr/>
          <a:lstStyle/>
          <a:p>
            <a:fld id="{19702129-24FE-4746-9897-C7E55345F5DD}" type="slidenum">
              <a:rPr lang="sv-SE" smtClean="0"/>
              <a:t>8</a:t>
            </a:fld>
            <a:endParaRPr lang="sv-SE"/>
          </a:p>
        </p:txBody>
      </p:sp>
    </p:spTree>
    <p:extLst>
      <p:ext uri="{BB962C8B-B14F-4D97-AF65-F5344CB8AC3E}">
        <p14:creationId xmlns:p14="http://schemas.microsoft.com/office/powerpoint/2010/main" val="18136060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A collection of independent households has several issues, such as uncoordinated self-consumption, and smaller DHW tanks distributed across all houses of the neighborhood. When implementing an energy community, even before smart controls we can have a better utilization of excess PV, and having a larger centralized storage tank provides more thermal inertia to the community. This means that even before applying smart controls, Energy communities have 35.6% higher SC than a collection of independent homes, and 23,3% lower Peak P imports. This ultimately leads to a reduction in costs of 30% and 9% higher NPV, a slight reduction in comfort of 3,7%, while still within hard limits of comfort, and CO2 emissions are reduced by 15.5%, meaning that Energy communities present a significant improvement over a collection of individual houses.</a:t>
            </a:r>
          </a:p>
        </p:txBody>
      </p:sp>
      <p:sp>
        <p:nvSpPr>
          <p:cNvPr id="4" name="Slide Number Placeholder 3"/>
          <p:cNvSpPr>
            <a:spLocks noGrp="1"/>
          </p:cNvSpPr>
          <p:nvPr>
            <p:ph type="sldNum" sz="quarter" idx="5"/>
          </p:nvPr>
        </p:nvSpPr>
        <p:spPr/>
        <p:txBody>
          <a:bodyPr/>
          <a:lstStyle/>
          <a:p>
            <a:fld id="{19702129-24FE-4746-9897-C7E55345F5DD}" type="slidenum">
              <a:rPr lang="sv-SE" smtClean="0"/>
              <a:t>10</a:t>
            </a:fld>
            <a:endParaRPr lang="sv-SE"/>
          </a:p>
        </p:txBody>
      </p:sp>
    </p:spTree>
    <p:extLst>
      <p:ext uri="{BB962C8B-B14F-4D97-AF65-F5344CB8AC3E}">
        <p14:creationId xmlns:p14="http://schemas.microsoft.com/office/powerpoint/2010/main" val="36629468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Whilst Energy communities present a massive improvement by themselves, we can still go a step farther and implement smart controls to improve their performance across several metrics. In our case, the final smart community focused on HP control, given that EV and Battery controls yielded less positive results, and combining technologies presented several challenges due to the interaction between the controls.  With the best performing HP control, a smart energy community can satisfy the minimum building and DHW demands of residents, whilst we could increase SC by 53%.</a:t>
            </a:r>
            <a:endParaRPr lang="en-US"/>
          </a:p>
          <a:p>
            <a:r>
              <a:rPr lang="en-US">
                <a:ea typeface="Calibri"/>
                <a:cs typeface="Calibri"/>
              </a:rPr>
              <a:t>When comparing the improvements of making an energy community smart against making a collection of homes smart, we can see that the marginal gains of making individual homes smart were higher than for making a community smart. As seen in this graph with the grey bar, smart homes have a </a:t>
            </a:r>
            <a:r>
              <a:rPr lang="en-US" err="1">
                <a:ea typeface="Calibri"/>
                <a:cs typeface="Calibri"/>
              </a:rPr>
              <a:t>largerg</a:t>
            </a:r>
            <a:r>
              <a:rPr lang="en-US">
                <a:ea typeface="Calibri"/>
                <a:cs typeface="Calibri"/>
              </a:rPr>
              <a:t> margin of improvement over the baseline than smart community for C=2 emissions, the comfort level, average electricity costs and the NPV, and only for the peak P reduction the energy community yields a larger margin of improvement. Ultimately, this whilst there is a larger marginal improvement from making </a:t>
            </a:r>
            <a:r>
              <a:rPr lang="en-US" err="1">
                <a:ea typeface="Calibri"/>
                <a:cs typeface="Calibri"/>
              </a:rPr>
              <a:t>independenr</a:t>
            </a:r>
            <a:r>
              <a:rPr lang="en-US">
                <a:ea typeface="Calibri"/>
                <a:cs typeface="Calibri"/>
              </a:rPr>
              <a:t> houses smart, you still have better absolute values of </a:t>
            </a:r>
            <a:r>
              <a:rPr lang="en-US" err="1">
                <a:ea typeface="Calibri"/>
                <a:cs typeface="Calibri"/>
              </a:rPr>
              <a:t>KPi's</a:t>
            </a:r>
            <a:r>
              <a:rPr lang="en-US">
                <a:ea typeface="Calibri"/>
                <a:cs typeface="Calibri"/>
              </a:rPr>
              <a:t> in an Energy community.</a:t>
            </a:r>
          </a:p>
        </p:txBody>
      </p:sp>
      <p:sp>
        <p:nvSpPr>
          <p:cNvPr id="4" name="Slide Number Placeholder 3"/>
          <p:cNvSpPr>
            <a:spLocks noGrp="1"/>
          </p:cNvSpPr>
          <p:nvPr>
            <p:ph type="sldNum" sz="quarter" idx="5"/>
          </p:nvPr>
        </p:nvSpPr>
        <p:spPr/>
        <p:txBody>
          <a:bodyPr/>
          <a:lstStyle/>
          <a:p>
            <a:fld id="{19702129-24FE-4746-9897-C7E55345F5DD}" type="slidenum">
              <a:rPr lang="sv-SE" smtClean="0"/>
              <a:t>11</a:t>
            </a:fld>
            <a:endParaRPr lang="sv-SE"/>
          </a:p>
        </p:txBody>
      </p:sp>
    </p:spTree>
    <p:extLst>
      <p:ext uri="{BB962C8B-B14F-4D97-AF65-F5344CB8AC3E}">
        <p14:creationId xmlns:p14="http://schemas.microsoft.com/office/powerpoint/2010/main" val="29054058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C0FA9-E29B-AFA0-F954-1D8EF9FB4C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CF7AC8-99E7-A7FE-524E-CFB6B394B46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3A456AE-E947-C8BE-D48A-CC34B564DCCE}"/>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6AE9F606-B442-422C-6051-D9DE3694D1C5}"/>
              </a:ext>
            </a:extLst>
          </p:cNvPr>
          <p:cNvSpPr>
            <a:spLocks noGrp="1"/>
          </p:cNvSpPr>
          <p:nvPr>
            <p:ph type="sldNum" sz="quarter" idx="5"/>
          </p:nvPr>
        </p:nvSpPr>
        <p:spPr/>
        <p:txBody>
          <a:bodyPr/>
          <a:lstStyle/>
          <a:p>
            <a:fld id="{19702129-24FE-4746-9897-C7E55345F5DD}" type="slidenum">
              <a:rPr lang="sv-SE" smtClean="0"/>
              <a:t>14</a:t>
            </a:fld>
            <a:endParaRPr lang="sv-SE"/>
          </a:p>
        </p:txBody>
      </p:sp>
    </p:spTree>
    <p:extLst>
      <p:ext uri="{BB962C8B-B14F-4D97-AF65-F5344CB8AC3E}">
        <p14:creationId xmlns:p14="http://schemas.microsoft.com/office/powerpoint/2010/main" val="39624159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fld id="{19702129-24FE-4746-9897-C7E55345F5DD}" type="slidenum">
              <a:rPr lang="sv-SE" smtClean="0"/>
              <a:t>17</a:t>
            </a:fld>
            <a:endParaRPr lang="sv-SE"/>
          </a:p>
        </p:txBody>
      </p:sp>
    </p:spTree>
    <p:extLst>
      <p:ext uri="{BB962C8B-B14F-4D97-AF65-F5344CB8AC3E}">
        <p14:creationId xmlns:p14="http://schemas.microsoft.com/office/powerpoint/2010/main" val="3465371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0ACEC-1BBC-6412-8BA8-17DC330515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CE340-B71A-B502-95AD-501A136AA05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319636F-5291-77C0-C9A0-85BCB50449E6}"/>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6B11C37B-B9A6-60C6-4B36-CD5D2478AC9A}"/>
              </a:ext>
            </a:extLst>
          </p:cNvPr>
          <p:cNvSpPr>
            <a:spLocks noGrp="1"/>
          </p:cNvSpPr>
          <p:nvPr>
            <p:ph type="sldNum" sz="quarter" idx="5"/>
          </p:nvPr>
        </p:nvSpPr>
        <p:spPr/>
        <p:txBody>
          <a:bodyPr/>
          <a:lstStyle/>
          <a:p>
            <a:fld id="{19702129-24FE-4746-9897-C7E55345F5DD}" type="slidenum">
              <a:rPr lang="sv-SE" smtClean="0"/>
              <a:t>18</a:t>
            </a:fld>
            <a:endParaRPr lang="sv-SE"/>
          </a:p>
        </p:txBody>
      </p:sp>
    </p:spTree>
    <p:extLst>
      <p:ext uri="{BB962C8B-B14F-4D97-AF65-F5344CB8AC3E}">
        <p14:creationId xmlns:p14="http://schemas.microsoft.com/office/powerpoint/2010/main" val="4490070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8672A-E99A-C78E-3C69-88BF869C2F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A16426-B9E7-807A-A14E-E2453C310C7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B1D71DD-1729-653C-61E9-DFC3AF25115C}"/>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BC1E68E5-EBAF-75DB-8ACA-FEA0972B99AF}"/>
              </a:ext>
            </a:extLst>
          </p:cNvPr>
          <p:cNvSpPr>
            <a:spLocks noGrp="1"/>
          </p:cNvSpPr>
          <p:nvPr>
            <p:ph type="sldNum" sz="quarter" idx="5"/>
          </p:nvPr>
        </p:nvSpPr>
        <p:spPr/>
        <p:txBody>
          <a:bodyPr/>
          <a:lstStyle/>
          <a:p>
            <a:fld id="{19702129-24FE-4746-9897-C7E55345F5DD}" type="slidenum">
              <a:rPr lang="sv-SE" smtClean="0"/>
              <a:t>19</a:t>
            </a:fld>
            <a:endParaRPr lang="sv-SE"/>
          </a:p>
        </p:txBody>
      </p:sp>
    </p:spTree>
    <p:extLst>
      <p:ext uri="{BB962C8B-B14F-4D97-AF65-F5344CB8AC3E}">
        <p14:creationId xmlns:p14="http://schemas.microsoft.com/office/powerpoint/2010/main" val="9470208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A8828-C359-3551-34D2-74390B669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0BF3C1-665D-B858-03C9-6D4EC2B0AB3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40C289E-1CFB-C28B-5CB2-3E778FC8DCB6}"/>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8F20267A-FF15-A3A8-2CDB-98D7FCE315B5}"/>
              </a:ext>
            </a:extLst>
          </p:cNvPr>
          <p:cNvSpPr>
            <a:spLocks noGrp="1"/>
          </p:cNvSpPr>
          <p:nvPr>
            <p:ph type="sldNum" sz="quarter" idx="5"/>
          </p:nvPr>
        </p:nvSpPr>
        <p:spPr/>
        <p:txBody>
          <a:bodyPr/>
          <a:lstStyle/>
          <a:p>
            <a:fld id="{19702129-24FE-4746-9897-C7E55345F5DD}" type="slidenum">
              <a:rPr lang="sv-SE" smtClean="0"/>
              <a:t>20</a:t>
            </a:fld>
            <a:endParaRPr lang="sv-SE"/>
          </a:p>
        </p:txBody>
      </p:sp>
    </p:spTree>
    <p:extLst>
      <p:ext uri="{BB962C8B-B14F-4D97-AF65-F5344CB8AC3E}">
        <p14:creationId xmlns:p14="http://schemas.microsoft.com/office/powerpoint/2010/main" val="2335815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5F276-8730-3DBE-43DB-A2AB4F3A13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803D0F-DA5D-7433-DCEB-76E9AA50B61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5D5C16B-673E-40D2-90FC-BA5F011E2270}"/>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3C4BAC83-4AF5-2F60-A271-FA554462B86D}"/>
              </a:ext>
            </a:extLst>
          </p:cNvPr>
          <p:cNvSpPr>
            <a:spLocks noGrp="1"/>
          </p:cNvSpPr>
          <p:nvPr>
            <p:ph type="sldNum" sz="quarter" idx="5"/>
          </p:nvPr>
        </p:nvSpPr>
        <p:spPr/>
        <p:txBody>
          <a:bodyPr/>
          <a:lstStyle/>
          <a:p>
            <a:fld id="{19702129-24FE-4746-9897-C7E55345F5DD}" type="slidenum">
              <a:rPr lang="sv-SE" smtClean="0"/>
              <a:t>21</a:t>
            </a:fld>
            <a:endParaRPr lang="sv-SE"/>
          </a:p>
        </p:txBody>
      </p:sp>
    </p:spTree>
    <p:extLst>
      <p:ext uri="{BB962C8B-B14F-4D97-AF65-F5344CB8AC3E}">
        <p14:creationId xmlns:p14="http://schemas.microsoft.com/office/powerpoint/2010/main" val="16643588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6FD35-289D-1C70-4D55-AAF5447007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105A47-0663-C882-34F4-D8622A1F016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D1CD082-7CD2-92C7-8C5E-B701E31507BF}"/>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CD3582D3-1E4D-453B-690D-E89362BEB5CC}"/>
              </a:ext>
            </a:extLst>
          </p:cNvPr>
          <p:cNvSpPr>
            <a:spLocks noGrp="1"/>
          </p:cNvSpPr>
          <p:nvPr>
            <p:ph type="sldNum" sz="quarter" idx="5"/>
          </p:nvPr>
        </p:nvSpPr>
        <p:spPr/>
        <p:txBody>
          <a:bodyPr/>
          <a:lstStyle/>
          <a:p>
            <a:fld id="{19702129-24FE-4746-9897-C7E55345F5DD}" type="slidenum">
              <a:rPr lang="sv-SE" smtClean="0"/>
              <a:t>22</a:t>
            </a:fld>
            <a:endParaRPr lang="sv-SE"/>
          </a:p>
        </p:txBody>
      </p:sp>
    </p:spTree>
    <p:extLst>
      <p:ext uri="{BB962C8B-B14F-4D97-AF65-F5344CB8AC3E}">
        <p14:creationId xmlns:p14="http://schemas.microsoft.com/office/powerpoint/2010/main" val="21757702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19702129-24FE-4746-9897-C7E55345F5DD}" type="slidenum">
              <a:rPr lang="sv-SE" smtClean="0"/>
              <a:t>23</a:t>
            </a:fld>
            <a:endParaRPr lang="sv-SE"/>
          </a:p>
        </p:txBody>
      </p:sp>
    </p:spTree>
    <p:extLst>
      <p:ext uri="{BB962C8B-B14F-4D97-AF65-F5344CB8AC3E}">
        <p14:creationId xmlns:p14="http://schemas.microsoft.com/office/powerpoint/2010/main" val="14945751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a:t>Presentation </a:t>
            </a:r>
            <a:r>
              <a:rPr lang="sv-SE" err="1"/>
              <a:t>title</a:t>
            </a:r>
            <a:endParaRPr lang="sv-SE"/>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err="1"/>
              <a:t>Subtitle</a:t>
            </a:r>
            <a:r>
              <a:rPr lang="sv-SE"/>
              <a:t> </a:t>
            </a:r>
            <a:r>
              <a:rPr lang="sv-SE" err="1"/>
              <a:t>here</a:t>
            </a:r>
            <a:endParaRPr lang="sv-SE"/>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F830764F-3BC4-CD4A-BE5B-535522DB4570}" type="datetime1">
              <a:rPr lang="it-IT" smtClean="0"/>
              <a:t>09/12/2025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a:t>Presentation </a:t>
            </a:r>
            <a:r>
              <a:rPr lang="sv-SE" err="1"/>
              <a:t>title</a:t>
            </a:r>
            <a:endParaRPr lang="sv-SE"/>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err="1"/>
              <a:t>Subtitle</a:t>
            </a:r>
            <a:r>
              <a:rPr lang="sv-SE"/>
              <a:t> </a:t>
            </a:r>
            <a:r>
              <a:rPr lang="sv-SE" err="1"/>
              <a:t>here</a:t>
            </a:r>
            <a:endParaRPr lang="sv-SE"/>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64841C0-7967-9040-B0CF-21FA908EBED3}" type="datetime1">
              <a:rPr lang="it-IT" smtClean="0"/>
              <a:t>09/12/2025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a:t>Presentation </a:t>
            </a:r>
            <a:r>
              <a:rPr lang="sv-SE" err="1"/>
              <a:t>title</a:t>
            </a:r>
            <a:endParaRPr lang="sv-SE"/>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err="1"/>
              <a:t>Subtitle</a:t>
            </a:r>
            <a:r>
              <a:rPr lang="sv-SE"/>
              <a:t> </a:t>
            </a:r>
            <a:r>
              <a:rPr lang="sv-SE" err="1"/>
              <a:t>here</a:t>
            </a:r>
            <a:endParaRPr lang="sv-SE"/>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2181DD58-5FB8-2B4A-9BC7-B9E12558057E}" type="datetime1">
              <a:rPr lang="it-IT" smtClean="0"/>
              <a:t>09/12/2025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a:latin typeface="+mj-lt"/>
              </a:rPr>
              <a:t>Change background image</a:t>
            </a:r>
          </a:p>
          <a:p>
            <a:pPr marL="162900" indent="-162900" algn="l">
              <a:spcAft>
                <a:spcPts val="600"/>
              </a:spcAft>
              <a:buFont typeface="+mj-lt"/>
              <a:buAutoNum type="arabicPeriod"/>
            </a:pPr>
            <a:r>
              <a:rPr lang="en-US" sz="1000" noProof="0"/>
              <a:t>Select Design &gt; Format Background.</a:t>
            </a:r>
          </a:p>
          <a:p>
            <a:pPr marL="162900" indent="-162900" algn="l">
              <a:spcAft>
                <a:spcPts val="600"/>
              </a:spcAft>
              <a:buFont typeface="+mj-lt"/>
              <a:buAutoNum type="arabicPeriod"/>
            </a:pPr>
            <a:r>
              <a:rPr lang="en-US" sz="1000" noProof="0"/>
              <a:t>In the Format Background pane, select Picture or texture fill.</a:t>
            </a:r>
          </a:p>
          <a:p>
            <a:pPr marL="162900" indent="-162900" algn="l">
              <a:spcAft>
                <a:spcPts val="600"/>
              </a:spcAft>
              <a:buFont typeface="+mj-lt"/>
              <a:buAutoNum type="arabicPeriod"/>
            </a:pPr>
            <a:r>
              <a:rPr lang="en-US" sz="1000" noProof="0"/>
              <a:t>Select File.</a:t>
            </a:r>
          </a:p>
          <a:p>
            <a:pPr marL="162900" indent="-162900" algn="l">
              <a:spcAft>
                <a:spcPts val="600"/>
              </a:spcAft>
              <a:buFont typeface="+mj-lt"/>
              <a:buAutoNum type="arabicPeriod"/>
            </a:pPr>
            <a:r>
              <a:rPr lang="en-US" sz="1000" noProof="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it-IT"/>
              <a:t>Fare clic per modificare lo stile del titolo dello schema</a:t>
            </a:r>
            <a:endParaRPr lang="sv-SE"/>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6D6DEFC7-2875-AF42-A077-97A4364B825C}" type="datetime1">
              <a:rPr lang="it-IT" smtClean="0"/>
              <a:t>09/12/2025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it-IT"/>
              <a:t>Fare clic per modificare lo stile del titolo dello schema</a:t>
            </a:r>
            <a:endParaRPr lang="sv-SE"/>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B0703CA-B41D-5B45-8608-0B0BAED33FDB}" type="datetime1">
              <a:rPr lang="it-IT" smtClean="0"/>
              <a:t>09/12/2025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it-IT"/>
              <a:t>Fare clic per modificare lo stile del titolo dello schema</a:t>
            </a:r>
            <a:endParaRPr lang="sv-SE"/>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294E4BC-0109-2544-AE0F-AFC38D0A164F}" type="datetime1">
              <a:rPr lang="it-IT" smtClean="0"/>
              <a:t>09/12/2025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it-IT"/>
              <a:t>Fare clic per modificare lo stile del titolo dello schema</a:t>
            </a:r>
            <a:endParaRPr lang="sv-SE"/>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AFA7634E-1B82-D243-9D2A-93A521DC55E3}" type="datetime1">
              <a:rPr lang="it-IT" smtClean="0"/>
              <a:t>09/12/2025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it-IT"/>
              <a:t>Fare clic per modificare lo stile del titolo dello schema</a:t>
            </a:r>
            <a:endParaRPr lang="sv-SE"/>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0D633F2-F59F-EA41-A7D7-3374B9846B5F}" type="datetime1">
              <a:rPr lang="it-IT" smtClean="0"/>
              <a:t>09/12/2025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it-IT"/>
              <a:t>Fare clic per modificare lo stile del titolo dello schema</a:t>
            </a:r>
            <a:endParaRPr lang="sv-SE"/>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DC7E26F5-EDF8-3A4D-AFD0-C139E749DF3D}" type="datetime1">
              <a:rPr lang="it-IT" smtClean="0"/>
              <a:t>09/12/2025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it-IT"/>
              <a:t>Fare clic per modificare lo stile del titolo dello schema</a:t>
            </a:r>
            <a:endParaRPr lang="sv-SE"/>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DA62038D-494F-FB45-8249-4CB81F3414B0}" type="datetime1">
              <a:rPr lang="it-IT" smtClean="0"/>
              <a:t>09/12/2025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it-IT"/>
              <a:t>Fare clic per modificare lo stile del titolo dello schema</a:t>
            </a:r>
            <a:endParaRPr lang="sv-SE"/>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1065184D-0740-8D42-9857-A27072E25257}" type="datetime1">
              <a:rPr lang="it-IT" smtClean="0"/>
              <a:t>09/12/2025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it-IT"/>
              <a:t>Fare clic per modificare lo stile del titolo dello schema</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609E0DF3-7A88-C848-A31D-4520E2562E69}" type="datetime1">
              <a:rPr lang="it-IT" smtClean="0"/>
              <a:t>09/12/2025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it-IT"/>
              <a:t>Fare clic per modificare lo stile del titolo dello schema</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F6219402-011C-3C4D-AAC9-05C92C719BA4}" type="datetime1">
              <a:rPr lang="it-IT" smtClean="0"/>
              <a:t>09/12/2025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it-IT"/>
              <a:t>Fare clic per modificare lo stile del titolo dello schema</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7E7AF623-C007-4347-A66B-1F1E08C44D9C}" type="datetime1">
              <a:rPr lang="it-IT" smtClean="0"/>
              <a:t>09/12/2025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it-IT"/>
              <a:t>Fare clic per modificare lo stile del titolo dello schema</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A2722C48-944F-BF44-9B8C-49A0BA7888D0}" type="datetime1">
              <a:rPr lang="it-IT" smtClean="0"/>
              <a:t>09/12/2025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it-IT"/>
              <a:t>Fare clic per modificare lo stile del titolo dello schema</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D5EA7CA-7D14-FE42-80CD-A05FD6B9A6CF}" type="datetime1">
              <a:rPr lang="it-IT" smtClean="0"/>
              <a:t>09/12/2025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it-IT"/>
              <a:t>Fare clic per modificare lo stile del titolo dello schema</a:t>
            </a:r>
            <a:endParaRPr lang="sv-SE"/>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CB1E64B0-05A5-D741-A7EF-65EC2FDA53AB}" type="datetime1">
              <a:rPr lang="it-IT" smtClean="0"/>
              <a:t>09/12/2025</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it-IT"/>
              <a:t>Fare clic per modificare lo stile del titolo dello schema</a:t>
            </a:r>
            <a:endParaRPr lang="sv-SE"/>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719E8767-143E-934C-8A54-3AFB1D3EC674}" type="datetime1">
              <a:rPr lang="it-IT" smtClean="0"/>
              <a:t>09/12/2025</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it-IT"/>
              <a:t>Fare clic per modificare lo stile del titolo dello schema</a:t>
            </a:r>
            <a:endParaRPr lang="sv-SE"/>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C0BD3F88-2712-5946-868F-E8234B19566E}" type="datetime1">
              <a:rPr lang="it-IT" smtClean="0"/>
              <a:t>09/12/2025</a:t>
            </a:fld>
            <a:endParaRPr lang="sv-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it-IT"/>
              <a:t>Fare clic per modificare lo stile del titolo dello schema</a:t>
            </a:r>
            <a:endParaRPr lang="sv-SE"/>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it-IT"/>
              <a:t>Fare clic per modificare gli stili del testo dello schema</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C2F3A2E6-3066-2640-AF46-735AD4907C1A}" type="datetime1">
              <a:rPr lang="it-IT" smtClean="0"/>
              <a:t>09/12/2025</a:t>
            </a:fld>
            <a:endParaRPr lang="sv-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it-IT"/>
              <a:t>Fare clic per modificare lo stile del titolo dello schema</a:t>
            </a:r>
            <a:endParaRPr lang="sv-SE"/>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it-IT"/>
              <a:t>Fare clic per modificare gli stili del testo dello schema</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463E3909-01BB-384E-A61D-99789333D2CB}" type="datetime1">
              <a:rPr lang="it-IT" smtClean="0"/>
              <a:t>09/12/2025</a:t>
            </a:fld>
            <a:endParaRPr lang="sv-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it-IT"/>
              <a:t>Fare clic per modificare lo stile del titolo dello schema</a:t>
            </a:r>
            <a:endParaRPr lang="sv-SE"/>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it-IT"/>
              <a:t>Fare clic per modificare gli stili del testo dello schema</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F66B2ED-67A5-B343-A521-3AF6FD7E11FF}" type="datetime1">
              <a:rPr lang="it-IT" smtClean="0"/>
              <a:t>09/12/2025</a:t>
            </a:fld>
            <a:endParaRPr lang="sv-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it-IT"/>
              <a:t>Fare clic per modificare lo stile del titolo dello schema</a:t>
            </a:r>
            <a:endParaRPr lang="sv-SE"/>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it-IT"/>
              <a:t>Fare clic per modificare gli stili del testo dello schema</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FB0A6F53-DDC7-1240-BA08-7F473FBC0396}" type="datetime1">
              <a:rPr lang="it-IT" smtClean="0"/>
              <a:t>09/12/2025</a:t>
            </a:fld>
            <a:endParaRPr lang="sv-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it-IT"/>
              <a:t>Fare clic per modificare lo stile del titolo dello schema</a:t>
            </a:r>
            <a:endParaRPr lang="sv-SE"/>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it-IT"/>
              <a:t>Fare clic per modificare gli stili del testo dello schema</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4CA03451-96D8-9649-854E-E1F47B82C702}" type="datetime1">
              <a:rPr lang="it-IT" smtClean="0"/>
              <a:t>09/12/2025</a:t>
            </a:fld>
            <a:endParaRPr lang="sv-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it-IT"/>
              <a:t>Fare clic per modificare lo stile del titolo dello schema</a:t>
            </a:r>
            <a:endParaRPr lang="sv-SE"/>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it-IT"/>
              <a:t>Fare clic per modificare gli stili del testo dello schema</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CBCE8D6D-2FBF-DE44-9EA3-C5BF4B56D05E}" type="datetime1">
              <a:rPr lang="it-IT" smtClean="0"/>
              <a:t>09/12/2025</a:t>
            </a:fld>
            <a:endParaRPr lang="sv-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it-IT"/>
              <a:t>Fare clic per modificare lo stile del titolo dello schema</a:t>
            </a:r>
            <a:endParaRPr lang="sv-SE"/>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it-IT"/>
              <a:t>Fare clic per modificare gli stili del testo dello schema</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4082BCDD-BCA9-1848-94B1-1DD47BEB8A1E}" type="datetime1">
              <a:rPr lang="it-IT" smtClean="0"/>
              <a:t>09/12/2025</a:t>
            </a:fld>
            <a:endParaRPr lang="sv-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it-IT"/>
              <a:t>Fare clic per modificare lo stile del titolo dello schema</a:t>
            </a:r>
            <a:endParaRPr lang="sv-SE"/>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it-IT"/>
              <a:t>Fare clic per modificare gli stili del testo dello schema</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5062ACF5-DF8E-5E44-AD6E-C01BB1BFE6DA}" type="datetime1">
              <a:rPr lang="it-IT" smtClean="0"/>
              <a:t>09/12/2025</a:t>
            </a:fld>
            <a:endParaRPr lang="sv-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it-IT"/>
              <a:t>Fare clic per modificare lo stile del titolo dello schema</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F4EB169-7D7F-884C-926D-507291084F85}" type="datetime1">
              <a:rPr lang="it-IT" smtClean="0"/>
              <a:t>09/12/2025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it-IT"/>
              <a:t>Fare clic per modificare lo stile del titolo dello schema</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F5CA40C-D1A2-694D-83F5-5A0DB54C80B1}" type="datetime1">
              <a:rPr lang="it-IT" smtClean="0"/>
              <a:t>09/12/2025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it-IT"/>
              <a:t>Fare clic per modificare lo stile del titolo dello schema</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659111A9-C567-2244-AF16-B756338F982C}" type="datetime1">
              <a:rPr lang="it-IT" smtClean="0"/>
              <a:t>09/12/2025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it-IT"/>
              <a:t>Fare clic per modificare lo stile del titolo dello schema</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B67062E-3AEE-3B44-9376-CAFEA68F1D6C}" type="datetime1">
              <a:rPr lang="it-IT" smtClean="0"/>
              <a:t>09/12/2025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it-IT"/>
              <a:t>Fare clic per modificare lo stile del titolo dello schema</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D0A01B65-4751-AA46-BBBA-243D8C905154}" type="datetime1">
              <a:rPr lang="it-IT" smtClean="0"/>
              <a:t>09/12/2025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it-IT"/>
              <a:t>Fare clic per modificare lo stile del titolo dello schema</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8FDDA23-3171-4F4E-AC59-BC88DC8C1A22}" type="datetime1">
              <a:rPr lang="it-IT" smtClean="0"/>
              <a:t>09/12/2025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it-IT"/>
              <a:t>Fare clic per modificare lo stile del titolo dello schema</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err="1"/>
              <a:t>Click</a:t>
            </a:r>
            <a:r>
              <a:rPr lang="sv-SE"/>
              <a:t> on the </a:t>
            </a:r>
            <a:r>
              <a:rPr lang="sv-SE" err="1"/>
              <a:t>icon</a:t>
            </a:r>
            <a:r>
              <a:rPr lang="sv-SE"/>
              <a:t> or </a:t>
            </a:r>
            <a:br>
              <a:rPr lang="sv-SE"/>
            </a:br>
            <a:r>
              <a:rPr lang="sv-SE"/>
              <a:t>drag and </a:t>
            </a:r>
            <a:r>
              <a:rPr lang="sv-SE" err="1"/>
              <a:t>drop</a:t>
            </a:r>
            <a:r>
              <a:rPr lang="sv-SE"/>
              <a:t> to </a:t>
            </a:r>
            <a:r>
              <a:rPr lang="sv-SE" err="1"/>
              <a:t>insert</a:t>
            </a:r>
            <a:r>
              <a:rPr lang="sv-SE"/>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785EAC26-F893-D649-93BC-D0B42FC9E4D7}" type="datetime1">
              <a:rPr lang="it-IT" smtClean="0"/>
              <a:t>09/12/2025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it-IT"/>
              <a:t>Fare clic per modificare lo stile del titolo dello schema</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AA5B010-FB8A-A64E-AF31-011DC6F4CBF4}" type="datetime1">
              <a:rPr lang="it-IT" smtClean="0"/>
              <a:t>09/12/2025</a:t>
            </a:fld>
            <a:endParaRPr lang="sv-SE"/>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it-IT"/>
              <a:t>Fare clic per modificare lo stile del titolo dello schema</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786FD2EF-7B3C-C043-886A-5E1CEAFC7AC2}" type="datetime1">
              <a:rPr lang="it-IT" smtClean="0"/>
              <a:t>09/12/2025</a:t>
            </a:fld>
            <a:endParaRPr lang="sv-SE"/>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it-IT"/>
              <a:t>Fare clic per modificare lo stile del titolo dello schema</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C4C3E813-EC97-DE49-98B5-06632F0E3F44}" type="datetime1">
              <a:rPr lang="it-IT" smtClean="0"/>
              <a:t>09/12/2025</a:t>
            </a:fld>
            <a:endParaRPr lang="sv-SE"/>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it-IT"/>
              <a:t>Fare clic per modificare lo stile del titolo dello schema</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09803B11-E3B1-6149-90BE-826D1AE4EE36}" type="datetime1">
              <a:rPr lang="it-IT" smtClean="0"/>
              <a:t>09/12/2025</a:t>
            </a:fld>
            <a:endParaRPr lang="sv-SE"/>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it-IT"/>
              <a:t>Fare clic per modificare lo stile del titolo dello schema</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5E30ED6E-9031-4443-A4AC-110235C281AC}" type="datetime1">
              <a:rPr lang="it-IT" smtClean="0"/>
              <a:t>09/12/2025</a:t>
            </a:fld>
            <a:endParaRPr lang="sv-SE"/>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3E08FD51-5CDD-964D-AFFF-77CD08A1323E}" type="datetime1">
              <a:rPr lang="it-IT" smtClean="0"/>
              <a:t>09/12/2025</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it-IT"/>
              <a:t>Fare clic per modificare lo stile del titolo dello schema</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BE76252-8414-1B41-AEEC-042D671A6445}" type="datetime1">
              <a:rPr lang="it-IT" smtClean="0"/>
              <a:t>09/12/2025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it-IT"/>
              <a:t>Fare clic per modificare lo stile del titolo dello schema</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04A88C9-B7AB-8743-9045-DC905AAF4AA3}" type="datetime1">
              <a:rPr lang="it-IT" smtClean="0"/>
              <a:t>09/12/2025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030DB44F-C75A-B742-91C3-01AAF11D95A2}" type="datetime1">
              <a:rPr lang="it-IT" smtClean="0"/>
              <a:t>09/12/2025</a:t>
            </a:fld>
            <a:endParaRPr lang="sv-SE"/>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5B446F9-9F78-2C46-94FD-15814DA2D3E2}" type="datetime1">
              <a:rPr lang="it-IT" smtClean="0"/>
              <a:t>09/12/2025</a:t>
            </a:fld>
            <a:endParaRPr lang="sv-SE"/>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D8D80072-66EA-E843-9526-674325370352}" type="datetime1">
              <a:rPr lang="it-IT" smtClean="0"/>
              <a:t>09/12/2025</a:t>
            </a:fld>
            <a:endParaRPr lang="sv-SE"/>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a:solidFill>
                  <a:schemeClr val="tx2"/>
                </a:solidFill>
              </a:rPr>
              <a:t>Slide templates</a:t>
            </a:r>
          </a:p>
          <a:p>
            <a:pPr>
              <a:spcAft>
                <a:spcPts val="600"/>
              </a:spcAft>
            </a:pPr>
            <a:r>
              <a:rPr lang="en-US" sz="800" noProof="0"/>
              <a:t>Click on </a:t>
            </a:r>
            <a:r>
              <a:rPr lang="en-US" sz="800" i="1" noProof="0"/>
              <a:t>New slide</a:t>
            </a:r>
            <a:r>
              <a:rPr lang="en-US" sz="800" noProof="0"/>
              <a:t> to see the templates various template slide. Choose one to suite </a:t>
            </a:r>
            <a:br>
              <a:rPr lang="en-US" sz="800" noProof="0"/>
            </a:br>
            <a:r>
              <a:rPr lang="en-US" sz="800" noProof="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a:solidFill>
                  <a:schemeClr val="tx2"/>
                </a:solidFill>
              </a:rPr>
              <a:t>Layout</a:t>
            </a:r>
          </a:p>
          <a:p>
            <a:pPr>
              <a:spcAft>
                <a:spcPts val="600"/>
              </a:spcAft>
            </a:pPr>
            <a:r>
              <a:rPr lang="en-US" sz="800" noProof="0"/>
              <a:t>If you’d like to change slide template on an existing slide, click on </a:t>
            </a:r>
            <a:r>
              <a:rPr lang="en-US" sz="800" i="1" noProof="0"/>
              <a:t>Layout</a:t>
            </a:r>
            <a:r>
              <a:rPr lang="en-US" sz="800" noProof="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a:solidFill>
                  <a:schemeClr val="tx2"/>
                </a:solidFill>
              </a:rPr>
              <a:t>Reset</a:t>
            </a:r>
          </a:p>
          <a:p>
            <a:pPr>
              <a:spcAft>
                <a:spcPts val="600"/>
              </a:spcAft>
            </a:pPr>
            <a:r>
              <a:rPr lang="en-US" sz="800" noProof="0"/>
              <a:t>Reset a slide to the slide templates design by </a:t>
            </a:r>
            <a:br>
              <a:rPr lang="en-US" sz="800" noProof="0"/>
            </a:br>
            <a:r>
              <a:rPr lang="en-US" sz="800" noProof="0"/>
              <a:t>clicking on </a:t>
            </a:r>
            <a:r>
              <a:rPr lang="en-US" sz="800" i="1" noProof="0"/>
              <a:t>Reset</a:t>
            </a:r>
            <a:r>
              <a:rPr lang="en-US" sz="800" noProof="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a:solidFill>
                  <a:schemeClr val="tx2"/>
                </a:solidFill>
              </a:rPr>
              <a:t>Colors</a:t>
            </a:r>
          </a:p>
          <a:p>
            <a:pPr>
              <a:spcAft>
                <a:spcPts val="600"/>
              </a:spcAft>
            </a:pPr>
            <a:r>
              <a:rPr lang="en-US" sz="800" noProof="0"/>
              <a:t>This template is programmed with the KTH color palette. The correct colors are the in top row under </a:t>
            </a:r>
            <a:r>
              <a:rPr lang="en-US" sz="800" i="1" noProof="0"/>
              <a:t>Theme Colors</a:t>
            </a:r>
            <a:r>
              <a:rPr lang="en-US" sz="800" noProof="0"/>
              <a:t> and all colors under </a:t>
            </a:r>
            <a:r>
              <a:rPr lang="en-US" sz="800" i="1" noProof="0"/>
              <a:t>Custom Colors</a:t>
            </a:r>
            <a:r>
              <a:rPr lang="en-US" sz="800" noProof="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a:solidFill>
                  <a:srgbClr val="F9535C"/>
                </a:solidFill>
              </a:rPr>
              <a:t>Do </a:t>
            </a:r>
            <a:r>
              <a:rPr lang="en-US" sz="500" u="sng" noProof="0">
                <a:solidFill>
                  <a:srgbClr val="F9535C"/>
                </a:solidFill>
              </a:rPr>
              <a:t>NOT</a:t>
            </a:r>
            <a:r>
              <a:rPr lang="en-US" sz="500" noProof="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a:solidFill>
                  <a:schemeClr val="tx2"/>
                </a:solidFill>
              </a:rPr>
              <a:t>Change the image crop</a:t>
            </a:r>
          </a:p>
          <a:p>
            <a:pPr>
              <a:spcAft>
                <a:spcPts val="600"/>
              </a:spcAft>
            </a:pPr>
            <a:r>
              <a:rPr lang="en-US" sz="800" noProof="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a:t>Select the image and go to </a:t>
            </a:r>
            <a:br>
              <a:rPr lang="en-US" sz="800" noProof="0"/>
            </a:br>
            <a:r>
              <a:rPr lang="en-US" sz="800" noProof="0"/>
              <a:t>the </a:t>
            </a:r>
            <a:r>
              <a:rPr lang="en-US" sz="800" i="1" noProof="0"/>
              <a:t>Picture Format </a:t>
            </a:r>
            <a:r>
              <a:rPr lang="en-US" sz="800" noProof="0"/>
              <a:t>tab. </a:t>
            </a:r>
          </a:p>
          <a:p>
            <a:pPr marL="120600" indent="-120600">
              <a:spcAft>
                <a:spcPts val="600"/>
              </a:spcAft>
              <a:buClr>
                <a:schemeClr val="accent1"/>
              </a:buClr>
              <a:buFont typeface="+mj-lt"/>
              <a:buAutoNum type="arabicPeriod"/>
            </a:pPr>
            <a:r>
              <a:rPr lang="en-US" sz="800" noProof="0"/>
              <a:t>Choose </a:t>
            </a:r>
            <a:r>
              <a:rPr lang="en-US" sz="800" i="1" noProof="0"/>
              <a:t>Crop</a:t>
            </a:r>
            <a:r>
              <a:rPr lang="en-US" sz="800" noProof="0"/>
              <a:t>. Now, the entire image is visible, the cropped out parts are darker. </a:t>
            </a:r>
          </a:p>
          <a:p>
            <a:pPr marL="120600" indent="-120600">
              <a:spcAft>
                <a:spcPts val="600"/>
              </a:spcAft>
              <a:buClr>
                <a:schemeClr val="accent1"/>
              </a:buClr>
              <a:buFont typeface="+mj-lt"/>
              <a:buAutoNum type="arabicPeriod"/>
            </a:pPr>
            <a:r>
              <a:rPr lang="en-US" sz="800" noProof="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a:solidFill>
                  <a:schemeClr val="tx2"/>
                </a:solidFill>
              </a:rPr>
              <a:t>Edit image background</a:t>
            </a:r>
          </a:p>
          <a:p>
            <a:pPr marL="120600" indent="-120600">
              <a:spcAft>
                <a:spcPts val="600"/>
              </a:spcAft>
              <a:buClr>
                <a:schemeClr val="accent1"/>
              </a:buClr>
              <a:buAutoNum type="arabicPeriod"/>
            </a:pPr>
            <a:r>
              <a:rPr lang="en-US" sz="800" noProof="0"/>
              <a:t>Select </a:t>
            </a:r>
            <a:r>
              <a:rPr lang="en-US" sz="800" i="1" noProof="0"/>
              <a:t>Design</a:t>
            </a:r>
            <a:r>
              <a:rPr lang="en-US" sz="800" noProof="0"/>
              <a:t> &gt; </a:t>
            </a:r>
            <a:r>
              <a:rPr lang="en-US" sz="800" i="1" noProof="0"/>
              <a:t>Format Background</a:t>
            </a:r>
            <a:r>
              <a:rPr lang="en-US" sz="800" noProof="0"/>
              <a:t>.</a:t>
            </a:r>
          </a:p>
          <a:p>
            <a:pPr marL="120600" indent="-120600">
              <a:spcAft>
                <a:spcPts val="600"/>
              </a:spcAft>
              <a:buClr>
                <a:schemeClr val="accent1"/>
              </a:buClr>
              <a:buAutoNum type="arabicPeriod"/>
            </a:pPr>
            <a:r>
              <a:rPr lang="en-US" sz="800" noProof="0"/>
              <a:t>In the </a:t>
            </a:r>
            <a:r>
              <a:rPr lang="en-US" sz="800" i="1" noProof="0"/>
              <a:t>Format Background pane</a:t>
            </a:r>
            <a:r>
              <a:rPr lang="en-US" sz="800" noProof="0"/>
              <a:t>, select </a:t>
            </a:r>
            <a:r>
              <a:rPr lang="en-US" sz="800" i="1" noProof="0"/>
              <a:t>Picture or texture fill</a:t>
            </a:r>
            <a:r>
              <a:rPr lang="en-US" sz="800" noProof="0"/>
              <a:t>.</a:t>
            </a:r>
          </a:p>
          <a:p>
            <a:pPr marL="120600" indent="-120600">
              <a:spcAft>
                <a:spcPts val="600"/>
              </a:spcAft>
              <a:buClr>
                <a:schemeClr val="accent1"/>
              </a:buClr>
              <a:buAutoNum type="arabicPeriod"/>
            </a:pPr>
            <a:r>
              <a:rPr lang="en-US" sz="800" noProof="0"/>
              <a:t>Select </a:t>
            </a:r>
            <a:r>
              <a:rPr lang="en-US" sz="800" i="1" noProof="0"/>
              <a:t>File</a:t>
            </a:r>
            <a:r>
              <a:rPr lang="en-US" sz="800" noProof="0"/>
              <a:t>.</a:t>
            </a:r>
          </a:p>
          <a:p>
            <a:pPr marL="120600" indent="-120600">
              <a:spcAft>
                <a:spcPts val="600"/>
              </a:spcAft>
              <a:buClr>
                <a:schemeClr val="accent1"/>
              </a:buClr>
              <a:buAutoNum type="arabicPeriod"/>
            </a:pPr>
            <a:r>
              <a:rPr lang="en-US" sz="800" noProof="0"/>
              <a:t>In the </a:t>
            </a:r>
            <a:r>
              <a:rPr lang="en-US" sz="800" i="1" noProof="0"/>
              <a:t>Insert Picture</a:t>
            </a:r>
            <a:r>
              <a:rPr lang="en-US" sz="800" noProof="0"/>
              <a:t> dialog box, choose the picture </a:t>
            </a:r>
            <a:br>
              <a:rPr lang="en-US" sz="800" noProof="0"/>
            </a:br>
            <a:r>
              <a:rPr lang="en-US" sz="800" noProof="0"/>
              <a:t>you want to use and then select </a:t>
            </a:r>
            <a:r>
              <a:rPr lang="en-US" sz="800" i="1" noProof="0"/>
              <a:t>Insert</a:t>
            </a:r>
            <a:r>
              <a:rPr lang="en-US" sz="800" noProof="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a:solidFill>
                  <a:schemeClr val="tx2"/>
                </a:solidFill>
              </a:rPr>
              <a:t>Header and footer</a:t>
            </a:r>
          </a:p>
          <a:p>
            <a:pPr>
              <a:spcAft>
                <a:spcPts val="600"/>
              </a:spcAft>
            </a:pPr>
            <a:r>
              <a:rPr lang="en-US" sz="800" noProof="0"/>
              <a:t>Insert header/footer, </a:t>
            </a:r>
            <a:br>
              <a:rPr lang="en-US" sz="800" noProof="0"/>
            </a:br>
            <a:r>
              <a:rPr lang="en-US" sz="800" noProof="0"/>
              <a:t>date and page numbers:</a:t>
            </a:r>
          </a:p>
          <a:p>
            <a:pPr marL="120600" indent="-120600">
              <a:spcAft>
                <a:spcPts val="600"/>
              </a:spcAft>
              <a:buClr>
                <a:schemeClr val="accent1"/>
              </a:buClr>
              <a:buFont typeface="+mj-lt"/>
              <a:buAutoNum type="arabicPeriod"/>
            </a:pPr>
            <a:r>
              <a:rPr lang="en-US" sz="800" noProof="0"/>
              <a:t>On the </a:t>
            </a:r>
            <a:r>
              <a:rPr lang="en-US" sz="800" i="1" noProof="0"/>
              <a:t>Insert</a:t>
            </a:r>
            <a:r>
              <a:rPr lang="en-US" sz="800" noProof="0"/>
              <a:t> tab, </a:t>
            </a:r>
            <a:br>
              <a:rPr lang="en-US" sz="800" noProof="0"/>
            </a:br>
            <a:r>
              <a:rPr lang="en-US" sz="800" noProof="0"/>
              <a:t>click </a:t>
            </a:r>
            <a:r>
              <a:rPr lang="en-US" sz="800" i="1" noProof="0"/>
              <a:t>Header &amp; Footer</a:t>
            </a:r>
            <a:r>
              <a:rPr lang="en-US" sz="800" noProof="0"/>
              <a:t>.</a:t>
            </a:r>
          </a:p>
          <a:p>
            <a:pPr marL="120600" indent="-120600">
              <a:spcAft>
                <a:spcPts val="600"/>
              </a:spcAft>
              <a:buClr>
                <a:schemeClr val="accent1"/>
              </a:buClr>
              <a:buFont typeface="+mj-lt"/>
              <a:buAutoNum type="arabicPeriod"/>
            </a:pPr>
            <a:r>
              <a:rPr lang="en-US" sz="800" noProof="0"/>
              <a:t>In the Header and Footer box, on the Slide tab, select the information you want.</a:t>
            </a:r>
          </a:p>
          <a:p>
            <a:pPr marL="120600" indent="-120600">
              <a:spcAft>
                <a:spcPts val="600"/>
              </a:spcAft>
              <a:buClr>
                <a:schemeClr val="accent1"/>
              </a:buClr>
              <a:buFont typeface="+mj-lt"/>
              <a:buAutoNum type="arabicPeriod"/>
            </a:pPr>
            <a:r>
              <a:rPr lang="en-US" sz="800" noProof="0"/>
              <a:t>Click </a:t>
            </a:r>
            <a:r>
              <a:rPr lang="en-US" sz="800" i="1" noProof="0"/>
              <a:t>Apply to All</a:t>
            </a:r>
            <a:r>
              <a:rPr lang="en-US" sz="800" noProof="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9FD16B3-6B99-5B45-B013-FB49D05EE6AD}" type="datetime1">
              <a:rPr lang="it-IT" smtClean="0"/>
              <a:t>09/12/2025</a:t>
            </a:fld>
            <a:endParaRPr lang="sv-SE"/>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a:solidFill>
                  <a:schemeClr val="accent1"/>
                </a:solidFill>
                <a:latin typeface="+mn-lt"/>
              </a:rPr>
              <a:t>The template is set up to be as accessibility-friendly as possible, but there are two things you need to do yourself as you add content. </a:t>
            </a:r>
            <a:r>
              <a:rPr lang="en-US" sz="1600" b="1" noProof="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a:t>Right-click on an image/figure and select the option "Format Picture." A tab will then open on the right side of the window. Choose the </a:t>
            </a:r>
            <a:r>
              <a:rPr lang="en-US" sz="1200" i="1"/>
              <a:t>Size and Properties</a:t>
            </a:r>
            <a:r>
              <a:rPr lang="en-US" sz="1200"/>
              <a:t> of the figure, then select </a:t>
            </a:r>
            <a:r>
              <a:rPr lang="en-US" sz="1200" i="1"/>
              <a:t>Alternative Text</a:t>
            </a:r>
            <a:r>
              <a:rPr lang="en-US" sz="1200"/>
              <a:t>. Describe your image/figure in 1-2 sentences that will be read aloud by screen readers for those with visual impairments.</a:t>
            </a:r>
          </a:p>
          <a:p>
            <a:pPr marL="0" indent="0">
              <a:spcAft>
                <a:spcPts val="1000"/>
              </a:spcAft>
              <a:buNone/>
            </a:pPr>
            <a:r>
              <a:rPr lang="en-US" sz="120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a:t>Selecting an object in the file.</a:t>
            </a:r>
          </a:p>
          <a:p>
            <a:pPr marL="228600" indent="-228600">
              <a:spcAft>
                <a:spcPts val="600"/>
              </a:spcAft>
              <a:buClr>
                <a:schemeClr val="accent1"/>
              </a:buClr>
              <a:buFont typeface="+mj-lt"/>
              <a:buAutoNum type="arabicPeriod"/>
            </a:pPr>
            <a:r>
              <a:rPr lang="en-US" sz="1200"/>
              <a:t>Choosing the "Format" tab that appears on the right side of the ribbon.</a:t>
            </a:r>
          </a:p>
          <a:p>
            <a:pPr marL="228600" indent="-228600">
              <a:spcAft>
                <a:spcPts val="600"/>
              </a:spcAft>
              <a:buClr>
                <a:schemeClr val="accent1"/>
              </a:buClr>
              <a:buFont typeface="+mj-lt"/>
              <a:buAutoNum type="arabicPeriod"/>
            </a:pPr>
            <a:r>
              <a:rPr lang="en-US" sz="1200"/>
              <a:t>Selecting "Selection Pane" in the "Arrange" group.</a:t>
            </a:r>
          </a:p>
          <a:p>
            <a:pPr marL="228600" indent="-228600">
              <a:spcAft>
                <a:spcPts val="600"/>
              </a:spcAft>
              <a:buClr>
                <a:schemeClr val="accent1"/>
              </a:buClr>
              <a:buFont typeface="+mj-lt"/>
              <a:buAutoNum type="arabicPeriod"/>
            </a:pPr>
            <a:r>
              <a:rPr lang="en-US" sz="1200"/>
              <a:t>Selecting one or more objects in the list.</a:t>
            </a:r>
          </a:p>
          <a:p>
            <a:pPr marL="228600" indent="-228600">
              <a:spcAft>
                <a:spcPts val="600"/>
              </a:spcAft>
              <a:buClr>
                <a:schemeClr val="accent1"/>
              </a:buClr>
              <a:buFont typeface="+mj-lt"/>
              <a:buAutoNum type="arabicPeriod"/>
            </a:pPr>
            <a:r>
              <a:rPr lang="en-US" sz="1200"/>
              <a:t>Dragging the selection upward or downward, or clicking the "Up" button.</a:t>
            </a:r>
          </a:p>
          <a:p>
            <a:pPr marL="228600" indent="-228600">
              <a:spcAft>
                <a:spcPts val="600"/>
              </a:spcAft>
              <a:buClr>
                <a:schemeClr val="accent1"/>
              </a:buClr>
              <a:buFont typeface="+mj-lt"/>
              <a:buAutoNum type="arabicPeriod"/>
            </a:pPr>
            <a:r>
              <a:rPr lang="en-US" sz="120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FF875C3D-927F-DD4D-88E3-6E1B6C4D9B1D}" type="datetime1">
              <a:rPr lang="it-IT" smtClean="0"/>
              <a:t>09/12/2025</a:t>
            </a:fld>
            <a:endParaRPr lang="sv-SE"/>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a:t>Right-click on an image/figure and select the option "Format Picture." A tab will then open on the right side of the window. Choose the </a:t>
            </a:r>
            <a:r>
              <a:rPr lang="en-US" sz="1200" i="1"/>
              <a:t>Size and Properties</a:t>
            </a:r>
            <a:r>
              <a:rPr lang="en-US" sz="1200"/>
              <a:t> of the figure, then select </a:t>
            </a:r>
            <a:r>
              <a:rPr lang="en-US" sz="1200" i="1"/>
              <a:t>Alternative Text</a:t>
            </a:r>
            <a:r>
              <a:rPr lang="en-US" sz="1200"/>
              <a:t>. Describe your image/figure in 1-2 sentences that will be read aloud by screen readers for those with visual impairments.</a:t>
            </a:r>
          </a:p>
          <a:p>
            <a:pPr marL="0" indent="0">
              <a:spcAft>
                <a:spcPts val="1000"/>
              </a:spcAft>
              <a:buNone/>
            </a:pPr>
            <a:r>
              <a:rPr lang="en-US" sz="120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a:solidFill>
                  <a:schemeClr val="accent1"/>
                </a:solidFill>
              </a:rPr>
              <a:t>You can control the reading order by:</a:t>
            </a:r>
          </a:p>
          <a:p>
            <a:pPr marL="228600" indent="-228600">
              <a:spcAft>
                <a:spcPts val="600"/>
              </a:spcAft>
              <a:buClr>
                <a:schemeClr val="accent1"/>
              </a:buClr>
              <a:buFont typeface="+mj-lt"/>
              <a:buAutoNum type="arabicPeriod"/>
            </a:pPr>
            <a:r>
              <a:rPr lang="en-US" sz="1200"/>
              <a:t>On the </a:t>
            </a:r>
            <a:r>
              <a:rPr lang="en-US" sz="1200" i="1"/>
              <a:t>Home</a:t>
            </a:r>
            <a:r>
              <a:rPr lang="en-US" sz="1200"/>
              <a:t> tab, select </a:t>
            </a:r>
            <a:r>
              <a:rPr lang="en-US" sz="1200" i="1"/>
              <a:t>Arrange</a:t>
            </a:r>
          </a:p>
          <a:p>
            <a:pPr marL="228600" indent="-228600">
              <a:spcAft>
                <a:spcPts val="600"/>
              </a:spcAft>
              <a:buClr>
                <a:schemeClr val="accent1"/>
              </a:buClr>
              <a:buFont typeface="+mj-lt"/>
              <a:buAutoNum type="arabicPeriod"/>
            </a:pPr>
            <a:r>
              <a:rPr lang="en-US" sz="1200"/>
              <a:t>From the </a:t>
            </a:r>
            <a:r>
              <a:rPr lang="en-US" sz="1200" i="1"/>
              <a:t>Arrange </a:t>
            </a:r>
            <a:r>
              <a:rPr lang="en-US" sz="1200"/>
              <a:t>menu, choose "Selection Pane.“</a:t>
            </a:r>
          </a:p>
          <a:p>
            <a:pPr marL="228600" indent="-228600">
              <a:spcAft>
                <a:spcPts val="600"/>
              </a:spcAft>
              <a:buClr>
                <a:schemeClr val="accent1"/>
              </a:buClr>
              <a:buFont typeface="+mj-lt"/>
              <a:buAutoNum type="arabicPeriod"/>
            </a:pPr>
            <a:r>
              <a:rPr lang="en-US" sz="120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a:solidFill>
                  <a:schemeClr val="accent1"/>
                </a:solidFill>
                <a:latin typeface="+mn-lt"/>
              </a:rPr>
              <a:t>The template is set up to be as accessibility-friendly as possible, but there are two things you need to do yourself as you add content. </a:t>
            </a:r>
            <a:r>
              <a:rPr lang="en-US" sz="1600" b="1" noProof="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59DBE78C-4EC8-4B4F-AAAA-1E4683591784}" type="datetime1">
              <a:rPr lang="it-IT" smtClean="0"/>
              <a:t>09/12/2025</a:t>
            </a:fld>
            <a:endParaRPr lang="sv-SE"/>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image" Target="../media/image35.sv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svg"/><Relationship Id="rId4" Type="http://schemas.openxmlformats.org/officeDocument/2006/relationships/image" Target="../media/image33.svg"/><Relationship Id="rId9" Type="http://schemas.openxmlformats.org/officeDocument/2006/relationships/image" Target="../media/image38.png"/></Relationships>
</file>

<file path=ppt/slides/_rels/slide3.xml.rels><?xml version="1.0" encoding="UTF-8" standalone="yes"?>
<Relationships xmlns="http://schemas.openxmlformats.org/package/2006/relationships"><Relationship Id="rId8" Type="http://schemas.openxmlformats.org/officeDocument/2006/relationships/image" Target="../media/image45.svg"/><Relationship Id="rId13" Type="http://schemas.openxmlformats.org/officeDocument/2006/relationships/image" Target="../media/image50.png"/><Relationship Id="rId3" Type="http://schemas.openxmlformats.org/officeDocument/2006/relationships/image" Target="../media/image38.png"/><Relationship Id="rId7" Type="http://schemas.openxmlformats.org/officeDocument/2006/relationships/image" Target="../media/image44.png"/><Relationship Id="rId12" Type="http://schemas.openxmlformats.org/officeDocument/2006/relationships/image" Target="../media/image49.svg"/><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image" Target="../media/image43.sv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svg"/><Relationship Id="rId4" Type="http://schemas.openxmlformats.org/officeDocument/2006/relationships/image" Target="../media/image41.svg"/><Relationship Id="rId9" Type="http://schemas.openxmlformats.org/officeDocument/2006/relationships/image" Target="../media/image4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54.svg"/><Relationship Id="rId18" Type="http://schemas.openxmlformats.org/officeDocument/2006/relationships/image" Target="../media/image36.png"/><Relationship Id="rId26" Type="http://schemas.openxmlformats.org/officeDocument/2006/relationships/image" Target="../media/image65.png"/><Relationship Id="rId3" Type="http://schemas.openxmlformats.org/officeDocument/2006/relationships/image" Target="../media/image40.png"/><Relationship Id="rId21" Type="http://schemas.openxmlformats.org/officeDocument/2006/relationships/image" Target="../media/image60.svg"/><Relationship Id="rId7" Type="http://schemas.openxmlformats.org/officeDocument/2006/relationships/image" Target="../media/image43.svg"/><Relationship Id="rId12" Type="http://schemas.openxmlformats.org/officeDocument/2006/relationships/image" Target="../media/image53.png"/><Relationship Id="rId17" Type="http://schemas.openxmlformats.org/officeDocument/2006/relationships/image" Target="../media/image58.png"/><Relationship Id="rId25" Type="http://schemas.openxmlformats.org/officeDocument/2006/relationships/image" Target="../media/image64.svg"/><Relationship Id="rId2" Type="http://schemas.openxmlformats.org/officeDocument/2006/relationships/notesSlide" Target="../notesSlides/notesSlide5.xml"/><Relationship Id="rId16" Type="http://schemas.openxmlformats.org/officeDocument/2006/relationships/image" Target="../media/image57.svg"/><Relationship Id="rId20" Type="http://schemas.openxmlformats.org/officeDocument/2006/relationships/image" Target="../media/image59.png"/><Relationship Id="rId29" Type="http://schemas.openxmlformats.org/officeDocument/2006/relationships/image" Target="../media/image68.svg"/><Relationship Id="rId1" Type="http://schemas.openxmlformats.org/officeDocument/2006/relationships/slideLayout" Target="../slideLayouts/slideLayout15.xml"/><Relationship Id="rId6" Type="http://schemas.openxmlformats.org/officeDocument/2006/relationships/image" Target="../media/image42.png"/><Relationship Id="rId11" Type="http://schemas.openxmlformats.org/officeDocument/2006/relationships/image" Target="../media/image52.svg"/><Relationship Id="rId24" Type="http://schemas.openxmlformats.org/officeDocument/2006/relationships/image" Target="../media/image63.png"/><Relationship Id="rId5" Type="http://schemas.openxmlformats.org/officeDocument/2006/relationships/image" Target="../media/image41.svg"/><Relationship Id="rId15" Type="http://schemas.openxmlformats.org/officeDocument/2006/relationships/image" Target="../media/image56.png"/><Relationship Id="rId23" Type="http://schemas.openxmlformats.org/officeDocument/2006/relationships/image" Target="../media/image62.svg"/><Relationship Id="rId28" Type="http://schemas.openxmlformats.org/officeDocument/2006/relationships/image" Target="../media/image67.png"/><Relationship Id="rId10" Type="http://schemas.openxmlformats.org/officeDocument/2006/relationships/image" Target="../media/image51.png"/><Relationship Id="rId19" Type="http://schemas.openxmlformats.org/officeDocument/2006/relationships/image" Target="../media/image37.svg"/><Relationship Id="rId4" Type="http://schemas.openxmlformats.org/officeDocument/2006/relationships/image" Target="../media/image38.png"/><Relationship Id="rId9" Type="http://schemas.openxmlformats.org/officeDocument/2006/relationships/image" Target="../media/image45.svg"/><Relationship Id="rId14" Type="http://schemas.openxmlformats.org/officeDocument/2006/relationships/image" Target="../media/image55.png"/><Relationship Id="rId22" Type="http://schemas.openxmlformats.org/officeDocument/2006/relationships/image" Target="../media/image61.png"/><Relationship Id="rId27" Type="http://schemas.openxmlformats.org/officeDocument/2006/relationships/image" Target="../media/image66.svg"/></Relationships>
</file>

<file path=ppt/slides/_rels/slide6.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54.svg"/><Relationship Id="rId18" Type="http://schemas.openxmlformats.org/officeDocument/2006/relationships/image" Target="../media/image36.png"/><Relationship Id="rId3" Type="http://schemas.openxmlformats.org/officeDocument/2006/relationships/image" Target="../media/image40.png"/><Relationship Id="rId21" Type="http://schemas.openxmlformats.org/officeDocument/2006/relationships/image" Target="../media/image60.svg"/><Relationship Id="rId7" Type="http://schemas.openxmlformats.org/officeDocument/2006/relationships/image" Target="../media/image43.svg"/><Relationship Id="rId12" Type="http://schemas.openxmlformats.org/officeDocument/2006/relationships/image" Target="../media/image53.png"/><Relationship Id="rId17" Type="http://schemas.openxmlformats.org/officeDocument/2006/relationships/image" Target="../media/image58.png"/><Relationship Id="rId2" Type="http://schemas.openxmlformats.org/officeDocument/2006/relationships/notesSlide" Target="../notesSlides/notesSlide6.xml"/><Relationship Id="rId16" Type="http://schemas.openxmlformats.org/officeDocument/2006/relationships/image" Target="../media/image57.svg"/><Relationship Id="rId20" Type="http://schemas.openxmlformats.org/officeDocument/2006/relationships/image" Target="../media/image59.png"/><Relationship Id="rId1" Type="http://schemas.openxmlformats.org/officeDocument/2006/relationships/slideLayout" Target="../slideLayouts/slideLayout15.xml"/><Relationship Id="rId6" Type="http://schemas.openxmlformats.org/officeDocument/2006/relationships/image" Target="../media/image42.png"/><Relationship Id="rId11" Type="http://schemas.openxmlformats.org/officeDocument/2006/relationships/image" Target="../media/image52.svg"/><Relationship Id="rId5" Type="http://schemas.openxmlformats.org/officeDocument/2006/relationships/image" Target="../media/image41.svg"/><Relationship Id="rId15" Type="http://schemas.openxmlformats.org/officeDocument/2006/relationships/image" Target="../media/image56.png"/><Relationship Id="rId23" Type="http://schemas.openxmlformats.org/officeDocument/2006/relationships/image" Target="../media/image64.svg"/><Relationship Id="rId10" Type="http://schemas.openxmlformats.org/officeDocument/2006/relationships/image" Target="../media/image51.png"/><Relationship Id="rId19" Type="http://schemas.openxmlformats.org/officeDocument/2006/relationships/image" Target="../media/image37.svg"/><Relationship Id="rId4" Type="http://schemas.openxmlformats.org/officeDocument/2006/relationships/image" Target="../media/image38.png"/><Relationship Id="rId9" Type="http://schemas.openxmlformats.org/officeDocument/2006/relationships/image" Target="../media/image45.svg"/><Relationship Id="rId14" Type="http://schemas.openxmlformats.org/officeDocument/2006/relationships/image" Target="../media/image55.png"/><Relationship Id="rId22" Type="http://schemas.openxmlformats.org/officeDocument/2006/relationships/image" Target="../media/image63.png"/></Relationships>
</file>

<file path=ppt/slides/_rels/slide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image" Target="../media/image70.svg"/></Relationships>
</file>

<file path=ppt/slides/_rels/slide8.xml.rels><?xml version="1.0" encoding="UTF-8" standalone="yes"?>
<Relationships xmlns="http://schemas.openxmlformats.org/package/2006/relationships"><Relationship Id="rId8" Type="http://schemas.openxmlformats.org/officeDocument/2006/relationships/image" Target="../media/image43.svg"/><Relationship Id="rId13" Type="http://schemas.openxmlformats.org/officeDocument/2006/relationships/image" Target="../media/image51.pn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74.svg"/><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image" Target="../media/image72.svg"/><Relationship Id="rId11" Type="http://schemas.openxmlformats.org/officeDocument/2006/relationships/image" Target="../media/image73.png"/><Relationship Id="rId5" Type="http://schemas.openxmlformats.org/officeDocument/2006/relationships/image" Target="../media/image71.png"/><Relationship Id="rId10" Type="http://schemas.openxmlformats.org/officeDocument/2006/relationships/image" Target="../media/image54.svg"/><Relationship Id="rId4" Type="http://schemas.openxmlformats.org/officeDocument/2006/relationships/image" Target="../media/image41.svg"/><Relationship Id="rId9" Type="http://schemas.openxmlformats.org/officeDocument/2006/relationships/image" Target="../media/image53.png"/><Relationship Id="rId14" Type="http://schemas.openxmlformats.org/officeDocument/2006/relationships/image" Target="../media/image52.svg"/></Relationships>
</file>

<file path=ppt/slides/_rels/slide9.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8.png"/><Relationship Id="rId18" Type="http://schemas.openxmlformats.org/officeDocument/2006/relationships/image" Target="../media/image43.svg"/><Relationship Id="rId3" Type="http://schemas.openxmlformats.org/officeDocument/2006/relationships/image" Target="../media/image40.png"/><Relationship Id="rId7" Type="http://schemas.openxmlformats.org/officeDocument/2006/relationships/image" Target="../media/image35.svg"/><Relationship Id="rId12" Type="http://schemas.openxmlformats.org/officeDocument/2006/relationships/image" Target="../media/image57.svg"/><Relationship Id="rId17" Type="http://schemas.openxmlformats.org/officeDocument/2006/relationships/image" Target="../media/image42.png"/><Relationship Id="rId2" Type="http://schemas.openxmlformats.org/officeDocument/2006/relationships/notesSlide" Target="../notesSlides/notesSlide9.xml"/><Relationship Id="rId16" Type="http://schemas.openxmlformats.org/officeDocument/2006/relationships/image" Target="../media/image41.svg"/><Relationship Id="rId1" Type="http://schemas.openxmlformats.org/officeDocument/2006/relationships/slideLayout" Target="../slideLayouts/slideLayout15.xml"/><Relationship Id="rId6" Type="http://schemas.openxmlformats.org/officeDocument/2006/relationships/image" Target="../media/image34.png"/><Relationship Id="rId11" Type="http://schemas.openxmlformats.org/officeDocument/2006/relationships/image" Target="../media/image56.png"/><Relationship Id="rId5" Type="http://schemas.openxmlformats.org/officeDocument/2006/relationships/image" Target="../media/image76.svg"/><Relationship Id="rId15" Type="http://schemas.openxmlformats.org/officeDocument/2006/relationships/image" Target="../media/image38.png"/><Relationship Id="rId10" Type="http://schemas.openxmlformats.org/officeDocument/2006/relationships/image" Target="../media/image77.png"/><Relationship Id="rId19" Type="http://schemas.openxmlformats.org/officeDocument/2006/relationships/image" Target="../media/image80.png"/><Relationship Id="rId4" Type="http://schemas.openxmlformats.org/officeDocument/2006/relationships/image" Target="../media/image75.png"/><Relationship Id="rId9" Type="http://schemas.openxmlformats.org/officeDocument/2006/relationships/image" Target="../media/image72.svg"/><Relationship Id="rId14" Type="http://schemas.openxmlformats.org/officeDocument/2006/relationships/image" Target="../media/image79.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89.svg"/><Relationship Id="rId3" Type="http://schemas.openxmlformats.org/officeDocument/2006/relationships/image" Target="../media/image81.png"/><Relationship Id="rId7" Type="http://schemas.openxmlformats.org/officeDocument/2006/relationships/image" Target="../media/image85.png"/><Relationship Id="rId12" Type="http://schemas.openxmlformats.org/officeDocument/2006/relationships/image" Target="../media/image88.png"/><Relationship Id="rId2" Type="http://schemas.openxmlformats.org/officeDocument/2006/relationships/notesSlide" Target="../notesSlides/notesSlide10.xml"/><Relationship Id="rId1" Type="http://schemas.openxmlformats.org/officeDocument/2006/relationships/slideLayout" Target="../slideLayouts/slideLayout15.xml"/><Relationship Id="rId6" Type="http://schemas.openxmlformats.org/officeDocument/2006/relationships/image" Target="../media/image84.png"/><Relationship Id="rId11" Type="http://schemas.openxmlformats.org/officeDocument/2006/relationships/image" Target="../media/image79.svg"/><Relationship Id="rId5" Type="http://schemas.openxmlformats.org/officeDocument/2006/relationships/image" Target="../media/image83.png"/><Relationship Id="rId10" Type="http://schemas.openxmlformats.org/officeDocument/2006/relationships/image" Target="../media/image78.png"/><Relationship Id="rId4" Type="http://schemas.openxmlformats.org/officeDocument/2006/relationships/image" Target="../media/image82.png"/><Relationship Id="rId9" Type="http://schemas.openxmlformats.org/officeDocument/2006/relationships/image" Target="../media/image87.png"/></Relationships>
</file>

<file path=ppt/slides/_rels/slide12.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4.png"/><Relationship Id="rId3" Type="http://schemas.openxmlformats.org/officeDocument/2006/relationships/chart" Target="../charts/chart3.xml"/><Relationship Id="rId7" Type="http://schemas.openxmlformats.org/officeDocument/2006/relationships/image" Target="../media/image93.svg"/><Relationship Id="rId12" Type="http://schemas.openxmlformats.org/officeDocument/2006/relationships/image" Target="../media/image83.png"/><Relationship Id="rId2" Type="http://schemas.openxmlformats.org/officeDocument/2006/relationships/notesSlide" Target="../notesSlides/notesSlide11.xml"/><Relationship Id="rId1" Type="http://schemas.openxmlformats.org/officeDocument/2006/relationships/slideLayout" Target="../slideLayouts/slideLayout15.xml"/><Relationship Id="rId6" Type="http://schemas.openxmlformats.org/officeDocument/2006/relationships/image" Target="../media/image92.png"/><Relationship Id="rId11" Type="http://schemas.openxmlformats.org/officeDocument/2006/relationships/image" Target="../media/image40.png"/><Relationship Id="rId5" Type="http://schemas.openxmlformats.org/officeDocument/2006/relationships/image" Target="../media/image91.png"/><Relationship Id="rId10" Type="http://schemas.openxmlformats.org/officeDocument/2006/relationships/image" Target="../media/image94.svg"/><Relationship Id="rId4" Type="http://schemas.openxmlformats.org/officeDocument/2006/relationships/image" Target="../media/image90.png"/><Relationship Id="rId9" Type="http://schemas.openxmlformats.org/officeDocument/2006/relationships/image" Target="../media/image75.png"/><Relationship Id="rId14" Type="http://schemas.openxmlformats.org/officeDocument/2006/relationships/image" Target="../media/image8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image" Target="../media/image83.png"/><Relationship Id="rId7" Type="http://schemas.openxmlformats.org/officeDocument/2006/relationships/image" Target="../media/image89.svg"/><Relationship Id="rId2" Type="http://schemas.openxmlformats.org/officeDocument/2006/relationships/image" Target="../media/image95.png"/><Relationship Id="rId1" Type="http://schemas.openxmlformats.org/officeDocument/2006/relationships/slideLayout" Target="../slideLayouts/slideLayout15.xml"/><Relationship Id="rId6" Type="http://schemas.openxmlformats.org/officeDocument/2006/relationships/image" Target="../media/image88.png"/><Relationship Id="rId11" Type="http://schemas.openxmlformats.org/officeDocument/2006/relationships/image" Target="../media/image99.svg"/><Relationship Id="rId5" Type="http://schemas.openxmlformats.org/officeDocument/2006/relationships/image" Target="../media/image85.png"/><Relationship Id="rId10" Type="http://schemas.openxmlformats.org/officeDocument/2006/relationships/image" Target="../media/image98.svg"/><Relationship Id="rId4" Type="http://schemas.openxmlformats.org/officeDocument/2006/relationships/image" Target="../media/image84.png"/><Relationship Id="rId9" Type="http://schemas.openxmlformats.org/officeDocument/2006/relationships/image" Target="../media/image97.png"/></Relationships>
</file>

<file path=ppt/slides/_rels/slide15.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3.png"/><Relationship Id="rId7" Type="http://schemas.openxmlformats.org/officeDocument/2006/relationships/image" Target="../media/image100.svg"/><Relationship Id="rId2" Type="http://schemas.openxmlformats.org/officeDocument/2006/relationships/notesSlide" Target="../notesSlides/notesSlide12.xml"/><Relationship Id="rId1" Type="http://schemas.openxmlformats.org/officeDocument/2006/relationships/slideLayout" Target="../slideLayouts/slideLayout15.xml"/><Relationship Id="rId6" Type="http://schemas.openxmlformats.org/officeDocument/2006/relationships/image" Target="../media/image88.png"/><Relationship Id="rId11" Type="http://schemas.openxmlformats.org/officeDocument/2006/relationships/image" Target="../media/image79.svg"/><Relationship Id="rId5" Type="http://schemas.openxmlformats.org/officeDocument/2006/relationships/image" Target="../media/image82.png"/><Relationship Id="rId10" Type="http://schemas.openxmlformats.org/officeDocument/2006/relationships/image" Target="../media/image78.png"/><Relationship Id="rId4" Type="http://schemas.openxmlformats.org/officeDocument/2006/relationships/image" Target="../media/image85.png"/><Relationship Id="rId9" Type="http://schemas.openxmlformats.org/officeDocument/2006/relationships/image" Target="../media/image8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3.xml"/><Relationship Id="rId1" Type="http://schemas.openxmlformats.org/officeDocument/2006/relationships/slideLayout" Target="../slideLayouts/slideLayout15.xml"/><Relationship Id="rId5" Type="http://schemas.openxmlformats.org/officeDocument/2006/relationships/chart" Target="../charts/chart5.xml"/><Relationship Id="rId4" Type="http://schemas.openxmlformats.org/officeDocument/2006/relationships/chart" Target="../charts/chart4.xml"/></Relationships>
</file>

<file path=ppt/slides/_rels/slide19.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101.png"/><Relationship Id="rId7" Type="http://schemas.openxmlformats.org/officeDocument/2006/relationships/image" Target="../media/image103.png"/><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image" Target="../media/image86.png"/><Relationship Id="rId5" Type="http://schemas.openxmlformats.org/officeDocument/2006/relationships/image" Target="../media/image102.png"/><Relationship Id="rId10" Type="http://schemas.openxmlformats.org/officeDocument/2006/relationships/image" Target="../media/image104.png"/><Relationship Id="rId4" Type="http://schemas.microsoft.com/office/2007/relationships/hdphoto" Target="../media/hdphoto1.wdp"/><Relationship Id="rId9" Type="http://schemas.openxmlformats.org/officeDocument/2006/relationships/image" Target="../media/image77.png"/></Relationships>
</file>

<file path=ppt/slides/_rels/slide20.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101.png"/><Relationship Id="rId7" Type="http://schemas.openxmlformats.org/officeDocument/2006/relationships/image" Target="../media/image103.png"/><Relationship Id="rId12"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image" Target="../media/image86.png"/><Relationship Id="rId11" Type="http://schemas.openxmlformats.org/officeDocument/2006/relationships/chart" Target="../charts/chart6.xml"/><Relationship Id="rId5" Type="http://schemas.openxmlformats.org/officeDocument/2006/relationships/image" Target="../media/image102.png"/><Relationship Id="rId10" Type="http://schemas.openxmlformats.org/officeDocument/2006/relationships/image" Target="../media/image104.png"/><Relationship Id="rId4" Type="http://schemas.microsoft.com/office/2007/relationships/hdphoto" Target="../media/hdphoto1.wdp"/><Relationship Id="rId9" Type="http://schemas.openxmlformats.org/officeDocument/2006/relationships/image" Target="../media/image77.png"/></Relationships>
</file>

<file path=ppt/slides/_rels/slide21.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87.png"/><Relationship Id="rId7" Type="http://schemas.openxmlformats.org/officeDocument/2006/relationships/image" Target="../media/image86.png"/><Relationship Id="rId2" Type="http://schemas.openxmlformats.org/officeDocument/2006/relationships/notesSlide" Target="../notesSlides/notesSlide16.xml"/><Relationship Id="rId1" Type="http://schemas.openxmlformats.org/officeDocument/2006/relationships/slideLayout" Target="../slideLayouts/slideLayout15.xml"/><Relationship Id="rId6" Type="http://schemas.openxmlformats.org/officeDocument/2006/relationships/image" Target="../media/image105.png"/><Relationship Id="rId5" Type="http://schemas.openxmlformats.org/officeDocument/2006/relationships/chart" Target="../charts/chart7.xml"/><Relationship Id="rId4" Type="http://schemas.openxmlformats.org/officeDocument/2006/relationships/image" Target="../media/image104.png"/></Relationships>
</file>

<file path=ppt/slides/_rels/slide22.xml.rels><?xml version="1.0" encoding="UTF-8" standalone="yes"?>
<Relationships xmlns="http://schemas.openxmlformats.org/package/2006/relationships"><Relationship Id="rId3" Type="http://schemas.openxmlformats.org/officeDocument/2006/relationships/image" Target="../media/image101.png"/><Relationship Id="rId7" Type="http://schemas.openxmlformats.org/officeDocument/2006/relationships/image" Target="../media/image104.png"/><Relationship Id="rId2" Type="http://schemas.openxmlformats.org/officeDocument/2006/relationships/notesSlide" Target="../notesSlides/notesSlide17.xml"/><Relationship Id="rId1" Type="http://schemas.openxmlformats.org/officeDocument/2006/relationships/slideLayout" Target="../slideLayouts/slideLayout15.xml"/><Relationship Id="rId6" Type="http://schemas.openxmlformats.org/officeDocument/2006/relationships/image" Target="../media/image86.png"/><Relationship Id="rId5" Type="http://schemas.openxmlformats.org/officeDocument/2006/relationships/image" Target="../media/image102.png"/><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101.png"/><Relationship Id="rId7" Type="http://schemas.openxmlformats.org/officeDocument/2006/relationships/image" Target="../media/image104.png"/><Relationship Id="rId2" Type="http://schemas.openxmlformats.org/officeDocument/2006/relationships/notesSlide" Target="../notesSlides/notesSlide18.xml"/><Relationship Id="rId1" Type="http://schemas.openxmlformats.org/officeDocument/2006/relationships/slideLayout" Target="../slideLayouts/slideLayout15.xml"/><Relationship Id="rId6" Type="http://schemas.openxmlformats.org/officeDocument/2006/relationships/image" Target="../media/image86.png"/><Relationship Id="rId5" Type="http://schemas.openxmlformats.org/officeDocument/2006/relationships/image" Target="../media/image102.png"/><Relationship Id="rId4" Type="http://schemas.microsoft.com/office/2007/relationships/hdphoto" Target="../media/hdphoto1.wdp"/><Relationship Id="rId9" Type="http://schemas.openxmlformats.org/officeDocument/2006/relationships/chart" Target="../charts/chart8.xml"/></Relationships>
</file>

<file path=ppt/slides/_rels/slide24.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6.png"/><Relationship Id="rId7" Type="http://schemas.openxmlformats.org/officeDocument/2006/relationships/image" Target="../media/image87.png"/><Relationship Id="rId2" Type="http://schemas.openxmlformats.org/officeDocument/2006/relationships/notesSlide" Target="../notesSlides/notesSlide19.xml"/><Relationship Id="rId1" Type="http://schemas.openxmlformats.org/officeDocument/2006/relationships/slideLayout" Target="../slideLayouts/slideLayout15.xml"/><Relationship Id="rId6" Type="http://schemas.openxmlformats.org/officeDocument/2006/relationships/image" Target="../media/image109.png"/><Relationship Id="rId11" Type="http://schemas.openxmlformats.org/officeDocument/2006/relationships/image" Target="../media/image111.png"/><Relationship Id="rId5" Type="http://schemas.openxmlformats.org/officeDocument/2006/relationships/image" Target="../media/image108.png"/><Relationship Id="rId10" Type="http://schemas.openxmlformats.org/officeDocument/2006/relationships/image" Target="../media/image110.png"/><Relationship Id="rId4" Type="http://schemas.openxmlformats.org/officeDocument/2006/relationships/image" Target="../media/image107.png"/><Relationship Id="rId9" Type="http://schemas.openxmlformats.org/officeDocument/2006/relationships/image" Target="../media/image105.png"/></Relationships>
</file>

<file path=ppt/slides/_rels/slide25.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93.svg"/><Relationship Id="rId7" Type="http://schemas.openxmlformats.org/officeDocument/2006/relationships/image" Target="../media/image87.png"/><Relationship Id="rId12" Type="http://schemas.openxmlformats.org/officeDocument/2006/relationships/image" Target="../media/image40.png"/><Relationship Id="rId2" Type="http://schemas.openxmlformats.org/officeDocument/2006/relationships/image" Target="../media/image92.png"/><Relationship Id="rId1" Type="http://schemas.openxmlformats.org/officeDocument/2006/relationships/slideLayout" Target="../slideLayouts/slideLayout15.xml"/><Relationship Id="rId6" Type="http://schemas.openxmlformats.org/officeDocument/2006/relationships/image" Target="../media/image107.png"/><Relationship Id="rId11" Type="http://schemas.openxmlformats.org/officeDocument/2006/relationships/image" Target="../media/image94.svg"/><Relationship Id="rId5" Type="http://schemas.openxmlformats.org/officeDocument/2006/relationships/image" Target="../media/image86.png"/><Relationship Id="rId10" Type="http://schemas.openxmlformats.org/officeDocument/2006/relationships/image" Target="../media/image75.png"/><Relationship Id="rId4" Type="http://schemas.openxmlformats.org/officeDocument/2006/relationships/image" Target="../media/image80.png"/><Relationship Id="rId9" Type="http://schemas.openxmlformats.org/officeDocument/2006/relationships/image" Target="../media/image91.png"/></Relationships>
</file>

<file path=ppt/slides/_rels/slide2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102.png"/><Relationship Id="rId1" Type="http://schemas.openxmlformats.org/officeDocument/2006/relationships/slideLayout" Target="../slideLayouts/slideLayout15.xml"/><Relationship Id="rId6" Type="http://schemas.openxmlformats.org/officeDocument/2006/relationships/image" Target="../media/image104.png"/><Relationship Id="rId5" Type="http://schemas.openxmlformats.org/officeDocument/2006/relationships/image" Target="../media/image107.png"/><Relationship Id="rId4" Type="http://schemas.openxmlformats.org/officeDocument/2006/relationships/image" Target="../media/image87.png"/></Relationships>
</file>

<file path=ppt/slides/_rels/slide27.xml.rels><?xml version="1.0" encoding="UTF-8" standalone="yes"?>
<Relationships xmlns="http://schemas.openxmlformats.org/package/2006/relationships"><Relationship Id="rId3" Type="http://schemas.openxmlformats.org/officeDocument/2006/relationships/image" Target="../media/image86.png"/><Relationship Id="rId7" Type="http://schemas.openxmlformats.org/officeDocument/2006/relationships/image" Target="../media/image113.svg"/><Relationship Id="rId2" Type="http://schemas.openxmlformats.org/officeDocument/2006/relationships/image" Target="../media/image102.png"/><Relationship Id="rId1" Type="http://schemas.openxmlformats.org/officeDocument/2006/relationships/slideLayout" Target="../slideLayouts/slideLayout15.xml"/><Relationship Id="rId6" Type="http://schemas.openxmlformats.org/officeDocument/2006/relationships/image" Target="../media/image112.png"/><Relationship Id="rId5" Type="http://schemas.openxmlformats.org/officeDocument/2006/relationships/image" Target="../media/image107.png"/><Relationship Id="rId4" Type="http://schemas.openxmlformats.org/officeDocument/2006/relationships/image" Target="../media/image87.png"/></Relationships>
</file>

<file path=ppt/slides/_rels/slide28.xml.rels><?xml version="1.0" encoding="UTF-8" standalone="yes"?>
<Relationships xmlns="http://schemas.openxmlformats.org/package/2006/relationships"><Relationship Id="rId3" Type="http://schemas.openxmlformats.org/officeDocument/2006/relationships/image" Target="../media/image81.png"/><Relationship Id="rId7" Type="http://schemas.openxmlformats.org/officeDocument/2006/relationships/image" Target="../media/image82.png"/><Relationship Id="rId2" Type="http://schemas.openxmlformats.org/officeDocument/2006/relationships/image" Target="../media/image83.png"/><Relationship Id="rId1" Type="http://schemas.openxmlformats.org/officeDocument/2006/relationships/slideLayout" Target="../slideLayouts/slideLayout15.xml"/><Relationship Id="rId6" Type="http://schemas.openxmlformats.org/officeDocument/2006/relationships/image" Target="../media/image105.png"/><Relationship Id="rId5" Type="http://schemas.openxmlformats.org/officeDocument/2006/relationships/image" Target="../media/image85.png"/><Relationship Id="rId4" Type="http://schemas.openxmlformats.org/officeDocument/2006/relationships/image" Target="../media/image84.png"/></Relationships>
</file>

<file path=ppt/slides/_rels/slide29.xml.rels><?xml version="1.0" encoding="UTF-8" standalone="yes"?>
<Relationships xmlns="http://schemas.openxmlformats.org/package/2006/relationships"><Relationship Id="rId3" Type="http://schemas.openxmlformats.org/officeDocument/2006/relationships/image" Target="../media/image81.png"/><Relationship Id="rId7" Type="http://schemas.openxmlformats.org/officeDocument/2006/relationships/image" Target="../media/image82.png"/><Relationship Id="rId2" Type="http://schemas.openxmlformats.org/officeDocument/2006/relationships/image" Target="../media/image83.png"/><Relationship Id="rId1" Type="http://schemas.openxmlformats.org/officeDocument/2006/relationships/slideLayout" Target="../slideLayouts/slideLayout15.xml"/><Relationship Id="rId6" Type="http://schemas.openxmlformats.org/officeDocument/2006/relationships/image" Target="../media/image105.png"/><Relationship Id="rId5" Type="http://schemas.openxmlformats.org/officeDocument/2006/relationships/image" Target="../media/image85.png"/><Relationship Id="rId4" Type="http://schemas.openxmlformats.org/officeDocument/2006/relationships/image" Target="../media/image8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p:txBody>
          <a:bodyPr/>
          <a:lstStyle/>
          <a:p>
            <a:r>
              <a:rPr lang="sv-SE"/>
              <a:t>Smart Cities – Group 12</a:t>
            </a:r>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a:xfrm>
            <a:off x="1109024" y="6151224"/>
            <a:ext cx="9972357" cy="644207"/>
          </a:xfrm>
        </p:spPr>
        <p:txBody>
          <a:bodyPr>
            <a:normAutofit/>
          </a:bodyPr>
          <a:lstStyle/>
          <a:p>
            <a:r>
              <a:rPr lang="sv-SE"/>
              <a:t>Alex </a:t>
            </a:r>
            <a:r>
              <a:rPr lang="sv-SE" err="1"/>
              <a:t>Blandón</a:t>
            </a:r>
            <a:r>
              <a:rPr lang="sv-SE"/>
              <a:t>, Jonas Levi </a:t>
            </a:r>
            <a:r>
              <a:rPr lang="sv-SE" err="1"/>
              <a:t>Doll</a:t>
            </a:r>
            <a:r>
              <a:rPr lang="sv-SE"/>
              <a:t>, Max </a:t>
            </a:r>
            <a:r>
              <a:rPr lang="sv-SE" err="1"/>
              <a:t>Concellon</a:t>
            </a:r>
            <a:r>
              <a:rPr lang="sv-SE"/>
              <a:t> </a:t>
            </a:r>
            <a:r>
              <a:rPr lang="sv-SE" err="1"/>
              <a:t>Marimon</a:t>
            </a:r>
            <a:r>
              <a:rPr lang="sv-SE"/>
              <a:t>, Michelangelo Inzerilli</a:t>
            </a:r>
          </a:p>
        </p:txBody>
      </p:sp>
      <p:sp>
        <p:nvSpPr>
          <p:cNvPr id="2" name="Slide Number Placeholder 1">
            <a:extLst>
              <a:ext uri="{FF2B5EF4-FFF2-40B4-BE49-F238E27FC236}">
                <a16:creationId xmlns:a16="http://schemas.microsoft.com/office/drawing/2014/main" id="{B68ECC0A-77FE-9C5A-69B1-0E65E96A5985}"/>
              </a:ext>
            </a:extLst>
          </p:cNvPr>
          <p:cNvSpPr>
            <a:spLocks noGrp="1"/>
          </p:cNvSpPr>
          <p:nvPr>
            <p:ph type="sldNum" sz="quarter" idx="12"/>
          </p:nvPr>
        </p:nvSpPr>
        <p:spPr/>
        <p:txBody>
          <a:bodyPr/>
          <a:lstStyle/>
          <a:p>
            <a:fld id="{B716C8F4-20CD-364A-8A8E-DE130115B178}" type="slidenum">
              <a:rPr lang="sv-SE" smtClean="0"/>
              <a:pPr/>
              <a:t>0</a:t>
            </a:fld>
            <a:endParaRPr lang="sv-SE"/>
          </a:p>
        </p:txBody>
      </p:sp>
    </p:spTree>
    <p:extLst>
      <p:ext uri="{BB962C8B-B14F-4D97-AF65-F5344CB8AC3E}">
        <p14:creationId xmlns:p14="http://schemas.microsoft.com/office/powerpoint/2010/main" val="208122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01E8B-666E-D324-76CA-3A5A303E7F87}"/>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93D91A0E-1C04-AE38-CA10-2F33C1E139AE}"/>
              </a:ext>
            </a:extLst>
          </p:cNvPr>
          <p:cNvGrpSpPr/>
          <p:nvPr/>
        </p:nvGrpSpPr>
        <p:grpSpPr>
          <a:xfrm>
            <a:off x="1414658" y="1386048"/>
            <a:ext cx="3450590" cy="1888447"/>
            <a:chOff x="1250197" y="791395"/>
            <a:chExt cx="4109203" cy="2454900"/>
          </a:xfrm>
        </p:grpSpPr>
        <p:sp>
          <p:nvSpPr>
            <p:cNvPr id="49" name="Freeform: Shape 48">
              <a:extLst>
                <a:ext uri="{FF2B5EF4-FFF2-40B4-BE49-F238E27FC236}">
                  <a16:creationId xmlns:a16="http://schemas.microsoft.com/office/drawing/2014/main" id="{89D8FC30-D71D-BA1C-BF86-96FEA8D07F8D}"/>
                </a:ext>
              </a:extLst>
            </p:cNvPr>
            <p:cNvSpPr/>
            <p:nvPr/>
          </p:nvSpPr>
          <p:spPr>
            <a:xfrm>
              <a:off x="3263406" y="1669402"/>
              <a:ext cx="1943100" cy="1002797"/>
            </a:xfrm>
            <a:custGeom>
              <a:avLst/>
              <a:gdLst>
                <a:gd name="connsiteX0" fmla="*/ 0 w 1943100"/>
                <a:gd name="connsiteY0" fmla="*/ 0 h 1002797"/>
                <a:gd name="connsiteX1" fmla="*/ 431800 w 1943100"/>
                <a:gd name="connsiteY1" fmla="*/ 596900 h 1002797"/>
                <a:gd name="connsiteX2" fmla="*/ 1003300 w 1943100"/>
                <a:gd name="connsiteY2" fmla="*/ 965200 h 1002797"/>
                <a:gd name="connsiteX3" fmla="*/ 1943100 w 1943100"/>
                <a:gd name="connsiteY3" fmla="*/ 990600 h 1002797"/>
                <a:gd name="connsiteX4" fmla="*/ 1943100 w 1943100"/>
                <a:gd name="connsiteY4" fmla="*/ 990600 h 10027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3100" h="1002797">
                  <a:moveTo>
                    <a:pt x="0" y="0"/>
                  </a:moveTo>
                  <a:cubicBezTo>
                    <a:pt x="132291" y="218016"/>
                    <a:pt x="264583" y="436033"/>
                    <a:pt x="431800" y="596900"/>
                  </a:cubicBezTo>
                  <a:cubicBezTo>
                    <a:pt x="599017" y="757767"/>
                    <a:pt x="751417" y="899583"/>
                    <a:pt x="1003300" y="965200"/>
                  </a:cubicBezTo>
                  <a:cubicBezTo>
                    <a:pt x="1255183" y="1030817"/>
                    <a:pt x="1943100" y="990600"/>
                    <a:pt x="1943100" y="990600"/>
                  </a:cubicBezTo>
                  <a:lnTo>
                    <a:pt x="1943100" y="990600"/>
                  </a:lnTo>
                </a:path>
              </a:pathLst>
            </a:custGeom>
            <a:noFill/>
            <a:ln w="38100">
              <a:solidFill>
                <a:srgbClr val="0029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50" name="Freeform: Shape 49">
              <a:extLst>
                <a:ext uri="{FF2B5EF4-FFF2-40B4-BE49-F238E27FC236}">
                  <a16:creationId xmlns:a16="http://schemas.microsoft.com/office/drawing/2014/main" id="{F7940776-02A9-64D7-D764-E730BD4054E7}"/>
                </a:ext>
              </a:extLst>
            </p:cNvPr>
            <p:cNvSpPr/>
            <p:nvPr/>
          </p:nvSpPr>
          <p:spPr>
            <a:xfrm>
              <a:off x="1685796" y="2207902"/>
              <a:ext cx="3178303" cy="464298"/>
            </a:xfrm>
            <a:custGeom>
              <a:avLst/>
              <a:gdLst>
                <a:gd name="connsiteX0" fmla="*/ 0 w 1943100"/>
                <a:gd name="connsiteY0" fmla="*/ 0 h 1002797"/>
                <a:gd name="connsiteX1" fmla="*/ 431800 w 1943100"/>
                <a:gd name="connsiteY1" fmla="*/ 596900 h 1002797"/>
                <a:gd name="connsiteX2" fmla="*/ 1003300 w 1943100"/>
                <a:gd name="connsiteY2" fmla="*/ 965200 h 1002797"/>
                <a:gd name="connsiteX3" fmla="*/ 1943100 w 1943100"/>
                <a:gd name="connsiteY3" fmla="*/ 990600 h 1002797"/>
                <a:gd name="connsiteX4" fmla="*/ 1943100 w 1943100"/>
                <a:gd name="connsiteY4" fmla="*/ 990600 h 10027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3100" h="1002797">
                  <a:moveTo>
                    <a:pt x="0" y="0"/>
                  </a:moveTo>
                  <a:cubicBezTo>
                    <a:pt x="132291" y="218016"/>
                    <a:pt x="264583" y="436033"/>
                    <a:pt x="431800" y="596900"/>
                  </a:cubicBezTo>
                  <a:cubicBezTo>
                    <a:pt x="599017" y="757767"/>
                    <a:pt x="751417" y="899583"/>
                    <a:pt x="1003300" y="965200"/>
                  </a:cubicBezTo>
                  <a:cubicBezTo>
                    <a:pt x="1255183" y="1030817"/>
                    <a:pt x="1943100" y="990600"/>
                    <a:pt x="1943100" y="990600"/>
                  </a:cubicBezTo>
                  <a:lnTo>
                    <a:pt x="1943100" y="990600"/>
                  </a:lnTo>
                </a:path>
              </a:pathLst>
            </a:custGeom>
            <a:noFill/>
            <a:ln w="38100">
              <a:solidFill>
                <a:srgbClr val="0029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51" name="Freeform: Shape 50">
              <a:extLst>
                <a:ext uri="{FF2B5EF4-FFF2-40B4-BE49-F238E27FC236}">
                  <a16:creationId xmlns:a16="http://schemas.microsoft.com/office/drawing/2014/main" id="{D5C10E4E-CE3B-9DAF-DD5A-0ADD233F6F39}"/>
                </a:ext>
              </a:extLst>
            </p:cNvPr>
            <p:cNvSpPr/>
            <p:nvPr/>
          </p:nvSpPr>
          <p:spPr>
            <a:xfrm>
              <a:off x="1682064" y="1606346"/>
              <a:ext cx="3677335" cy="1065853"/>
            </a:xfrm>
            <a:custGeom>
              <a:avLst/>
              <a:gdLst>
                <a:gd name="connsiteX0" fmla="*/ 0 w 1943100"/>
                <a:gd name="connsiteY0" fmla="*/ 0 h 1002797"/>
                <a:gd name="connsiteX1" fmla="*/ 431800 w 1943100"/>
                <a:gd name="connsiteY1" fmla="*/ 596900 h 1002797"/>
                <a:gd name="connsiteX2" fmla="*/ 1003300 w 1943100"/>
                <a:gd name="connsiteY2" fmla="*/ 965200 h 1002797"/>
                <a:gd name="connsiteX3" fmla="*/ 1943100 w 1943100"/>
                <a:gd name="connsiteY3" fmla="*/ 990600 h 1002797"/>
                <a:gd name="connsiteX4" fmla="*/ 1943100 w 1943100"/>
                <a:gd name="connsiteY4" fmla="*/ 990600 h 10027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3100" h="1002797">
                  <a:moveTo>
                    <a:pt x="0" y="0"/>
                  </a:moveTo>
                  <a:cubicBezTo>
                    <a:pt x="132291" y="218016"/>
                    <a:pt x="264583" y="436033"/>
                    <a:pt x="431800" y="596900"/>
                  </a:cubicBezTo>
                  <a:cubicBezTo>
                    <a:pt x="599017" y="757767"/>
                    <a:pt x="751417" y="899583"/>
                    <a:pt x="1003300" y="965200"/>
                  </a:cubicBezTo>
                  <a:cubicBezTo>
                    <a:pt x="1255183" y="1030817"/>
                    <a:pt x="1943100" y="990600"/>
                    <a:pt x="1943100" y="990600"/>
                  </a:cubicBezTo>
                  <a:lnTo>
                    <a:pt x="1943100" y="990600"/>
                  </a:lnTo>
                </a:path>
              </a:pathLst>
            </a:custGeom>
            <a:noFill/>
            <a:ln w="38100">
              <a:solidFill>
                <a:srgbClr val="0029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52" name="Freeform: Shape 51">
              <a:extLst>
                <a:ext uri="{FF2B5EF4-FFF2-40B4-BE49-F238E27FC236}">
                  <a16:creationId xmlns:a16="http://schemas.microsoft.com/office/drawing/2014/main" id="{498928C7-B190-2D3F-2298-313F587D3F41}"/>
                </a:ext>
              </a:extLst>
            </p:cNvPr>
            <p:cNvSpPr/>
            <p:nvPr/>
          </p:nvSpPr>
          <p:spPr>
            <a:xfrm>
              <a:off x="3220846" y="2219656"/>
              <a:ext cx="2138554" cy="464298"/>
            </a:xfrm>
            <a:custGeom>
              <a:avLst/>
              <a:gdLst>
                <a:gd name="connsiteX0" fmla="*/ 0 w 1943100"/>
                <a:gd name="connsiteY0" fmla="*/ 0 h 1002797"/>
                <a:gd name="connsiteX1" fmla="*/ 431800 w 1943100"/>
                <a:gd name="connsiteY1" fmla="*/ 596900 h 1002797"/>
                <a:gd name="connsiteX2" fmla="*/ 1003300 w 1943100"/>
                <a:gd name="connsiteY2" fmla="*/ 965200 h 1002797"/>
                <a:gd name="connsiteX3" fmla="*/ 1943100 w 1943100"/>
                <a:gd name="connsiteY3" fmla="*/ 990600 h 1002797"/>
                <a:gd name="connsiteX4" fmla="*/ 1943100 w 1943100"/>
                <a:gd name="connsiteY4" fmla="*/ 990600 h 10027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3100" h="1002797">
                  <a:moveTo>
                    <a:pt x="0" y="0"/>
                  </a:moveTo>
                  <a:cubicBezTo>
                    <a:pt x="132291" y="218016"/>
                    <a:pt x="264583" y="436033"/>
                    <a:pt x="431800" y="596900"/>
                  </a:cubicBezTo>
                  <a:cubicBezTo>
                    <a:pt x="599017" y="757767"/>
                    <a:pt x="751417" y="899583"/>
                    <a:pt x="1003300" y="965200"/>
                  </a:cubicBezTo>
                  <a:cubicBezTo>
                    <a:pt x="1255183" y="1030817"/>
                    <a:pt x="1943100" y="990600"/>
                    <a:pt x="1943100" y="990600"/>
                  </a:cubicBezTo>
                  <a:lnTo>
                    <a:pt x="1943100" y="990600"/>
                  </a:lnTo>
                </a:path>
              </a:pathLst>
            </a:custGeom>
            <a:noFill/>
            <a:ln w="38100">
              <a:solidFill>
                <a:srgbClr val="0029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47" name="Graphic 46" descr="Electric Tower with solid fill">
              <a:extLst>
                <a:ext uri="{FF2B5EF4-FFF2-40B4-BE49-F238E27FC236}">
                  <a16:creationId xmlns:a16="http://schemas.microsoft.com/office/drawing/2014/main" id="{D0EF59CF-C409-268C-C050-5A81DC2A50F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50197" y="791395"/>
              <a:ext cx="2454900" cy="2454900"/>
            </a:xfrm>
            <a:prstGeom prst="rect">
              <a:avLst/>
            </a:prstGeom>
          </p:spPr>
        </p:pic>
      </p:grpSp>
      <p:pic>
        <p:nvPicPr>
          <p:cNvPr id="3" name="Graphic 2" descr="Home with solid fill">
            <a:extLst>
              <a:ext uri="{FF2B5EF4-FFF2-40B4-BE49-F238E27FC236}">
                <a16:creationId xmlns:a16="http://schemas.microsoft.com/office/drawing/2014/main" id="{800307D7-759B-D592-8787-1D6A7C7BADA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61726" y="1261800"/>
            <a:ext cx="3352800" cy="3352800"/>
          </a:xfrm>
          <a:prstGeom prst="rect">
            <a:avLst/>
          </a:prstGeom>
        </p:spPr>
      </p:pic>
      <p:pic>
        <p:nvPicPr>
          <p:cNvPr id="41" name="Graphic 40" descr="Electric car with solid fill">
            <a:extLst>
              <a:ext uri="{FF2B5EF4-FFF2-40B4-BE49-F238E27FC236}">
                <a16:creationId xmlns:a16="http://schemas.microsoft.com/office/drawing/2014/main" id="{8E71B5A6-3684-A638-095E-DCCE1F4029F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14700" y="2984500"/>
            <a:ext cx="2654300" cy="2654300"/>
          </a:xfrm>
          <a:prstGeom prst="rect">
            <a:avLst/>
          </a:prstGeom>
        </p:spPr>
      </p:pic>
      <p:pic>
        <p:nvPicPr>
          <p:cNvPr id="43" name="Graphic 42" descr="Dollar with solid fill">
            <a:extLst>
              <a:ext uri="{FF2B5EF4-FFF2-40B4-BE49-F238E27FC236}">
                <a16:creationId xmlns:a16="http://schemas.microsoft.com/office/drawing/2014/main" id="{F2204B33-26B4-8595-8B9F-9B27DA0BF0D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753845" y="1160670"/>
            <a:ext cx="584358" cy="584358"/>
          </a:xfrm>
          <a:prstGeom prst="rect">
            <a:avLst/>
          </a:prstGeom>
        </p:spPr>
      </p:pic>
      <p:pic>
        <p:nvPicPr>
          <p:cNvPr id="44" name="Graphic 43" descr="Dollar with solid fill">
            <a:extLst>
              <a:ext uri="{FF2B5EF4-FFF2-40B4-BE49-F238E27FC236}">
                <a16:creationId xmlns:a16="http://schemas.microsoft.com/office/drawing/2014/main" id="{BC0CFD52-6FE3-F973-3679-BDA7A79AB1B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066912" y="1147842"/>
            <a:ext cx="610014" cy="610014"/>
          </a:xfrm>
          <a:prstGeom prst="rect">
            <a:avLst/>
          </a:prstGeom>
        </p:spPr>
      </p:pic>
      <p:pic>
        <p:nvPicPr>
          <p:cNvPr id="45" name="Graphic 44" descr="Dollar with solid fill">
            <a:extLst>
              <a:ext uri="{FF2B5EF4-FFF2-40B4-BE49-F238E27FC236}">
                <a16:creationId xmlns:a16="http://schemas.microsoft.com/office/drawing/2014/main" id="{1D01A229-18C1-BD3C-A5BC-44820F64509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64227" y="1156883"/>
            <a:ext cx="610015" cy="610015"/>
          </a:xfrm>
          <a:prstGeom prst="rect">
            <a:avLst/>
          </a:prstGeom>
        </p:spPr>
      </p:pic>
      <p:pic>
        <p:nvPicPr>
          <p:cNvPr id="1026" name="Picture 2" descr="Heat Pump Icons - Free SVG &amp; PNG Heat Pump Images - Noun Project">
            <a:extLst>
              <a:ext uri="{FF2B5EF4-FFF2-40B4-BE49-F238E27FC236}">
                <a16:creationId xmlns:a16="http://schemas.microsoft.com/office/drawing/2014/main" id="{05941A05-A08F-C199-B8FB-006304DD30C8}"/>
              </a:ext>
            </a:extLst>
          </p:cNvPr>
          <p:cNvPicPr>
            <a:picLocks noChangeAspect="1" noChangeArrowheads="1"/>
          </p:cNvPicPr>
          <p:nvPr/>
        </p:nvPicPr>
        <p:blipFill>
          <a:blip r:embed="rId11">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86524" y="3734798"/>
            <a:ext cx="984850" cy="984850"/>
          </a:xfrm>
          <a:prstGeom prst="rect">
            <a:avLst/>
          </a:prstGeom>
          <a:noFill/>
          <a:extLst>
            <a:ext uri="{909E8E84-426E-40DD-AFC4-6F175D3DCCD1}">
              <a14:hiddenFill xmlns:a14="http://schemas.microsoft.com/office/drawing/2010/main">
                <a:solidFill>
                  <a:srgbClr val="FFFFFF"/>
                </a:solidFill>
              </a14:hiddenFill>
            </a:ext>
          </a:extLst>
        </p:spPr>
      </p:pic>
      <p:sp>
        <p:nvSpPr>
          <p:cNvPr id="55" name="Rectangle: Rounded Corners 54">
            <a:extLst>
              <a:ext uri="{FF2B5EF4-FFF2-40B4-BE49-F238E27FC236}">
                <a16:creationId xmlns:a16="http://schemas.microsoft.com/office/drawing/2014/main" id="{01BF7687-9D10-7999-BD3D-216432AED794}"/>
              </a:ext>
            </a:extLst>
          </p:cNvPr>
          <p:cNvSpPr/>
          <p:nvPr/>
        </p:nvSpPr>
        <p:spPr>
          <a:xfrm>
            <a:off x="0" y="5312817"/>
            <a:ext cx="12192000" cy="1391085"/>
          </a:xfrm>
          <a:prstGeom prst="roundRect">
            <a:avLst>
              <a:gd name="adj" fmla="val 0"/>
            </a:avLst>
          </a:prstGeom>
          <a:solidFill>
            <a:srgbClr val="00006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3200" b="1">
                <a:solidFill>
                  <a:schemeClr val="bg1"/>
                </a:solidFill>
              </a:rPr>
              <a:t>How can we be smarter,</a:t>
            </a:r>
          </a:p>
          <a:p>
            <a:pPr algn="ctr"/>
            <a:r>
              <a:rPr lang="en-GB" sz="3200" b="1">
                <a:solidFill>
                  <a:schemeClr val="bg1"/>
                </a:solidFill>
              </a:rPr>
              <a:t>at managing the energy of our buildings?</a:t>
            </a:r>
            <a:endParaRPr lang="en-US">
              <a:solidFill>
                <a:schemeClr val="bg1"/>
              </a:solidFill>
            </a:endParaRPr>
          </a:p>
        </p:txBody>
      </p:sp>
      <p:sp>
        <p:nvSpPr>
          <p:cNvPr id="4" name="Slide Number Placeholder 3">
            <a:extLst>
              <a:ext uri="{FF2B5EF4-FFF2-40B4-BE49-F238E27FC236}">
                <a16:creationId xmlns:a16="http://schemas.microsoft.com/office/drawing/2014/main" id="{E9837081-225A-F6CC-9325-F96FAE286E20}"/>
              </a:ext>
            </a:extLst>
          </p:cNvPr>
          <p:cNvSpPr>
            <a:spLocks noGrp="1"/>
          </p:cNvSpPr>
          <p:nvPr>
            <p:ph type="sldNum" sz="quarter" idx="12"/>
          </p:nvPr>
        </p:nvSpPr>
        <p:spPr/>
        <p:txBody>
          <a:bodyPr/>
          <a:lstStyle/>
          <a:p>
            <a:fld id="{B716C8F4-20CD-364A-8A8E-DE130115B178}" type="slidenum">
              <a:rPr lang="sv-SE" smtClean="0"/>
              <a:t>1</a:t>
            </a:fld>
            <a:endParaRPr lang="sv-SE"/>
          </a:p>
        </p:txBody>
      </p:sp>
      <p:grpSp>
        <p:nvGrpSpPr>
          <p:cNvPr id="2" name="Group 1">
            <a:extLst>
              <a:ext uri="{FF2B5EF4-FFF2-40B4-BE49-F238E27FC236}">
                <a16:creationId xmlns:a16="http://schemas.microsoft.com/office/drawing/2014/main" id="{1B810926-ECA3-5202-D2F8-1C729EB3EF77}"/>
              </a:ext>
            </a:extLst>
          </p:cNvPr>
          <p:cNvGrpSpPr/>
          <p:nvPr/>
        </p:nvGrpSpPr>
        <p:grpSpPr>
          <a:xfrm rot="2700000">
            <a:off x="6491405" y="1419746"/>
            <a:ext cx="1016719" cy="845354"/>
            <a:chOff x="1893941" y="3735778"/>
            <a:chExt cx="1207463" cy="1003939"/>
          </a:xfrm>
        </p:grpSpPr>
        <p:sp>
          <p:nvSpPr>
            <p:cNvPr id="5" name="Freeform: Shape 4">
              <a:extLst>
                <a:ext uri="{FF2B5EF4-FFF2-40B4-BE49-F238E27FC236}">
                  <a16:creationId xmlns:a16="http://schemas.microsoft.com/office/drawing/2014/main" id="{B41582DB-7D25-B5BA-175C-C525BE59039D}"/>
                </a:ext>
              </a:extLst>
            </p:cNvPr>
            <p:cNvSpPr/>
            <p:nvPr/>
          </p:nvSpPr>
          <p:spPr>
            <a:xfrm>
              <a:off x="2360769" y="3935506"/>
              <a:ext cx="273809" cy="153959"/>
            </a:xfrm>
            <a:custGeom>
              <a:avLst/>
              <a:gdLst>
                <a:gd name="connsiteX0" fmla="*/ 0 w 363088"/>
                <a:gd name="connsiteY0" fmla="*/ 204160 h 204160"/>
                <a:gd name="connsiteX1" fmla="*/ 363088 w 363088"/>
                <a:gd name="connsiteY1" fmla="*/ 204160 h 204160"/>
                <a:gd name="connsiteX2" fmla="*/ 336905 w 363088"/>
                <a:gd name="connsiteY2" fmla="*/ 0 h 204160"/>
                <a:gd name="connsiteX3" fmla="*/ 26184 w 363088"/>
                <a:gd name="connsiteY3" fmla="*/ 0 h 204160"/>
                <a:gd name="connsiteX4" fmla="*/ 0 w 363088"/>
                <a:gd name="connsiteY4" fmla="*/ 204160 h 204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88" h="204160">
                  <a:moveTo>
                    <a:pt x="0" y="204160"/>
                  </a:moveTo>
                  <a:lnTo>
                    <a:pt x="363088" y="204160"/>
                  </a:lnTo>
                  <a:lnTo>
                    <a:pt x="336905" y="0"/>
                  </a:lnTo>
                  <a:lnTo>
                    <a:pt x="26184" y="0"/>
                  </a:lnTo>
                  <a:lnTo>
                    <a:pt x="0" y="204160"/>
                  </a:lnTo>
                  <a:close/>
                </a:path>
              </a:pathLst>
            </a:custGeom>
            <a:solidFill>
              <a:srgbClr val="0029ED"/>
            </a:solidFill>
            <a:ln w="21233" cap="flat">
              <a:noFill/>
              <a:prstDash val="solid"/>
              <a:miter/>
            </a:ln>
          </p:spPr>
          <p:txBody>
            <a:bodyPr rtlCol="0" anchor="ctr"/>
            <a:lstStyle/>
            <a:p>
              <a:endParaRPr lang="sv-SE"/>
            </a:p>
          </p:txBody>
        </p:sp>
        <p:sp>
          <p:nvSpPr>
            <p:cNvPr id="6" name="Freeform: Shape 5">
              <a:extLst>
                <a:ext uri="{FF2B5EF4-FFF2-40B4-BE49-F238E27FC236}">
                  <a16:creationId xmlns:a16="http://schemas.microsoft.com/office/drawing/2014/main" id="{67C752B8-42AF-59B6-1805-87B1EFE375EB}"/>
                </a:ext>
              </a:extLst>
            </p:cNvPr>
            <p:cNvSpPr/>
            <p:nvPr/>
          </p:nvSpPr>
          <p:spPr>
            <a:xfrm>
              <a:off x="2653794" y="3735778"/>
              <a:ext cx="244519" cy="135671"/>
            </a:xfrm>
            <a:custGeom>
              <a:avLst/>
              <a:gdLst>
                <a:gd name="connsiteX0" fmla="*/ 23062 w 324248"/>
                <a:gd name="connsiteY0" fmla="*/ 179909 h 179908"/>
                <a:gd name="connsiteX1" fmla="*/ 324248 w 324248"/>
                <a:gd name="connsiteY1" fmla="*/ 179909 h 179908"/>
                <a:gd name="connsiteX2" fmla="*/ 243297 w 324248"/>
                <a:gd name="connsiteY2" fmla="*/ 0 h 179908"/>
                <a:gd name="connsiteX3" fmla="*/ 0 w 324248"/>
                <a:gd name="connsiteY3" fmla="*/ 0 h 179908"/>
                <a:gd name="connsiteX4" fmla="*/ 23062 w 324248"/>
                <a:gd name="connsiteY4" fmla="*/ 179909 h 179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48" h="179908">
                  <a:moveTo>
                    <a:pt x="23062" y="179909"/>
                  </a:moveTo>
                  <a:lnTo>
                    <a:pt x="324248" y="179909"/>
                  </a:lnTo>
                  <a:lnTo>
                    <a:pt x="243297" y="0"/>
                  </a:lnTo>
                  <a:lnTo>
                    <a:pt x="0" y="0"/>
                  </a:lnTo>
                  <a:lnTo>
                    <a:pt x="23062" y="179909"/>
                  </a:lnTo>
                  <a:close/>
                </a:path>
              </a:pathLst>
            </a:custGeom>
            <a:solidFill>
              <a:srgbClr val="0029ED"/>
            </a:solidFill>
            <a:ln w="21233" cap="flat">
              <a:noFill/>
              <a:prstDash val="solid"/>
              <a:miter/>
            </a:ln>
          </p:spPr>
          <p:txBody>
            <a:bodyPr rtlCol="0" anchor="ctr"/>
            <a:lstStyle/>
            <a:p>
              <a:endParaRPr lang="sv-SE"/>
            </a:p>
          </p:txBody>
        </p:sp>
        <p:sp>
          <p:nvSpPr>
            <p:cNvPr id="7" name="Freeform: Shape 6">
              <a:extLst>
                <a:ext uri="{FF2B5EF4-FFF2-40B4-BE49-F238E27FC236}">
                  <a16:creationId xmlns:a16="http://schemas.microsoft.com/office/drawing/2014/main" id="{92D61FB3-F2E2-D67E-7F90-31B8804B320B}"/>
                </a:ext>
              </a:extLst>
            </p:cNvPr>
            <p:cNvSpPr/>
            <p:nvPr/>
          </p:nvSpPr>
          <p:spPr>
            <a:xfrm>
              <a:off x="2679401" y="3935506"/>
              <a:ext cx="317030" cy="153959"/>
            </a:xfrm>
            <a:custGeom>
              <a:avLst/>
              <a:gdLst>
                <a:gd name="connsiteX0" fmla="*/ 26184 w 420403"/>
                <a:gd name="connsiteY0" fmla="*/ 204160 h 204160"/>
                <a:gd name="connsiteX1" fmla="*/ 420403 w 420403"/>
                <a:gd name="connsiteY1" fmla="*/ 204160 h 204160"/>
                <a:gd name="connsiteX2" fmla="*/ 328538 w 420403"/>
                <a:gd name="connsiteY2" fmla="*/ 0 h 204160"/>
                <a:gd name="connsiteX3" fmla="*/ 0 w 420403"/>
                <a:gd name="connsiteY3" fmla="*/ 0 h 204160"/>
                <a:gd name="connsiteX4" fmla="*/ 26184 w 420403"/>
                <a:gd name="connsiteY4" fmla="*/ 204160 h 204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403" h="204160">
                  <a:moveTo>
                    <a:pt x="26184" y="204160"/>
                  </a:moveTo>
                  <a:lnTo>
                    <a:pt x="420403" y="204160"/>
                  </a:lnTo>
                  <a:lnTo>
                    <a:pt x="328538" y="0"/>
                  </a:lnTo>
                  <a:lnTo>
                    <a:pt x="0" y="0"/>
                  </a:lnTo>
                  <a:lnTo>
                    <a:pt x="26184" y="204160"/>
                  </a:lnTo>
                  <a:close/>
                </a:path>
              </a:pathLst>
            </a:custGeom>
            <a:solidFill>
              <a:srgbClr val="0029ED"/>
            </a:solidFill>
            <a:ln w="21233" cap="flat">
              <a:noFill/>
              <a:prstDash val="solid"/>
              <a:miter/>
            </a:ln>
          </p:spPr>
          <p:txBody>
            <a:bodyPr rtlCol="0" anchor="ctr"/>
            <a:lstStyle/>
            <a:p>
              <a:endParaRPr lang="sv-SE"/>
            </a:p>
          </p:txBody>
        </p:sp>
        <p:sp>
          <p:nvSpPr>
            <p:cNvPr id="8" name="Freeform: Shape 7">
              <a:extLst>
                <a:ext uri="{FF2B5EF4-FFF2-40B4-BE49-F238E27FC236}">
                  <a16:creationId xmlns:a16="http://schemas.microsoft.com/office/drawing/2014/main" id="{DE351BDA-374B-0560-4E2A-C7C2CB06C7B8}"/>
                </a:ext>
              </a:extLst>
            </p:cNvPr>
            <p:cNvSpPr/>
            <p:nvPr/>
          </p:nvSpPr>
          <p:spPr>
            <a:xfrm>
              <a:off x="2707361" y="4153521"/>
              <a:ext cx="394043" cy="170725"/>
            </a:xfrm>
            <a:custGeom>
              <a:avLst/>
              <a:gdLst>
                <a:gd name="connsiteX0" fmla="*/ 0 w 522526"/>
                <a:gd name="connsiteY0" fmla="*/ 0 h 226393"/>
                <a:gd name="connsiteX1" fmla="*/ 29008 w 522526"/>
                <a:gd name="connsiteY1" fmla="*/ 226394 h 226393"/>
                <a:gd name="connsiteX2" fmla="*/ 522505 w 522526"/>
                <a:gd name="connsiteY2" fmla="*/ 226394 h 226393"/>
                <a:gd name="connsiteX3" fmla="*/ 522505 w 522526"/>
                <a:gd name="connsiteY3" fmla="*/ 224377 h 226393"/>
                <a:gd name="connsiteX4" fmla="*/ 522526 w 522526"/>
                <a:gd name="connsiteY4" fmla="*/ 224377 h 226393"/>
                <a:gd name="connsiteX5" fmla="*/ 421550 w 522526"/>
                <a:gd name="connsiteY5" fmla="*/ 0 h 226393"/>
                <a:gd name="connsiteX6" fmla="*/ 0 w 522526"/>
                <a:gd name="connsiteY6" fmla="*/ 0 h 22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2526" h="226393">
                  <a:moveTo>
                    <a:pt x="0" y="0"/>
                  </a:moveTo>
                  <a:lnTo>
                    <a:pt x="29008" y="226394"/>
                  </a:lnTo>
                  <a:lnTo>
                    <a:pt x="522505" y="226394"/>
                  </a:lnTo>
                  <a:lnTo>
                    <a:pt x="522505" y="224377"/>
                  </a:lnTo>
                  <a:lnTo>
                    <a:pt x="522526" y="224377"/>
                  </a:lnTo>
                  <a:lnTo>
                    <a:pt x="421550" y="0"/>
                  </a:lnTo>
                  <a:lnTo>
                    <a:pt x="0" y="0"/>
                  </a:lnTo>
                  <a:close/>
                </a:path>
              </a:pathLst>
            </a:custGeom>
            <a:solidFill>
              <a:srgbClr val="0029ED"/>
            </a:solidFill>
            <a:ln w="21233" cap="flat">
              <a:noFill/>
              <a:prstDash val="solid"/>
              <a:miter/>
            </a:ln>
          </p:spPr>
          <p:txBody>
            <a:bodyPr rtlCol="0" anchor="ctr"/>
            <a:lstStyle/>
            <a:p>
              <a:endParaRPr lang="sv-SE"/>
            </a:p>
          </p:txBody>
        </p:sp>
        <p:sp>
          <p:nvSpPr>
            <p:cNvPr id="14" name="Freeform: Shape 13">
              <a:extLst>
                <a:ext uri="{FF2B5EF4-FFF2-40B4-BE49-F238E27FC236}">
                  <a16:creationId xmlns:a16="http://schemas.microsoft.com/office/drawing/2014/main" id="{4001EE8D-A1D0-B3FD-3B22-0F4F078D96CF}"/>
                </a:ext>
              </a:extLst>
            </p:cNvPr>
            <p:cNvSpPr/>
            <p:nvPr/>
          </p:nvSpPr>
          <p:spPr>
            <a:xfrm>
              <a:off x="2388713" y="3735778"/>
              <a:ext cx="217903" cy="135671"/>
            </a:xfrm>
            <a:custGeom>
              <a:avLst/>
              <a:gdLst>
                <a:gd name="connsiteX0" fmla="*/ 0 w 288954"/>
                <a:gd name="connsiteY0" fmla="*/ 179909 h 179908"/>
                <a:gd name="connsiteX1" fmla="*/ 288954 w 288954"/>
                <a:gd name="connsiteY1" fmla="*/ 179909 h 179908"/>
                <a:gd name="connsiteX2" fmla="*/ 265892 w 288954"/>
                <a:gd name="connsiteY2" fmla="*/ 0 h 179908"/>
                <a:gd name="connsiteX3" fmla="*/ 23062 w 288954"/>
                <a:gd name="connsiteY3" fmla="*/ 0 h 179908"/>
                <a:gd name="connsiteX4" fmla="*/ 0 w 288954"/>
                <a:gd name="connsiteY4" fmla="*/ 179909 h 179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954" h="179908">
                  <a:moveTo>
                    <a:pt x="0" y="179909"/>
                  </a:moveTo>
                  <a:lnTo>
                    <a:pt x="288954" y="179909"/>
                  </a:lnTo>
                  <a:lnTo>
                    <a:pt x="265892" y="0"/>
                  </a:lnTo>
                  <a:lnTo>
                    <a:pt x="23062" y="0"/>
                  </a:lnTo>
                  <a:lnTo>
                    <a:pt x="0" y="179909"/>
                  </a:lnTo>
                  <a:close/>
                </a:path>
              </a:pathLst>
            </a:custGeom>
            <a:solidFill>
              <a:srgbClr val="0029ED"/>
            </a:solidFill>
            <a:ln w="21233" cap="flat">
              <a:noFill/>
              <a:prstDash val="solid"/>
              <a:miter/>
            </a:ln>
          </p:spPr>
          <p:txBody>
            <a:bodyPr rtlCol="0" anchor="ctr"/>
            <a:lstStyle/>
            <a:p>
              <a:endParaRPr lang="sv-SE"/>
            </a:p>
          </p:txBody>
        </p:sp>
        <p:sp>
          <p:nvSpPr>
            <p:cNvPr id="17" name="Freeform: Shape 16">
              <a:extLst>
                <a:ext uri="{FF2B5EF4-FFF2-40B4-BE49-F238E27FC236}">
                  <a16:creationId xmlns:a16="http://schemas.microsoft.com/office/drawing/2014/main" id="{DA425363-4B61-5D4F-0407-697968BC542A}"/>
                </a:ext>
              </a:extLst>
            </p:cNvPr>
            <p:cNvSpPr/>
            <p:nvPr/>
          </p:nvSpPr>
          <p:spPr>
            <a:xfrm>
              <a:off x="1893941" y="4388304"/>
              <a:ext cx="1207445" cy="351413"/>
            </a:xfrm>
            <a:custGeom>
              <a:avLst/>
              <a:gdLst>
                <a:gd name="connsiteX0" fmla="*/ 1601152 w 1601151"/>
                <a:gd name="connsiteY0" fmla="*/ 135441 h 465996"/>
                <a:gd name="connsiteX1" fmla="*/ 1601152 w 1601151"/>
                <a:gd name="connsiteY1" fmla="*/ 0 h 465996"/>
                <a:gd name="connsiteX2" fmla="*/ 0 w 1601151"/>
                <a:gd name="connsiteY2" fmla="*/ 0 h 465996"/>
                <a:gd name="connsiteX3" fmla="*/ 0 w 1601151"/>
                <a:gd name="connsiteY3" fmla="*/ 135441 h 465996"/>
                <a:gd name="connsiteX4" fmla="*/ 736879 w 1601151"/>
                <a:gd name="connsiteY4" fmla="*/ 135441 h 465996"/>
                <a:gd name="connsiteX5" fmla="*/ 736879 w 1601151"/>
                <a:gd name="connsiteY5" fmla="*/ 338582 h 465996"/>
                <a:gd name="connsiteX6" fmla="*/ 511484 w 1601151"/>
                <a:gd name="connsiteY6" fmla="*/ 338582 h 465996"/>
                <a:gd name="connsiteX7" fmla="*/ 511484 w 1601151"/>
                <a:gd name="connsiteY7" fmla="*/ 465997 h 465996"/>
                <a:gd name="connsiteX8" fmla="*/ 1089669 w 1601151"/>
                <a:gd name="connsiteY8" fmla="*/ 465997 h 465996"/>
                <a:gd name="connsiteX9" fmla="*/ 1089669 w 1601151"/>
                <a:gd name="connsiteY9" fmla="*/ 338582 h 465996"/>
                <a:gd name="connsiteX10" fmla="*/ 864294 w 1601151"/>
                <a:gd name="connsiteY10" fmla="*/ 338582 h 465996"/>
                <a:gd name="connsiteX11" fmla="*/ 864294 w 1601151"/>
                <a:gd name="connsiteY11" fmla="*/ 135441 h 465996"/>
                <a:gd name="connsiteX12" fmla="*/ 1601152 w 1601151"/>
                <a:gd name="connsiteY12" fmla="*/ 135441 h 46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1151" h="465996">
                  <a:moveTo>
                    <a:pt x="1601152" y="135441"/>
                  </a:moveTo>
                  <a:lnTo>
                    <a:pt x="1601152" y="0"/>
                  </a:lnTo>
                  <a:lnTo>
                    <a:pt x="0" y="0"/>
                  </a:lnTo>
                  <a:lnTo>
                    <a:pt x="0" y="135441"/>
                  </a:lnTo>
                  <a:lnTo>
                    <a:pt x="736879" y="135441"/>
                  </a:lnTo>
                  <a:lnTo>
                    <a:pt x="736879" y="338582"/>
                  </a:lnTo>
                  <a:lnTo>
                    <a:pt x="511484" y="338582"/>
                  </a:lnTo>
                  <a:lnTo>
                    <a:pt x="511484" y="465997"/>
                  </a:lnTo>
                  <a:lnTo>
                    <a:pt x="1089669" y="465997"/>
                  </a:lnTo>
                  <a:lnTo>
                    <a:pt x="1089669" y="338582"/>
                  </a:lnTo>
                  <a:lnTo>
                    <a:pt x="864294" y="338582"/>
                  </a:lnTo>
                  <a:lnTo>
                    <a:pt x="864294" y="135441"/>
                  </a:lnTo>
                  <a:lnTo>
                    <a:pt x="1601152" y="135441"/>
                  </a:lnTo>
                  <a:close/>
                </a:path>
              </a:pathLst>
            </a:custGeom>
            <a:solidFill>
              <a:srgbClr val="0029ED"/>
            </a:solidFill>
            <a:ln w="21233" cap="flat">
              <a:noFill/>
              <a:prstDash val="solid"/>
              <a:miter/>
            </a:ln>
          </p:spPr>
          <p:txBody>
            <a:bodyPr rtlCol="0" anchor="ctr"/>
            <a:lstStyle/>
            <a:p>
              <a:endParaRPr lang="sv-SE"/>
            </a:p>
          </p:txBody>
        </p:sp>
        <p:sp>
          <p:nvSpPr>
            <p:cNvPr id="19" name="Freeform: Shape 18">
              <a:extLst>
                <a:ext uri="{FF2B5EF4-FFF2-40B4-BE49-F238E27FC236}">
                  <a16:creationId xmlns:a16="http://schemas.microsoft.com/office/drawing/2014/main" id="{FB212AC2-DD50-7A1D-2AC7-07CBDE65F8F3}"/>
                </a:ext>
              </a:extLst>
            </p:cNvPr>
            <p:cNvSpPr/>
            <p:nvPr/>
          </p:nvSpPr>
          <p:spPr>
            <a:xfrm>
              <a:off x="1998931" y="3935506"/>
              <a:ext cx="317015" cy="153959"/>
            </a:xfrm>
            <a:custGeom>
              <a:avLst/>
              <a:gdLst>
                <a:gd name="connsiteX0" fmla="*/ 394199 w 420382"/>
                <a:gd name="connsiteY0" fmla="*/ 204160 h 204160"/>
                <a:gd name="connsiteX1" fmla="*/ 420382 w 420382"/>
                <a:gd name="connsiteY1" fmla="*/ 0 h 204160"/>
                <a:gd name="connsiteX2" fmla="*/ 91866 w 420382"/>
                <a:gd name="connsiteY2" fmla="*/ 0 h 204160"/>
                <a:gd name="connsiteX3" fmla="*/ 0 w 420382"/>
                <a:gd name="connsiteY3" fmla="*/ 204160 h 204160"/>
                <a:gd name="connsiteX4" fmla="*/ 394199 w 420382"/>
                <a:gd name="connsiteY4" fmla="*/ 204160 h 204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82" h="204160">
                  <a:moveTo>
                    <a:pt x="394199" y="204160"/>
                  </a:moveTo>
                  <a:lnTo>
                    <a:pt x="420382" y="0"/>
                  </a:lnTo>
                  <a:lnTo>
                    <a:pt x="91866" y="0"/>
                  </a:lnTo>
                  <a:lnTo>
                    <a:pt x="0" y="204160"/>
                  </a:lnTo>
                  <a:lnTo>
                    <a:pt x="394199" y="204160"/>
                  </a:lnTo>
                  <a:close/>
                </a:path>
              </a:pathLst>
            </a:custGeom>
            <a:solidFill>
              <a:srgbClr val="0029ED"/>
            </a:solidFill>
            <a:ln w="21233" cap="flat">
              <a:noFill/>
              <a:prstDash val="solid"/>
              <a:miter/>
            </a:ln>
          </p:spPr>
          <p:txBody>
            <a:bodyPr rtlCol="0" anchor="ctr"/>
            <a:lstStyle/>
            <a:p>
              <a:endParaRPr lang="sv-SE"/>
            </a:p>
          </p:txBody>
        </p:sp>
        <p:sp>
          <p:nvSpPr>
            <p:cNvPr id="21" name="Freeform: Shape 20">
              <a:extLst>
                <a:ext uri="{FF2B5EF4-FFF2-40B4-BE49-F238E27FC236}">
                  <a16:creationId xmlns:a16="http://schemas.microsoft.com/office/drawing/2014/main" id="{8AF7DDBA-B990-C8B9-80FC-C1F362C16CF6}"/>
                </a:ext>
              </a:extLst>
            </p:cNvPr>
            <p:cNvSpPr/>
            <p:nvPr/>
          </p:nvSpPr>
          <p:spPr>
            <a:xfrm>
              <a:off x="2330678" y="4153521"/>
              <a:ext cx="333990" cy="170725"/>
            </a:xfrm>
            <a:custGeom>
              <a:avLst/>
              <a:gdLst>
                <a:gd name="connsiteX0" fmla="*/ 442892 w 442892"/>
                <a:gd name="connsiteY0" fmla="*/ 226394 h 226393"/>
                <a:gd name="connsiteX1" fmla="*/ 413884 w 442892"/>
                <a:gd name="connsiteY1" fmla="*/ 0 h 226393"/>
                <a:gd name="connsiteX2" fmla="*/ 29029 w 442892"/>
                <a:gd name="connsiteY2" fmla="*/ 0 h 226393"/>
                <a:gd name="connsiteX3" fmla="*/ 0 w 442892"/>
                <a:gd name="connsiteY3" fmla="*/ 226394 h 226393"/>
                <a:gd name="connsiteX4" fmla="*/ 442892 w 442892"/>
                <a:gd name="connsiteY4" fmla="*/ 226394 h 226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892" h="226393">
                  <a:moveTo>
                    <a:pt x="442892" y="226394"/>
                  </a:moveTo>
                  <a:lnTo>
                    <a:pt x="413884" y="0"/>
                  </a:lnTo>
                  <a:lnTo>
                    <a:pt x="29029" y="0"/>
                  </a:lnTo>
                  <a:lnTo>
                    <a:pt x="0" y="226394"/>
                  </a:lnTo>
                  <a:lnTo>
                    <a:pt x="442892" y="226394"/>
                  </a:lnTo>
                  <a:close/>
                </a:path>
              </a:pathLst>
            </a:custGeom>
            <a:solidFill>
              <a:srgbClr val="0029ED"/>
            </a:solidFill>
            <a:ln w="21233" cap="flat">
              <a:noFill/>
              <a:prstDash val="solid"/>
              <a:miter/>
            </a:ln>
          </p:spPr>
          <p:txBody>
            <a:bodyPr rtlCol="0" anchor="ctr"/>
            <a:lstStyle/>
            <a:p>
              <a:endParaRPr lang="sv-SE"/>
            </a:p>
          </p:txBody>
        </p:sp>
        <p:sp>
          <p:nvSpPr>
            <p:cNvPr id="23" name="Freeform: Shape 22">
              <a:extLst>
                <a:ext uri="{FF2B5EF4-FFF2-40B4-BE49-F238E27FC236}">
                  <a16:creationId xmlns:a16="http://schemas.microsoft.com/office/drawing/2014/main" id="{DB5885E6-4AB4-E0DC-2D82-7029EDBC9C8C}"/>
                </a:ext>
              </a:extLst>
            </p:cNvPr>
            <p:cNvSpPr/>
            <p:nvPr/>
          </p:nvSpPr>
          <p:spPr>
            <a:xfrm>
              <a:off x="1893941" y="4153521"/>
              <a:ext cx="394043" cy="170725"/>
            </a:xfrm>
            <a:custGeom>
              <a:avLst/>
              <a:gdLst>
                <a:gd name="connsiteX0" fmla="*/ 493518 w 522526"/>
                <a:gd name="connsiteY0" fmla="*/ 226394 h 226393"/>
                <a:gd name="connsiteX1" fmla="*/ 522526 w 522526"/>
                <a:gd name="connsiteY1" fmla="*/ 0 h 226393"/>
                <a:gd name="connsiteX2" fmla="*/ 100997 w 522526"/>
                <a:gd name="connsiteY2" fmla="*/ 0 h 226393"/>
                <a:gd name="connsiteX3" fmla="*/ 0 w 522526"/>
                <a:gd name="connsiteY3" fmla="*/ 224377 h 226393"/>
                <a:gd name="connsiteX4" fmla="*/ 0 w 522526"/>
                <a:gd name="connsiteY4" fmla="*/ 226394 h 226393"/>
                <a:gd name="connsiteX5" fmla="*/ 493518 w 522526"/>
                <a:gd name="connsiteY5" fmla="*/ 226394 h 22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526" h="226393">
                  <a:moveTo>
                    <a:pt x="493518" y="226394"/>
                  </a:moveTo>
                  <a:lnTo>
                    <a:pt x="522526" y="0"/>
                  </a:lnTo>
                  <a:lnTo>
                    <a:pt x="100997" y="0"/>
                  </a:lnTo>
                  <a:lnTo>
                    <a:pt x="0" y="224377"/>
                  </a:lnTo>
                  <a:lnTo>
                    <a:pt x="0" y="226394"/>
                  </a:lnTo>
                  <a:lnTo>
                    <a:pt x="493518" y="226394"/>
                  </a:lnTo>
                  <a:close/>
                </a:path>
              </a:pathLst>
            </a:custGeom>
            <a:solidFill>
              <a:srgbClr val="0029ED"/>
            </a:solidFill>
            <a:ln w="21233" cap="flat">
              <a:noFill/>
              <a:prstDash val="solid"/>
              <a:miter/>
            </a:ln>
          </p:spPr>
          <p:txBody>
            <a:bodyPr rtlCol="0" anchor="ctr"/>
            <a:lstStyle/>
            <a:p>
              <a:endParaRPr lang="sv-SE"/>
            </a:p>
          </p:txBody>
        </p:sp>
        <p:sp>
          <p:nvSpPr>
            <p:cNvPr id="24" name="Freeform: Shape 23">
              <a:extLst>
                <a:ext uri="{FF2B5EF4-FFF2-40B4-BE49-F238E27FC236}">
                  <a16:creationId xmlns:a16="http://schemas.microsoft.com/office/drawing/2014/main" id="{78B6F884-B715-6B14-8DA1-C9F0E675AE50}"/>
                </a:ext>
              </a:extLst>
            </p:cNvPr>
            <p:cNvSpPr/>
            <p:nvPr/>
          </p:nvSpPr>
          <p:spPr>
            <a:xfrm>
              <a:off x="2097033" y="3735778"/>
              <a:ext cx="244502" cy="135671"/>
            </a:xfrm>
            <a:custGeom>
              <a:avLst/>
              <a:gdLst>
                <a:gd name="connsiteX0" fmla="*/ 301165 w 324226"/>
                <a:gd name="connsiteY0" fmla="*/ 179909 h 179908"/>
                <a:gd name="connsiteX1" fmla="*/ 324227 w 324226"/>
                <a:gd name="connsiteY1" fmla="*/ 0 h 179908"/>
                <a:gd name="connsiteX2" fmla="*/ 80972 w 324226"/>
                <a:gd name="connsiteY2" fmla="*/ 0 h 179908"/>
                <a:gd name="connsiteX3" fmla="*/ 0 w 324226"/>
                <a:gd name="connsiteY3" fmla="*/ 179909 h 179908"/>
                <a:gd name="connsiteX4" fmla="*/ 301165 w 324226"/>
                <a:gd name="connsiteY4" fmla="*/ 179909 h 179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26" h="179908">
                  <a:moveTo>
                    <a:pt x="301165" y="179909"/>
                  </a:moveTo>
                  <a:lnTo>
                    <a:pt x="324227" y="0"/>
                  </a:lnTo>
                  <a:lnTo>
                    <a:pt x="80972" y="0"/>
                  </a:lnTo>
                  <a:lnTo>
                    <a:pt x="0" y="179909"/>
                  </a:lnTo>
                  <a:lnTo>
                    <a:pt x="301165" y="179909"/>
                  </a:lnTo>
                  <a:close/>
                </a:path>
              </a:pathLst>
            </a:custGeom>
            <a:solidFill>
              <a:srgbClr val="0029ED"/>
            </a:solidFill>
            <a:ln w="21233" cap="flat">
              <a:noFill/>
              <a:prstDash val="solid"/>
              <a:miter/>
            </a:ln>
          </p:spPr>
          <p:txBody>
            <a:bodyPr rtlCol="0" anchor="ctr"/>
            <a:lstStyle/>
            <a:p>
              <a:endParaRPr lang="sv-SE"/>
            </a:p>
          </p:txBody>
        </p:sp>
      </p:grpSp>
      <p:grpSp>
        <p:nvGrpSpPr>
          <p:cNvPr id="25" name="Group 24">
            <a:extLst>
              <a:ext uri="{FF2B5EF4-FFF2-40B4-BE49-F238E27FC236}">
                <a16:creationId xmlns:a16="http://schemas.microsoft.com/office/drawing/2014/main" id="{5A2358FD-804E-55FC-166B-0749A025AD02}"/>
              </a:ext>
            </a:extLst>
          </p:cNvPr>
          <p:cNvGrpSpPr/>
          <p:nvPr/>
        </p:nvGrpSpPr>
        <p:grpSpPr>
          <a:xfrm>
            <a:off x="8690370" y="333516"/>
            <a:ext cx="1495569" cy="1488790"/>
            <a:chOff x="8400879" y="601519"/>
            <a:chExt cx="538907" cy="536465"/>
          </a:xfrm>
        </p:grpSpPr>
        <p:sp>
          <p:nvSpPr>
            <p:cNvPr id="26" name="Freeform: Shape 25">
              <a:extLst>
                <a:ext uri="{FF2B5EF4-FFF2-40B4-BE49-F238E27FC236}">
                  <a16:creationId xmlns:a16="http://schemas.microsoft.com/office/drawing/2014/main" id="{1F000B72-6CC9-0CA0-79A9-764DC7756C9B}"/>
                </a:ext>
              </a:extLst>
            </p:cNvPr>
            <p:cNvSpPr/>
            <p:nvPr/>
          </p:nvSpPr>
          <p:spPr>
            <a:xfrm rot="2700000">
              <a:off x="8460439" y="689985"/>
              <a:ext cx="106178" cy="42471"/>
            </a:xfrm>
            <a:custGeom>
              <a:avLst/>
              <a:gdLst>
                <a:gd name="connsiteX0" fmla="*/ 0 w 106178"/>
                <a:gd name="connsiteY0" fmla="*/ 0 h 42471"/>
                <a:gd name="connsiteX1" fmla="*/ 106179 w 106178"/>
                <a:gd name="connsiteY1" fmla="*/ 0 h 42471"/>
                <a:gd name="connsiteX2" fmla="*/ 106179 w 106178"/>
                <a:gd name="connsiteY2" fmla="*/ 42471 h 42471"/>
                <a:gd name="connsiteX3" fmla="*/ 0 w 106178"/>
                <a:gd name="connsiteY3" fmla="*/ 42471 h 42471"/>
              </a:gdLst>
              <a:ahLst/>
              <a:cxnLst>
                <a:cxn ang="0">
                  <a:pos x="connsiteX0" y="connsiteY0"/>
                </a:cxn>
                <a:cxn ang="0">
                  <a:pos x="connsiteX1" y="connsiteY1"/>
                </a:cxn>
                <a:cxn ang="0">
                  <a:pos x="connsiteX2" y="connsiteY2"/>
                </a:cxn>
                <a:cxn ang="0">
                  <a:pos x="connsiteX3" y="connsiteY3"/>
                </a:cxn>
              </a:cxnLst>
              <a:rect l="l" t="t" r="r" b="b"/>
              <a:pathLst>
                <a:path w="106178" h="42471">
                  <a:moveTo>
                    <a:pt x="0" y="0"/>
                  </a:moveTo>
                  <a:lnTo>
                    <a:pt x="106179" y="0"/>
                  </a:lnTo>
                  <a:lnTo>
                    <a:pt x="106179" y="42471"/>
                  </a:lnTo>
                  <a:lnTo>
                    <a:pt x="0" y="42471"/>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28" name="Freeform: Shape 27">
              <a:extLst>
                <a:ext uri="{FF2B5EF4-FFF2-40B4-BE49-F238E27FC236}">
                  <a16:creationId xmlns:a16="http://schemas.microsoft.com/office/drawing/2014/main" id="{D6D4B1D1-77A9-6ECB-ACE2-54EC092637DA}"/>
                </a:ext>
              </a:extLst>
            </p:cNvPr>
            <p:cNvSpPr/>
            <p:nvPr/>
          </p:nvSpPr>
          <p:spPr>
            <a:xfrm rot="2700000">
              <a:off x="8618795" y="600298"/>
              <a:ext cx="103736" cy="106178"/>
            </a:xfrm>
            <a:custGeom>
              <a:avLst/>
              <a:gdLst>
                <a:gd name="connsiteX0" fmla="*/ 73709 w 103736"/>
                <a:gd name="connsiteY0" fmla="*/ 106179 h 106178"/>
                <a:gd name="connsiteX1" fmla="*/ 0 w 103736"/>
                <a:gd name="connsiteY1" fmla="*/ 30728 h 106178"/>
                <a:gd name="connsiteX2" fmla="*/ 30027 w 103736"/>
                <a:gd name="connsiteY2" fmla="*/ 0 h 106178"/>
                <a:gd name="connsiteX3" fmla="*/ 103736 w 103736"/>
                <a:gd name="connsiteY3" fmla="*/ 75429 h 106178"/>
                <a:gd name="connsiteX4" fmla="*/ 73709 w 103736"/>
                <a:gd name="connsiteY4" fmla="*/ 106179 h 106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36" h="106178">
                  <a:moveTo>
                    <a:pt x="73709" y="106179"/>
                  </a:moveTo>
                  <a:lnTo>
                    <a:pt x="0" y="30728"/>
                  </a:lnTo>
                  <a:lnTo>
                    <a:pt x="30027" y="0"/>
                  </a:lnTo>
                  <a:lnTo>
                    <a:pt x="103736" y="75429"/>
                  </a:lnTo>
                  <a:lnTo>
                    <a:pt x="73709" y="106179"/>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30" name="Freeform: Shape 29">
              <a:extLst>
                <a:ext uri="{FF2B5EF4-FFF2-40B4-BE49-F238E27FC236}">
                  <a16:creationId xmlns:a16="http://schemas.microsoft.com/office/drawing/2014/main" id="{C09A13F0-8EC2-3741-5BE3-3448FB25C29E}"/>
                </a:ext>
              </a:extLst>
            </p:cNvPr>
            <p:cNvSpPr/>
            <p:nvPr/>
          </p:nvSpPr>
          <p:spPr>
            <a:xfrm rot="2700000">
              <a:off x="8542054" y="743201"/>
              <a:ext cx="254828" cy="254828"/>
            </a:xfrm>
            <a:custGeom>
              <a:avLst/>
              <a:gdLst>
                <a:gd name="connsiteX0" fmla="*/ 254829 w 254828"/>
                <a:gd name="connsiteY0" fmla="*/ 127414 h 254828"/>
                <a:gd name="connsiteX1" fmla="*/ 127414 w 254828"/>
                <a:gd name="connsiteY1" fmla="*/ 254829 h 254828"/>
                <a:gd name="connsiteX2" fmla="*/ 0 w 254828"/>
                <a:gd name="connsiteY2" fmla="*/ 127414 h 254828"/>
                <a:gd name="connsiteX3" fmla="*/ 127414 w 254828"/>
                <a:gd name="connsiteY3" fmla="*/ 0 h 254828"/>
                <a:gd name="connsiteX4" fmla="*/ 254829 w 254828"/>
                <a:gd name="connsiteY4" fmla="*/ 127414 h 25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828" h="254828">
                  <a:moveTo>
                    <a:pt x="254829" y="127414"/>
                  </a:moveTo>
                  <a:cubicBezTo>
                    <a:pt x="254829" y="197783"/>
                    <a:pt x="197783" y="254829"/>
                    <a:pt x="127414" y="254829"/>
                  </a:cubicBezTo>
                  <a:cubicBezTo>
                    <a:pt x="57045" y="254829"/>
                    <a:pt x="0" y="197783"/>
                    <a:pt x="0" y="127414"/>
                  </a:cubicBezTo>
                  <a:cubicBezTo>
                    <a:pt x="0" y="57045"/>
                    <a:pt x="57045" y="0"/>
                    <a:pt x="127414" y="0"/>
                  </a:cubicBezTo>
                  <a:cubicBezTo>
                    <a:pt x="197783" y="0"/>
                    <a:pt x="254829" y="57045"/>
                    <a:pt x="254829" y="127414"/>
                  </a:cubicBez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40" name="Freeform: Shape 39">
              <a:extLst>
                <a:ext uri="{FF2B5EF4-FFF2-40B4-BE49-F238E27FC236}">
                  <a16:creationId xmlns:a16="http://schemas.microsoft.com/office/drawing/2014/main" id="{24F63D57-1FAA-1604-2308-DE7F473E63B5}"/>
                </a:ext>
              </a:extLst>
            </p:cNvPr>
            <p:cNvSpPr/>
            <p:nvPr/>
          </p:nvSpPr>
          <p:spPr>
            <a:xfrm rot="2700000">
              <a:off x="8807627" y="658132"/>
              <a:ext cx="42471" cy="106178"/>
            </a:xfrm>
            <a:custGeom>
              <a:avLst/>
              <a:gdLst>
                <a:gd name="connsiteX0" fmla="*/ 0 w 42471"/>
                <a:gd name="connsiteY0" fmla="*/ 0 h 106178"/>
                <a:gd name="connsiteX1" fmla="*/ 42471 w 42471"/>
                <a:gd name="connsiteY1" fmla="*/ 0 h 106178"/>
                <a:gd name="connsiteX2" fmla="*/ 42471 w 42471"/>
                <a:gd name="connsiteY2" fmla="*/ 106179 h 106178"/>
                <a:gd name="connsiteX3" fmla="*/ 0 w 42471"/>
                <a:gd name="connsiteY3" fmla="*/ 106179 h 106178"/>
              </a:gdLst>
              <a:ahLst/>
              <a:cxnLst>
                <a:cxn ang="0">
                  <a:pos x="connsiteX0" y="connsiteY0"/>
                </a:cxn>
                <a:cxn ang="0">
                  <a:pos x="connsiteX1" y="connsiteY1"/>
                </a:cxn>
                <a:cxn ang="0">
                  <a:pos x="connsiteX2" y="connsiteY2"/>
                </a:cxn>
                <a:cxn ang="0">
                  <a:pos x="connsiteX3" y="connsiteY3"/>
                </a:cxn>
              </a:cxnLst>
              <a:rect l="l" t="t" r="r" b="b"/>
              <a:pathLst>
                <a:path w="42471" h="106178">
                  <a:moveTo>
                    <a:pt x="0" y="0"/>
                  </a:moveTo>
                  <a:lnTo>
                    <a:pt x="42471" y="0"/>
                  </a:lnTo>
                  <a:lnTo>
                    <a:pt x="42471" y="106179"/>
                  </a:lnTo>
                  <a:lnTo>
                    <a:pt x="0" y="106179"/>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42" name="Freeform: Shape 41">
              <a:extLst>
                <a:ext uri="{FF2B5EF4-FFF2-40B4-BE49-F238E27FC236}">
                  <a16:creationId xmlns:a16="http://schemas.microsoft.com/office/drawing/2014/main" id="{A2D2C282-4F27-C956-D2A7-6502E793D493}"/>
                </a:ext>
              </a:extLst>
            </p:cNvPr>
            <p:cNvSpPr/>
            <p:nvPr/>
          </p:nvSpPr>
          <p:spPr>
            <a:xfrm rot="2700000">
              <a:off x="8775774" y="1005319"/>
              <a:ext cx="106178" cy="42471"/>
            </a:xfrm>
            <a:custGeom>
              <a:avLst/>
              <a:gdLst>
                <a:gd name="connsiteX0" fmla="*/ 0 w 106178"/>
                <a:gd name="connsiteY0" fmla="*/ 0 h 42471"/>
                <a:gd name="connsiteX1" fmla="*/ 106179 w 106178"/>
                <a:gd name="connsiteY1" fmla="*/ 0 h 42471"/>
                <a:gd name="connsiteX2" fmla="*/ 106179 w 106178"/>
                <a:gd name="connsiteY2" fmla="*/ 42471 h 42471"/>
                <a:gd name="connsiteX3" fmla="*/ 0 w 106178"/>
                <a:gd name="connsiteY3" fmla="*/ 42471 h 42471"/>
              </a:gdLst>
              <a:ahLst/>
              <a:cxnLst>
                <a:cxn ang="0">
                  <a:pos x="connsiteX0" y="connsiteY0"/>
                </a:cxn>
                <a:cxn ang="0">
                  <a:pos x="connsiteX1" y="connsiteY1"/>
                </a:cxn>
                <a:cxn ang="0">
                  <a:pos x="connsiteX2" y="connsiteY2"/>
                </a:cxn>
                <a:cxn ang="0">
                  <a:pos x="connsiteX3" y="connsiteY3"/>
                </a:cxn>
              </a:cxnLst>
              <a:rect l="l" t="t" r="r" b="b"/>
              <a:pathLst>
                <a:path w="106178" h="42471">
                  <a:moveTo>
                    <a:pt x="0" y="0"/>
                  </a:moveTo>
                  <a:lnTo>
                    <a:pt x="106179" y="0"/>
                  </a:lnTo>
                  <a:lnTo>
                    <a:pt x="106179" y="42471"/>
                  </a:lnTo>
                  <a:lnTo>
                    <a:pt x="0" y="42471"/>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46" name="Freeform: Shape 45">
              <a:extLst>
                <a:ext uri="{FF2B5EF4-FFF2-40B4-BE49-F238E27FC236}">
                  <a16:creationId xmlns:a16="http://schemas.microsoft.com/office/drawing/2014/main" id="{D003A4C1-9D9A-E10F-2398-CACABEE4D0FF}"/>
                </a:ext>
              </a:extLst>
            </p:cNvPr>
            <p:cNvSpPr/>
            <p:nvPr/>
          </p:nvSpPr>
          <p:spPr>
            <a:xfrm rot="2700000">
              <a:off x="8834829" y="816332"/>
              <a:ext cx="103736" cy="106178"/>
            </a:xfrm>
            <a:custGeom>
              <a:avLst/>
              <a:gdLst>
                <a:gd name="connsiteX0" fmla="*/ 30027 w 103736"/>
                <a:gd name="connsiteY0" fmla="*/ 106179 h 106178"/>
                <a:gd name="connsiteX1" fmla="*/ 103736 w 103736"/>
                <a:gd name="connsiteY1" fmla="*/ 30728 h 106178"/>
                <a:gd name="connsiteX2" fmla="*/ 73709 w 103736"/>
                <a:gd name="connsiteY2" fmla="*/ 0 h 106178"/>
                <a:gd name="connsiteX3" fmla="*/ 0 w 103736"/>
                <a:gd name="connsiteY3" fmla="*/ 75429 h 106178"/>
                <a:gd name="connsiteX4" fmla="*/ 30027 w 103736"/>
                <a:gd name="connsiteY4" fmla="*/ 106179 h 106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36" h="106178">
                  <a:moveTo>
                    <a:pt x="30027" y="106179"/>
                  </a:moveTo>
                  <a:lnTo>
                    <a:pt x="103736" y="30728"/>
                  </a:lnTo>
                  <a:lnTo>
                    <a:pt x="73709" y="0"/>
                  </a:lnTo>
                  <a:lnTo>
                    <a:pt x="0" y="75429"/>
                  </a:lnTo>
                  <a:lnTo>
                    <a:pt x="30027" y="106179"/>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48" name="Freeform: Shape 47">
              <a:extLst>
                <a:ext uri="{FF2B5EF4-FFF2-40B4-BE49-F238E27FC236}">
                  <a16:creationId xmlns:a16="http://schemas.microsoft.com/office/drawing/2014/main" id="{E910C717-93FB-B16E-8B9E-69F69ED78BB3}"/>
                </a:ext>
              </a:extLst>
            </p:cNvPr>
            <p:cNvSpPr/>
            <p:nvPr/>
          </p:nvSpPr>
          <p:spPr>
            <a:xfrm rot="2700000">
              <a:off x="8402100" y="816993"/>
              <a:ext cx="103736" cy="106178"/>
            </a:xfrm>
            <a:custGeom>
              <a:avLst/>
              <a:gdLst>
                <a:gd name="connsiteX0" fmla="*/ 73709 w 103736"/>
                <a:gd name="connsiteY0" fmla="*/ 0 h 106178"/>
                <a:gd name="connsiteX1" fmla="*/ 0 w 103736"/>
                <a:gd name="connsiteY1" fmla="*/ 75451 h 106178"/>
                <a:gd name="connsiteX2" fmla="*/ 30027 w 103736"/>
                <a:gd name="connsiteY2" fmla="*/ 106179 h 106178"/>
                <a:gd name="connsiteX3" fmla="*/ 103736 w 103736"/>
                <a:gd name="connsiteY3" fmla="*/ 30749 h 106178"/>
                <a:gd name="connsiteX4" fmla="*/ 73709 w 103736"/>
                <a:gd name="connsiteY4" fmla="*/ 0 h 106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36" h="106178">
                  <a:moveTo>
                    <a:pt x="73709" y="0"/>
                  </a:moveTo>
                  <a:lnTo>
                    <a:pt x="0" y="75451"/>
                  </a:lnTo>
                  <a:lnTo>
                    <a:pt x="30027" y="106179"/>
                  </a:lnTo>
                  <a:lnTo>
                    <a:pt x="103736" y="30749"/>
                  </a:lnTo>
                  <a:lnTo>
                    <a:pt x="73709" y="0"/>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53" name="Freeform: Shape 52">
              <a:extLst>
                <a:ext uri="{FF2B5EF4-FFF2-40B4-BE49-F238E27FC236}">
                  <a16:creationId xmlns:a16="http://schemas.microsoft.com/office/drawing/2014/main" id="{48BE1C84-6D06-E7D7-0CBD-BA679D7CFABB}"/>
                </a:ext>
              </a:extLst>
            </p:cNvPr>
            <p:cNvSpPr/>
            <p:nvPr/>
          </p:nvSpPr>
          <p:spPr>
            <a:xfrm rot="2700000">
              <a:off x="8490566" y="975193"/>
              <a:ext cx="42471" cy="106178"/>
            </a:xfrm>
            <a:custGeom>
              <a:avLst/>
              <a:gdLst>
                <a:gd name="connsiteX0" fmla="*/ 0 w 42471"/>
                <a:gd name="connsiteY0" fmla="*/ 0 h 106178"/>
                <a:gd name="connsiteX1" fmla="*/ 42471 w 42471"/>
                <a:gd name="connsiteY1" fmla="*/ 0 h 106178"/>
                <a:gd name="connsiteX2" fmla="*/ 42471 w 42471"/>
                <a:gd name="connsiteY2" fmla="*/ 106179 h 106178"/>
                <a:gd name="connsiteX3" fmla="*/ 0 w 42471"/>
                <a:gd name="connsiteY3" fmla="*/ 106179 h 106178"/>
              </a:gdLst>
              <a:ahLst/>
              <a:cxnLst>
                <a:cxn ang="0">
                  <a:pos x="connsiteX0" y="connsiteY0"/>
                </a:cxn>
                <a:cxn ang="0">
                  <a:pos x="connsiteX1" y="connsiteY1"/>
                </a:cxn>
                <a:cxn ang="0">
                  <a:pos x="connsiteX2" y="connsiteY2"/>
                </a:cxn>
                <a:cxn ang="0">
                  <a:pos x="connsiteX3" y="connsiteY3"/>
                </a:cxn>
              </a:cxnLst>
              <a:rect l="l" t="t" r="r" b="b"/>
              <a:pathLst>
                <a:path w="42471" h="106178">
                  <a:moveTo>
                    <a:pt x="0" y="0"/>
                  </a:moveTo>
                  <a:lnTo>
                    <a:pt x="42471" y="0"/>
                  </a:lnTo>
                  <a:lnTo>
                    <a:pt x="42471" y="106179"/>
                  </a:lnTo>
                  <a:lnTo>
                    <a:pt x="0" y="106179"/>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54" name="Freeform: Shape 53">
              <a:extLst>
                <a:ext uri="{FF2B5EF4-FFF2-40B4-BE49-F238E27FC236}">
                  <a16:creationId xmlns:a16="http://schemas.microsoft.com/office/drawing/2014/main" id="{6FD9E0EE-7527-0971-832D-9CA7ACF89FAD}"/>
                </a:ext>
              </a:extLst>
            </p:cNvPr>
            <p:cNvSpPr/>
            <p:nvPr/>
          </p:nvSpPr>
          <p:spPr>
            <a:xfrm rot="2700000">
              <a:off x="8618134" y="1033027"/>
              <a:ext cx="103736" cy="106178"/>
            </a:xfrm>
            <a:custGeom>
              <a:avLst/>
              <a:gdLst>
                <a:gd name="connsiteX0" fmla="*/ 30027 w 103736"/>
                <a:gd name="connsiteY0" fmla="*/ 0 h 106178"/>
                <a:gd name="connsiteX1" fmla="*/ 103736 w 103736"/>
                <a:gd name="connsiteY1" fmla="*/ 75451 h 106178"/>
                <a:gd name="connsiteX2" fmla="*/ 73709 w 103736"/>
                <a:gd name="connsiteY2" fmla="*/ 106179 h 106178"/>
                <a:gd name="connsiteX3" fmla="*/ 0 w 103736"/>
                <a:gd name="connsiteY3" fmla="*/ 30749 h 106178"/>
                <a:gd name="connsiteX4" fmla="*/ 30027 w 103736"/>
                <a:gd name="connsiteY4" fmla="*/ 0 h 106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36" h="106178">
                  <a:moveTo>
                    <a:pt x="30027" y="0"/>
                  </a:moveTo>
                  <a:lnTo>
                    <a:pt x="103736" y="75451"/>
                  </a:lnTo>
                  <a:lnTo>
                    <a:pt x="73709" y="106179"/>
                  </a:lnTo>
                  <a:lnTo>
                    <a:pt x="0" y="30749"/>
                  </a:lnTo>
                  <a:lnTo>
                    <a:pt x="30027" y="0"/>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grpSp>
    </p:spTree>
    <p:extLst>
      <p:ext uri="{BB962C8B-B14F-4D97-AF65-F5344CB8AC3E}">
        <p14:creationId xmlns:p14="http://schemas.microsoft.com/office/powerpoint/2010/main" val="466171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BFB9C-5F59-C95E-F2DC-C81A8401FC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2CD3F0-A90A-A801-49F2-30EF905ABA86}"/>
              </a:ext>
            </a:extLst>
          </p:cNvPr>
          <p:cNvSpPr>
            <a:spLocks noGrp="1"/>
          </p:cNvSpPr>
          <p:nvPr>
            <p:ph type="title"/>
          </p:nvPr>
        </p:nvSpPr>
        <p:spPr>
          <a:xfrm>
            <a:off x="1038867" y="309334"/>
            <a:ext cx="10990263" cy="568412"/>
          </a:xfrm>
        </p:spPr>
        <p:txBody>
          <a:bodyPr/>
          <a:lstStyle/>
          <a:p>
            <a:r>
              <a:rPr lang="de-DE"/>
              <a:t>Smart Buildings and Communities</a:t>
            </a:r>
          </a:p>
        </p:txBody>
      </p:sp>
      <p:sp>
        <p:nvSpPr>
          <p:cNvPr id="5" name="Content Placeholder 2">
            <a:extLst>
              <a:ext uri="{FF2B5EF4-FFF2-40B4-BE49-F238E27FC236}">
                <a16:creationId xmlns:a16="http://schemas.microsoft.com/office/drawing/2014/main" id="{CA0ABBE1-FE77-FD84-52D1-55BF72FE2D0D}"/>
              </a:ext>
            </a:extLst>
          </p:cNvPr>
          <p:cNvSpPr txBox="1">
            <a:spLocks/>
          </p:cNvSpPr>
          <p:nvPr/>
        </p:nvSpPr>
        <p:spPr>
          <a:xfrm>
            <a:off x="4423566" y="4114614"/>
            <a:ext cx="3140944" cy="34396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de-DE" sz="2400" b="1"/>
              <a:t>Focus Stakeholders</a:t>
            </a:r>
            <a:endParaRPr lang="en-US" sz="2400" b="1"/>
          </a:p>
          <a:p>
            <a:pPr marL="457200" lvl="1" indent="0" algn="ctr">
              <a:buNone/>
            </a:pPr>
            <a:endParaRPr lang="de-DE" sz="2000"/>
          </a:p>
        </p:txBody>
      </p:sp>
      <p:sp>
        <p:nvSpPr>
          <p:cNvPr id="9" name="Rectangle: Rounded Corners 8">
            <a:extLst>
              <a:ext uri="{FF2B5EF4-FFF2-40B4-BE49-F238E27FC236}">
                <a16:creationId xmlns:a16="http://schemas.microsoft.com/office/drawing/2014/main" id="{2E2786DE-925E-F323-E9A3-F23BB42512D7}"/>
              </a:ext>
            </a:extLst>
          </p:cNvPr>
          <p:cNvSpPr/>
          <p:nvPr/>
        </p:nvSpPr>
        <p:spPr>
          <a:xfrm>
            <a:off x="140998" y="1492066"/>
            <a:ext cx="3807831" cy="2292556"/>
          </a:xfrm>
          <a:prstGeom prst="round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sz="2000" b="1"/>
              <a:t>Financial Impact</a:t>
            </a:r>
            <a:endParaRPr lang="en-US" sz="2000" b="1"/>
          </a:p>
          <a:p>
            <a:pPr algn="ctr"/>
            <a:endParaRPr lang="de-DE" sz="2000" b="1"/>
          </a:p>
          <a:p>
            <a:pPr marL="342900" indent="-342900" algn="ctr">
              <a:buFont typeface="Arial"/>
              <a:buChar char="•"/>
            </a:pPr>
            <a:r>
              <a:rPr lang="de-DE" sz="2000"/>
              <a:t>NPV </a:t>
            </a:r>
            <a:r>
              <a:rPr lang="de-DE" sz="2000" err="1"/>
              <a:t>Difference</a:t>
            </a:r>
            <a:r>
              <a:rPr lang="de-DE" sz="2000"/>
              <a:t> (20 </a:t>
            </a:r>
            <a:r>
              <a:rPr lang="de-DE" sz="2000" err="1"/>
              <a:t>y</a:t>
            </a:r>
            <a:r>
              <a:rPr lang="de-DE" sz="2000"/>
              <a:t>)</a:t>
            </a:r>
          </a:p>
          <a:p>
            <a:pPr marL="342900" indent="-342900" algn="ctr">
              <a:buFont typeface="Arial"/>
              <a:buChar char="•"/>
            </a:pPr>
            <a:r>
              <a:rPr lang="de-DE" sz="2000"/>
              <a:t>Energy Supply Costs per kWh</a:t>
            </a:r>
          </a:p>
        </p:txBody>
      </p:sp>
      <p:pic>
        <p:nvPicPr>
          <p:cNvPr id="4" name="Graphic 3" descr="Dollar with solid fill">
            <a:extLst>
              <a:ext uri="{FF2B5EF4-FFF2-40B4-BE49-F238E27FC236}">
                <a16:creationId xmlns:a16="http://schemas.microsoft.com/office/drawing/2014/main" id="{F360D74A-E4EA-9CB4-9763-9870B399FA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22058" y="958896"/>
            <a:ext cx="914400" cy="914400"/>
          </a:xfrm>
          <a:prstGeom prst="rect">
            <a:avLst/>
          </a:prstGeom>
        </p:spPr>
      </p:pic>
      <p:sp>
        <p:nvSpPr>
          <p:cNvPr id="16" name="Rectangle: Rounded Corners 15">
            <a:extLst>
              <a:ext uri="{FF2B5EF4-FFF2-40B4-BE49-F238E27FC236}">
                <a16:creationId xmlns:a16="http://schemas.microsoft.com/office/drawing/2014/main" id="{F8D6CE3C-76D5-F450-3F93-3C356A9D28C6}"/>
              </a:ext>
            </a:extLst>
          </p:cNvPr>
          <p:cNvSpPr/>
          <p:nvPr/>
        </p:nvSpPr>
        <p:spPr>
          <a:xfrm>
            <a:off x="8155541" y="1486245"/>
            <a:ext cx="3807831" cy="2292556"/>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sz="2000" b="1"/>
              <a:t>Environmental Impact</a:t>
            </a:r>
            <a:endParaRPr lang="en-US" sz="2000"/>
          </a:p>
          <a:p>
            <a:pPr algn="ctr"/>
            <a:endParaRPr lang="de-DE" sz="2000" b="1"/>
          </a:p>
          <a:p>
            <a:pPr marL="342900" indent="-342900" algn="ctr">
              <a:buFont typeface="Arial"/>
              <a:buChar char="•"/>
            </a:pPr>
            <a:r>
              <a:rPr lang="de-DE" sz="2000"/>
              <a:t>CO</a:t>
            </a:r>
            <a:r>
              <a:rPr lang="de-DE" sz="2000" baseline="-25000"/>
              <a:t>2</a:t>
            </a:r>
            <a:r>
              <a:rPr lang="de-DE" sz="2000"/>
              <a:t> </a:t>
            </a:r>
            <a:r>
              <a:rPr lang="de-DE" sz="2000" err="1"/>
              <a:t>Emissions</a:t>
            </a:r>
            <a:endParaRPr lang="de-DE" sz="2000" b="1"/>
          </a:p>
          <a:p>
            <a:pPr algn="ctr"/>
            <a:r>
              <a:rPr lang="de-DE" sz="2000" i="1" err="1"/>
              <a:t>Direct</a:t>
            </a:r>
            <a:r>
              <a:rPr lang="de-DE" sz="2000" i="1"/>
              <a:t> Embedded </a:t>
            </a:r>
            <a:r>
              <a:rPr lang="de-DE" sz="2000" i="1" err="1"/>
              <a:t>emissions</a:t>
            </a:r>
            <a:r>
              <a:rPr lang="de-DE" sz="2000" i="1"/>
              <a:t> </a:t>
            </a:r>
            <a:r>
              <a:rPr lang="de-DE" sz="2000" i="1" err="1"/>
              <a:t>Grid</a:t>
            </a:r>
            <a:r>
              <a:rPr lang="de-DE" sz="2000" i="1"/>
              <a:t> Vs PV (</a:t>
            </a:r>
            <a:r>
              <a:rPr lang="de-DE" sz="2000" i="1" err="1"/>
              <a:t>No</a:t>
            </a:r>
            <a:r>
              <a:rPr lang="de-DE" sz="2000" i="1"/>
              <a:t> </a:t>
            </a:r>
            <a:r>
              <a:rPr lang="de-DE" sz="2000" i="1" err="1"/>
              <a:t>credit</a:t>
            </a:r>
            <a:r>
              <a:rPr lang="de-DE" sz="2000" i="1"/>
              <a:t>)</a:t>
            </a:r>
          </a:p>
        </p:txBody>
      </p:sp>
      <p:pic>
        <p:nvPicPr>
          <p:cNvPr id="14" name="Graphic 13" descr="Open hand with plant with solid fill">
            <a:extLst>
              <a:ext uri="{FF2B5EF4-FFF2-40B4-BE49-F238E27FC236}">
                <a16:creationId xmlns:a16="http://schemas.microsoft.com/office/drawing/2014/main" id="{8B509EF0-25B6-A48D-A24B-DC7EEF85014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136601" y="958896"/>
            <a:ext cx="914400" cy="914400"/>
          </a:xfrm>
          <a:prstGeom prst="rect">
            <a:avLst/>
          </a:prstGeom>
        </p:spPr>
      </p:pic>
      <p:sp>
        <p:nvSpPr>
          <p:cNvPr id="20" name="Rectangle: Rounded Corners 19">
            <a:extLst>
              <a:ext uri="{FF2B5EF4-FFF2-40B4-BE49-F238E27FC236}">
                <a16:creationId xmlns:a16="http://schemas.microsoft.com/office/drawing/2014/main" id="{870C8DAD-AA66-7020-AAFD-AC336F1AB8DE}"/>
              </a:ext>
            </a:extLst>
          </p:cNvPr>
          <p:cNvSpPr/>
          <p:nvPr/>
        </p:nvSpPr>
        <p:spPr>
          <a:xfrm>
            <a:off x="4177456" y="1486440"/>
            <a:ext cx="3807830" cy="2293295"/>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sz="2000" b="1" err="1"/>
              <a:t>Occupant</a:t>
            </a:r>
            <a:r>
              <a:rPr lang="de-DE" sz="2000" b="1"/>
              <a:t> Comfort</a:t>
            </a:r>
          </a:p>
          <a:p>
            <a:pPr algn="ctr"/>
            <a:endParaRPr lang="de-DE" sz="2000" b="1"/>
          </a:p>
          <a:p>
            <a:pPr marL="342900" indent="-342900" algn="ctr">
              <a:buFont typeface="Arial"/>
              <a:buChar char="•"/>
            </a:pPr>
            <a:r>
              <a:rPr lang="de-DE" sz="2000"/>
              <a:t>Energy </a:t>
            </a:r>
            <a:r>
              <a:rPr lang="de-DE" sz="2000" err="1"/>
              <a:t>Deficit</a:t>
            </a:r>
            <a:endParaRPr lang="de-DE" sz="2000"/>
          </a:p>
          <a:p>
            <a:pPr marL="342900" indent="-342900" algn="ctr">
              <a:buFont typeface="Arial"/>
              <a:buChar char="•"/>
            </a:pPr>
            <a:r>
              <a:rPr lang="de-DE" sz="2000"/>
              <a:t>Building Min. </a:t>
            </a:r>
            <a:r>
              <a:rPr lang="de-DE" sz="2000">
                <a:solidFill>
                  <a:schemeClr val="bg1"/>
                </a:solidFill>
              </a:rPr>
              <a:t>Tº</a:t>
            </a:r>
          </a:p>
          <a:p>
            <a:pPr marL="342900" indent="-342900" algn="ctr">
              <a:buFont typeface="Arial"/>
              <a:buChar char="•"/>
            </a:pPr>
            <a:r>
              <a:rPr lang="de-DE" sz="2000"/>
              <a:t>DHW Top Layer Min</a:t>
            </a:r>
            <a:r>
              <a:rPr lang="de-DE" sz="2000">
                <a:solidFill>
                  <a:schemeClr val="bg1"/>
                </a:solidFill>
              </a:rPr>
              <a:t>. Tº</a:t>
            </a:r>
          </a:p>
        </p:txBody>
      </p:sp>
      <p:pic>
        <p:nvPicPr>
          <p:cNvPr id="17" name="Graphic 16" descr="Thermometer with solid fill">
            <a:extLst>
              <a:ext uri="{FF2B5EF4-FFF2-40B4-BE49-F238E27FC236}">
                <a16:creationId xmlns:a16="http://schemas.microsoft.com/office/drawing/2014/main" id="{9B2CB51B-3C34-745D-2C64-28128405981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00143" y="958896"/>
            <a:ext cx="914400" cy="914400"/>
          </a:xfrm>
          <a:prstGeom prst="rect">
            <a:avLst/>
          </a:prstGeom>
        </p:spPr>
      </p:pic>
      <p:grpSp>
        <p:nvGrpSpPr>
          <p:cNvPr id="45" name="Group 44">
            <a:extLst>
              <a:ext uri="{FF2B5EF4-FFF2-40B4-BE49-F238E27FC236}">
                <a16:creationId xmlns:a16="http://schemas.microsoft.com/office/drawing/2014/main" id="{A342229B-80D9-A61C-0533-39EEB0D66538}"/>
              </a:ext>
            </a:extLst>
          </p:cNvPr>
          <p:cNvGrpSpPr/>
          <p:nvPr/>
        </p:nvGrpSpPr>
        <p:grpSpPr>
          <a:xfrm>
            <a:off x="1933448" y="4587423"/>
            <a:ext cx="3831268" cy="1610407"/>
            <a:chOff x="2035048" y="1463223"/>
            <a:chExt cx="3831268" cy="1610407"/>
          </a:xfrm>
        </p:grpSpPr>
        <p:pic>
          <p:nvPicPr>
            <p:cNvPr id="19" name="Graphic 18" descr="Female Profile with solid fill">
              <a:extLst>
                <a:ext uri="{FF2B5EF4-FFF2-40B4-BE49-F238E27FC236}">
                  <a16:creationId xmlns:a16="http://schemas.microsoft.com/office/drawing/2014/main" id="{2C7238F8-F488-0130-3C88-FCB0FDCDF0D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230074" y="2215416"/>
              <a:ext cx="858214" cy="858214"/>
            </a:xfrm>
            <a:prstGeom prst="rect">
              <a:avLst/>
            </a:prstGeom>
          </p:spPr>
        </p:pic>
        <p:pic>
          <p:nvPicPr>
            <p:cNvPr id="24" name="Graphic 23" descr="Group brainstorm with solid fill">
              <a:extLst>
                <a:ext uri="{FF2B5EF4-FFF2-40B4-BE49-F238E27FC236}">
                  <a16:creationId xmlns:a16="http://schemas.microsoft.com/office/drawing/2014/main" id="{69E0ACD5-D8DE-5178-056D-E1DB1D6FA69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175917" y="2049335"/>
              <a:ext cx="1024295" cy="1024295"/>
            </a:xfrm>
            <a:prstGeom prst="rect">
              <a:avLst/>
            </a:prstGeom>
          </p:spPr>
        </p:pic>
        <p:sp>
          <p:nvSpPr>
            <p:cNvPr id="26" name="TextBox 25">
              <a:extLst>
                <a:ext uri="{FF2B5EF4-FFF2-40B4-BE49-F238E27FC236}">
                  <a16:creationId xmlns:a16="http://schemas.microsoft.com/office/drawing/2014/main" id="{014096F3-0CC5-6F7C-C80A-7E448C51814A}"/>
                </a:ext>
              </a:extLst>
            </p:cNvPr>
            <p:cNvSpPr txBox="1"/>
            <p:nvPr/>
          </p:nvSpPr>
          <p:spPr>
            <a:xfrm>
              <a:off x="2035048" y="1463223"/>
              <a:ext cx="3831268" cy="646331"/>
            </a:xfrm>
            <a:prstGeom prst="rect">
              <a:avLst/>
            </a:prstGeom>
            <a:noFill/>
          </p:spPr>
          <p:txBody>
            <a:bodyPr wrap="square">
              <a:spAutoFit/>
            </a:bodyPr>
            <a:lstStyle/>
            <a:p>
              <a:pPr lvl="1" algn="ctr"/>
              <a:r>
                <a:rPr lang="de-DE" sz="1800" b="1"/>
                <a:t>House </a:t>
              </a:r>
              <a:r>
                <a:rPr lang="de-DE" sz="1800" b="1" err="1"/>
                <a:t>owners</a:t>
              </a:r>
              <a:r>
                <a:rPr lang="de-DE" sz="1800"/>
                <a:t> </a:t>
              </a:r>
            </a:p>
            <a:p>
              <a:pPr lvl="1" algn="ctr"/>
              <a:r>
                <a:rPr lang="de-DE" sz="1800"/>
                <a:t>(</a:t>
              </a:r>
              <a:r>
                <a:rPr lang="de-DE" sz="1800" err="1"/>
                <a:t>Consumers</a:t>
              </a:r>
              <a:r>
                <a:rPr lang="de-DE" sz="1800"/>
                <a:t>)</a:t>
              </a:r>
            </a:p>
          </p:txBody>
        </p:sp>
      </p:grpSp>
      <p:grpSp>
        <p:nvGrpSpPr>
          <p:cNvPr id="46" name="Group 45">
            <a:extLst>
              <a:ext uri="{FF2B5EF4-FFF2-40B4-BE49-F238E27FC236}">
                <a16:creationId xmlns:a16="http://schemas.microsoft.com/office/drawing/2014/main" id="{B70BDE4D-615C-BD94-5D88-0E69B5813E78}"/>
              </a:ext>
            </a:extLst>
          </p:cNvPr>
          <p:cNvGrpSpPr/>
          <p:nvPr/>
        </p:nvGrpSpPr>
        <p:grpSpPr>
          <a:xfrm>
            <a:off x="5944418" y="4600916"/>
            <a:ext cx="3977372" cy="1558814"/>
            <a:chOff x="6046018" y="1476716"/>
            <a:chExt cx="3977372" cy="1558814"/>
          </a:xfrm>
        </p:grpSpPr>
        <p:pic>
          <p:nvPicPr>
            <p:cNvPr id="13" name="Picture 12" descr="Electricity - Free technology icons">
              <a:extLst>
                <a:ext uri="{FF2B5EF4-FFF2-40B4-BE49-F238E27FC236}">
                  <a16:creationId xmlns:a16="http://schemas.microsoft.com/office/drawing/2014/main" id="{1DDF034E-B2B9-8D01-1EA7-DDA4392D1570}"/>
                </a:ext>
              </a:extLst>
            </p:cNvPr>
            <p:cNvPicPr>
              <a:picLocks noChangeAspect="1"/>
            </p:cNvPicPr>
            <p:nvPr/>
          </p:nvPicPr>
          <p:blipFill>
            <a:blip r:embed="rId13"/>
            <a:stretch>
              <a:fillRect/>
            </a:stretch>
          </p:blipFill>
          <p:spPr>
            <a:xfrm>
              <a:off x="7730452" y="2177316"/>
              <a:ext cx="858212" cy="858214"/>
            </a:xfrm>
            <a:prstGeom prst="rect">
              <a:avLst/>
            </a:prstGeom>
          </p:spPr>
        </p:pic>
        <p:sp>
          <p:nvSpPr>
            <p:cNvPr id="32" name="TextBox 31">
              <a:extLst>
                <a:ext uri="{FF2B5EF4-FFF2-40B4-BE49-F238E27FC236}">
                  <a16:creationId xmlns:a16="http://schemas.microsoft.com/office/drawing/2014/main" id="{0F2067AD-5CC5-6FCA-14EE-46754F74A032}"/>
                </a:ext>
              </a:extLst>
            </p:cNvPr>
            <p:cNvSpPr txBox="1"/>
            <p:nvPr/>
          </p:nvSpPr>
          <p:spPr>
            <a:xfrm>
              <a:off x="6046018" y="1476716"/>
              <a:ext cx="3977372" cy="646331"/>
            </a:xfrm>
            <a:prstGeom prst="rect">
              <a:avLst/>
            </a:prstGeom>
            <a:noFill/>
          </p:spPr>
          <p:txBody>
            <a:bodyPr wrap="none" rtlCol="0">
              <a:spAutoFit/>
            </a:bodyPr>
            <a:lstStyle/>
            <a:p>
              <a:pPr algn="ctr"/>
              <a:r>
                <a:rPr lang="sv-SE" b="1"/>
                <a:t>DSO - </a:t>
              </a:r>
              <a:r>
                <a:rPr lang="sv-SE"/>
                <a:t>Distribution System Operator </a:t>
              </a:r>
            </a:p>
            <a:p>
              <a:pPr algn="ctr"/>
              <a:r>
                <a:rPr lang="sv-SE"/>
                <a:t>(</a:t>
              </a:r>
              <a:r>
                <a:rPr lang="sv-SE" err="1"/>
                <a:t>Supplier</a:t>
              </a:r>
              <a:r>
                <a:rPr lang="sv-SE"/>
                <a:t>)</a:t>
              </a:r>
            </a:p>
          </p:txBody>
        </p:sp>
      </p:grpSp>
      <p:sp>
        <p:nvSpPr>
          <p:cNvPr id="3" name="Slide Number Placeholder 2">
            <a:extLst>
              <a:ext uri="{FF2B5EF4-FFF2-40B4-BE49-F238E27FC236}">
                <a16:creationId xmlns:a16="http://schemas.microsoft.com/office/drawing/2014/main" id="{50E3C13D-774D-E38B-8A26-7F0BC05DBF12}"/>
              </a:ext>
            </a:extLst>
          </p:cNvPr>
          <p:cNvSpPr>
            <a:spLocks noGrp="1"/>
          </p:cNvSpPr>
          <p:nvPr>
            <p:ph type="sldNum" sz="quarter" idx="12"/>
          </p:nvPr>
        </p:nvSpPr>
        <p:spPr/>
        <p:txBody>
          <a:bodyPr/>
          <a:lstStyle/>
          <a:p>
            <a:fld id="{B716C8F4-20CD-364A-8A8E-DE130115B178}" type="slidenum">
              <a:rPr lang="sv-SE" smtClean="0"/>
              <a:t>2</a:t>
            </a:fld>
            <a:endParaRPr lang="sv-SE"/>
          </a:p>
        </p:txBody>
      </p:sp>
    </p:spTree>
    <p:extLst>
      <p:ext uri="{BB962C8B-B14F-4D97-AF65-F5344CB8AC3E}">
        <p14:creationId xmlns:p14="http://schemas.microsoft.com/office/powerpoint/2010/main" val="2624732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B2B7B-ED52-C95D-E455-0CFB8040CA2A}"/>
              </a:ext>
            </a:extLst>
          </p:cNvPr>
          <p:cNvSpPr>
            <a:spLocks noGrp="1"/>
          </p:cNvSpPr>
          <p:nvPr>
            <p:ph type="title"/>
          </p:nvPr>
        </p:nvSpPr>
        <p:spPr>
          <a:xfrm>
            <a:off x="600074" y="2218797"/>
            <a:ext cx="9023986" cy="2852737"/>
          </a:xfrm>
        </p:spPr>
        <p:txBody>
          <a:bodyPr/>
          <a:lstStyle/>
          <a:p>
            <a:r>
              <a:rPr lang="de-DE"/>
              <a:t>E &amp; C – Levels Analysis</a:t>
            </a:r>
          </a:p>
        </p:txBody>
      </p:sp>
      <p:sp>
        <p:nvSpPr>
          <p:cNvPr id="3" name="Text Placeholder 2">
            <a:extLst>
              <a:ext uri="{FF2B5EF4-FFF2-40B4-BE49-F238E27FC236}">
                <a16:creationId xmlns:a16="http://schemas.microsoft.com/office/drawing/2014/main" id="{57E942A5-31F2-519E-EA4D-E40EE3C36828}"/>
              </a:ext>
            </a:extLst>
          </p:cNvPr>
          <p:cNvSpPr>
            <a:spLocks noGrp="1"/>
          </p:cNvSpPr>
          <p:nvPr>
            <p:ph type="body" idx="1"/>
          </p:nvPr>
        </p:nvSpPr>
        <p:spPr>
          <a:xfrm>
            <a:off x="600074" y="5226050"/>
            <a:ext cx="11591926" cy="863600"/>
          </a:xfrm>
        </p:spPr>
        <p:txBody>
          <a:bodyPr/>
          <a:lstStyle/>
          <a:p>
            <a:r>
              <a:rPr lang="de-DE" err="1"/>
              <a:t>Invidual</a:t>
            </a:r>
            <a:r>
              <a:rPr lang="de-DE"/>
              <a:t> </a:t>
            </a:r>
            <a:r>
              <a:rPr lang="de-DE" err="1"/>
              <a:t>strategies</a:t>
            </a:r>
            <a:r>
              <a:rPr lang="de-DE"/>
              <a:t> and </a:t>
            </a:r>
            <a:r>
              <a:rPr lang="de-DE" err="1"/>
              <a:t>combined</a:t>
            </a:r>
            <a:r>
              <a:rPr lang="de-DE"/>
              <a:t> controllers </a:t>
            </a:r>
          </a:p>
          <a:p>
            <a:r>
              <a:rPr lang="de-DE" err="1"/>
              <a:t>for</a:t>
            </a:r>
            <a:r>
              <a:rPr lang="de-DE"/>
              <a:t> </a:t>
            </a:r>
            <a:r>
              <a:rPr lang="de-DE" err="1"/>
              <a:t>each</a:t>
            </a:r>
            <a:r>
              <a:rPr lang="de-DE"/>
              <a:t> Technology</a:t>
            </a:r>
          </a:p>
        </p:txBody>
      </p:sp>
      <p:sp>
        <p:nvSpPr>
          <p:cNvPr id="4" name="Slide Number Placeholder 3">
            <a:extLst>
              <a:ext uri="{FF2B5EF4-FFF2-40B4-BE49-F238E27FC236}">
                <a16:creationId xmlns:a16="http://schemas.microsoft.com/office/drawing/2014/main" id="{7B09B9D6-400F-182D-8271-DE0D0346082E}"/>
              </a:ext>
            </a:extLst>
          </p:cNvPr>
          <p:cNvSpPr>
            <a:spLocks noGrp="1"/>
          </p:cNvSpPr>
          <p:nvPr>
            <p:ph type="sldNum" sz="quarter" idx="12"/>
          </p:nvPr>
        </p:nvSpPr>
        <p:spPr/>
        <p:txBody>
          <a:bodyPr/>
          <a:lstStyle/>
          <a:p>
            <a:fld id="{B716C8F4-20CD-364A-8A8E-DE130115B178}" type="slidenum">
              <a:rPr lang="sv-SE" smtClean="0"/>
              <a:pPr/>
              <a:t>3</a:t>
            </a:fld>
            <a:endParaRPr lang="sv-SE"/>
          </a:p>
        </p:txBody>
      </p:sp>
    </p:spTree>
    <p:extLst>
      <p:ext uri="{BB962C8B-B14F-4D97-AF65-F5344CB8AC3E}">
        <p14:creationId xmlns:p14="http://schemas.microsoft.com/office/powerpoint/2010/main" val="844338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66C65A7-C6D3-D9B1-072C-F9C321298684}"/>
            </a:ext>
          </a:extLst>
        </p:cNvPr>
        <p:cNvGrpSpPr/>
        <p:nvPr/>
      </p:nvGrpSpPr>
      <p:grpSpPr>
        <a:xfrm>
          <a:off x="0" y="0"/>
          <a:ext cx="0" cy="0"/>
          <a:chOff x="0" y="0"/>
          <a:chExt cx="0" cy="0"/>
        </a:xfrm>
      </p:grpSpPr>
      <p:pic>
        <p:nvPicPr>
          <p:cNvPr id="11" name="Picture 2" descr="Heat Pump Icons - Free SVG &amp; PNG Heat Pump Images - Noun Project">
            <a:extLst>
              <a:ext uri="{FF2B5EF4-FFF2-40B4-BE49-F238E27FC236}">
                <a16:creationId xmlns:a16="http://schemas.microsoft.com/office/drawing/2014/main" id="{C8A6213B-2B69-0007-2AC1-DD8598498DE8}"/>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11119212" y="186785"/>
            <a:ext cx="772995" cy="772995"/>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Arrow Connector 27">
            <a:extLst>
              <a:ext uri="{FF2B5EF4-FFF2-40B4-BE49-F238E27FC236}">
                <a16:creationId xmlns:a16="http://schemas.microsoft.com/office/drawing/2014/main" id="{EABEB2F6-BE2E-9068-D05B-88DB617E2EEA}"/>
              </a:ext>
            </a:extLst>
          </p:cNvPr>
          <p:cNvCxnSpPr>
            <a:cxnSpLocks/>
          </p:cNvCxnSpPr>
          <p:nvPr/>
        </p:nvCxnSpPr>
        <p:spPr>
          <a:xfrm>
            <a:off x="4362040" y="1968134"/>
            <a:ext cx="45720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758DB95B-35C3-01AF-F917-474F714FFA7F}"/>
              </a:ext>
            </a:extLst>
          </p:cNvPr>
          <p:cNvCxnSpPr>
            <a:cxnSpLocks/>
          </p:cNvCxnSpPr>
          <p:nvPr/>
        </p:nvCxnSpPr>
        <p:spPr>
          <a:xfrm>
            <a:off x="7715417" y="1968134"/>
            <a:ext cx="685800" cy="1033624"/>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BE161B19-C64B-79E9-D6E2-1E35366900D8}"/>
              </a:ext>
            </a:extLst>
          </p:cNvPr>
          <p:cNvCxnSpPr>
            <a:cxnSpLocks/>
          </p:cNvCxnSpPr>
          <p:nvPr/>
        </p:nvCxnSpPr>
        <p:spPr>
          <a:xfrm>
            <a:off x="4362040" y="3922971"/>
            <a:ext cx="45720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1EF3204A-52A2-005A-00BA-0F67E78E2DE3}"/>
              </a:ext>
            </a:extLst>
          </p:cNvPr>
          <p:cNvSpPr/>
          <p:nvPr/>
        </p:nvSpPr>
        <p:spPr>
          <a:xfrm>
            <a:off x="5013516" y="5084540"/>
            <a:ext cx="2387911" cy="758372"/>
          </a:xfrm>
          <a:prstGeom prst="round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Price Arbitrage</a:t>
            </a:r>
          </a:p>
        </p:txBody>
      </p:sp>
      <p:pic>
        <p:nvPicPr>
          <p:cNvPr id="38" name="Graphic 37" descr="Dollar with solid fill">
            <a:extLst>
              <a:ext uri="{FF2B5EF4-FFF2-40B4-BE49-F238E27FC236}">
                <a16:creationId xmlns:a16="http://schemas.microsoft.com/office/drawing/2014/main" id="{443C6D9F-BE88-FBC9-81D4-C34E40BAD34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49179" y="5939928"/>
            <a:ext cx="540000" cy="540000"/>
          </a:xfrm>
          <a:prstGeom prst="rect">
            <a:avLst/>
          </a:prstGeom>
        </p:spPr>
      </p:pic>
      <p:pic>
        <p:nvPicPr>
          <p:cNvPr id="39" name="Graphic 38" descr="Open hand with plant with solid fill">
            <a:extLst>
              <a:ext uri="{FF2B5EF4-FFF2-40B4-BE49-F238E27FC236}">
                <a16:creationId xmlns:a16="http://schemas.microsoft.com/office/drawing/2014/main" id="{07DB4B95-D41F-43C4-B3B5-3732584B526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74619" y="5939928"/>
            <a:ext cx="540000" cy="540000"/>
          </a:xfrm>
          <a:prstGeom prst="rect">
            <a:avLst/>
          </a:prstGeom>
        </p:spPr>
      </p:pic>
      <p:pic>
        <p:nvPicPr>
          <p:cNvPr id="40" name="Graphic 39" descr="Thermometer with solid fill">
            <a:extLst>
              <a:ext uri="{FF2B5EF4-FFF2-40B4-BE49-F238E27FC236}">
                <a16:creationId xmlns:a16="http://schemas.microsoft.com/office/drawing/2014/main" id="{C2FD59D1-5CB0-FAD8-7FEB-F287F7170DB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17979" y="5939928"/>
            <a:ext cx="540000" cy="540000"/>
          </a:xfrm>
          <a:prstGeom prst="rect">
            <a:avLst/>
          </a:prstGeom>
        </p:spPr>
      </p:pic>
      <p:pic>
        <p:nvPicPr>
          <p:cNvPr id="97" name="Graphic 96" descr="Badge Unfollow with solid fill">
            <a:extLst>
              <a:ext uri="{FF2B5EF4-FFF2-40B4-BE49-F238E27FC236}">
                <a16:creationId xmlns:a16="http://schemas.microsoft.com/office/drawing/2014/main" id="{70C3EBD6-181C-9354-1FC1-232DE06FBE8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21412" y="6201155"/>
            <a:ext cx="457200" cy="457200"/>
          </a:xfrm>
          <a:prstGeom prst="rect">
            <a:avLst/>
          </a:prstGeom>
        </p:spPr>
      </p:pic>
      <p:pic>
        <p:nvPicPr>
          <p:cNvPr id="98" name="Graphic 97" descr="Badge Follow with solid fill">
            <a:extLst>
              <a:ext uri="{FF2B5EF4-FFF2-40B4-BE49-F238E27FC236}">
                <a16:creationId xmlns:a16="http://schemas.microsoft.com/office/drawing/2014/main" id="{ED309ABC-B770-299B-366B-07576F88343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022073" y="6201155"/>
            <a:ext cx="457200" cy="457200"/>
          </a:xfrm>
          <a:prstGeom prst="rect">
            <a:avLst/>
          </a:prstGeom>
        </p:spPr>
      </p:pic>
      <p:sp>
        <p:nvSpPr>
          <p:cNvPr id="85" name="Rectangle: Rounded Corners 84">
            <a:extLst>
              <a:ext uri="{FF2B5EF4-FFF2-40B4-BE49-F238E27FC236}">
                <a16:creationId xmlns:a16="http://schemas.microsoft.com/office/drawing/2014/main" id="{892752F7-1FA5-F1C4-6E17-F8D59874D09D}"/>
              </a:ext>
            </a:extLst>
          </p:cNvPr>
          <p:cNvSpPr/>
          <p:nvPr/>
        </p:nvSpPr>
        <p:spPr>
          <a:xfrm>
            <a:off x="5013516" y="1390854"/>
            <a:ext cx="2394206" cy="758372"/>
          </a:xfrm>
          <a:prstGeom prst="roundRect">
            <a:avLst/>
          </a:prstGeom>
          <a:solidFill>
            <a:srgbClr val="9898F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Peak Shaving</a:t>
            </a:r>
          </a:p>
        </p:txBody>
      </p:sp>
      <p:pic>
        <p:nvPicPr>
          <p:cNvPr id="86" name="Graphic 85" descr="Dollar with solid fill">
            <a:extLst>
              <a:ext uri="{FF2B5EF4-FFF2-40B4-BE49-F238E27FC236}">
                <a16:creationId xmlns:a16="http://schemas.microsoft.com/office/drawing/2014/main" id="{E92BC962-665C-E291-2895-18F6DDEC71E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44576" y="2272322"/>
            <a:ext cx="540000" cy="540000"/>
          </a:xfrm>
          <a:prstGeom prst="rect">
            <a:avLst/>
          </a:prstGeom>
        </p:spPr>
      </p:pic>
      <p:pic>
        <p:nvPicPr>
          <p:cNvPr id="87" name="Graphic 86" descr="Open hand with plant with solid fill">
            <a:extLst>
              <a:ext uri="{FF2B5EF4-FFF2-40B4-BE49-F238E27FC236}">
                <a16:creationId xmlns:a16="http://schemas.microsoft.com/office/drawing/2014/main" id="{6B5058A0-6D97-129C-3262-E8C5CC8D440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70016" y="2272322"/>
            <a:ext cx="540000" cy="540000"/>
          </a:xfrm>
          <a:prstGeom prst="rect">
            <a:avLst/>
          </a:prstGeom>
        </p:spPr>
      </p:pic>
      <p:pic>
        <p:nvPicPr>
          <p:cNvPr id="88" name="Graphic 87" descr="Thermometer with solid fill">
            <a:extLst>
              <a:ext uri="{FF2B5EF4-FFF2-40B4-BE49-F238E27FC236}">
                <a16:creationId xmlns:a16="http://schemas.microsoft.com/office/drawing/2014/main" id="{B86E934D-D847-AF2A-9888-9707063B5AB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57296" y="2272322"/>
            <a:ext cx="540000" cy="540000"/>
          </a:xfrm>
          <a:prstGeom prst="rect">
            <a:avLst/>
          </a:prstGeom>
        </p:spPr>
      </p:pic>
      <p:pic>
        <p:nvPicPr>
          <p:cNvPr id="99" name="Graphic 98" descr="Badge Follow with solid fill">
            <a:extLst>
              <a:ext uri="{FF2B5EF4-FFF2-40B4-BE49-F238E27FC236}">
                <a16:creationId xmlns:a16="http://schemas.microsoft.com/office/drawing/2014/main" id="{CBEE3E69-593B-AB09-14E8-D4A283A56C6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420750" y="2525985"/>
            <a:ext cx="549840" cy="549840"/>
          </a:xfrm>
          <a:prstGeom prst="rect">
            <a:avLst/>
          </a:prstGeom>
        </p:spPr>
      </p:pic>
      <p:pic>
        <p:nvPicPr>
          <p:cNvPr id="100" name="Graphic 99" descr="Badge Unfollow with solid fill">
            <a:extLst>
              <a:ext uri="{FF2B5EF4-FFF2-40B4-BE49-F238E27FC236}">
                <a16:creationId xmlns:a16="http://schemas.microsoft.com/office/drawing/2014/main" id="{C580693B-D8EB-E9AB-4E18-30218974E3E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21411" y="2525985"/>
            <a:ext cx="457200" cy="457200"/>
          </a:xfrm>
          <a:prstGeom prst="rect">
            <a:avLst/>
          </a:prstGeom>
        </p:spPr>
      </p:pic>
      <p:pic>
        <p:nvPicPr>
          <p:cNvPr id="102" name="Picture 101">
            <a:extLst>
              <a:ext uri="{FF2B5EF4-FFF2-40B4-BE49-F238E27FC236}">
                <a16:creationId xmlns:a16="http://schemas.microsoft.com/office/drawing/2014/main" id="{9C514F5A-5765-3108-535F-AD80342BFE79}"/>
              </a:ext>
            </a:extLst>
          </p:cNvPr>
          <p:cNvPicPr>
            <a:picLocks noChangeAspect="1"/>
          </p:cNvPicPr>
          <p:nvPr/>
        </p:nvPicPr>
        <p:blipFill>
          <a:blip r:embed="rId14">
            <a:duotone>
              <a:schemeClr val="bg2">
                <a:shade val="45000"/>
                <a:satMod val="135000"/>
              </a:schemeClr>
              <a:prstClr val="white"/>
            </a:duotone>
          </a:blip>
          <a:stretch>
            <a:fillRect/>
          </a:stretch>
        </p:blipFill>
        <p:spPr>
          <a:xfrm>
            <a:off x="7049158" y="2575752"/>
            <a:ext cx="358564" cy="357667"/>
          </a:xfrm>
          <a:prstGeom prst="rect">
            <a:avLst/>
          </a:prstGeom>
        </p:spPr>
      </p:pic>
      <p:cxnSp>
        <p:nvCxnSpPr>
          <p:cNvPr id="103" name="Straight Arrow Connector 102">
            <a:extLst>
              <a:ext uri="{FF2B5EF4-FFF2-40B4-BE49-F238E27FC236}">
                <a16:creationId xmlns:a16="http://schemas.microsoft.com/office/drawing/2014/main" id="{B279CF21-8501-00F3-19DB-9C1436D17132}"/>
              </a:ext>
            </a:extLst>
          </p:cNvPr>
          <p:cNvCxnSpPr>
            <a:cxnSpLocks/>
          </p:cNvCxnSpPr>
          <p:nvPr/>
        </p:nvCxnSpPr>
        <p:spPr>
          <a:xfrm>
            <a:off x="7715417" y="4010445"/>
            <a:ext cx="68580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C9976197-41A9-C6A2-1C6E-3E03DC88A66D}"/>
              </a:ext>
            </a:extLst>
          </p:cNvPr>
          <p:cNvCxnSpPr>
            <a:cxnSpLocks/>
          </p:cNvCxnSpPr>
          <p:nvPr/>
        </p:nvCxnSpPr>
        <p:spPr>
          <a:xfrm>
            <a:off x="4362040" y="5877807"/>
            <a:ext cx="45720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88708826-DE60-0ADC-0BA7-510BA5112E67}"/>
              </a:ext>
            </a:extLst>
          </p:cNvPr>
          <p:cNvSpPr>
            <a:spLocks noGrp="1"/>
          </p:cNvSpPr>
          <p:nvPr>
            <p:ph type="sldNum" sz="quarter" idx="12"/>
          </p:nvPr>
        </p:nvSpPr>
        <p:spPr/>
        <p:txBody>
          <a:bodyPr/>
          <a:lstStyle/>
          <a:p>
            <a:fld id="{B716C8F4-20CD-364A-8A8E-DE130115B178}" type="slidenum">
              <a:rPr lang="sv-SE" smtClean="0"/>
              <a:t>4</a:t>
            </a:fld>
            <a:endParaRPr lang="sv-SE"/>
          </a:p>
        </p:txBody>
      </p:sp>
      <p:sp>
        <p:nvSpPr>
          <p:cNvPr id="107" name="Rectangle: Rounded Corners 106">
            <a:extLst>
              <a:ext uri="{FF2B5EF4-FFF2-40B4-BE49-F238E27FC236}">
                <a16:creationId xmlns:a16="http://schemas.microsoft.com/office/drawing/2014/main" id="{84257569-D4DC-9991-6514-C5CB45A67440}"/>
              </a:ext>
            </a:extLst>
          </p:cNvPr>
          <p:cNvSpPr/>
          <p:nvPr/>
        </p:nvSpPr>
        <p:spPr>
          <a:xfrm>
            <a:off x="5013516" y="3220427"/>
            <a:ext cx="2326508" cy="758372"/>
          </a:xfrm>
          <a:prstGeom prst="round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Self Consumption</a:t>
            </a:r>
          </a:p>
        </p:txBody>
      </p:sp>
      <p:pic>
        <p:nvPicPr>
          <p:cNvPr id="108" name="Graphic 107" descr="Dollar with solid fill">
            <a:extLst>
              <a:ext uri="{FF2B5EF4-FFF2-40B4-BE49-F238E27FC236}">
                <a16:creationId xmlns:a16="http://schemas.microsoft.com/office/drawing/2014/main" id="{AFE07CAE-4DE4-3024-2C92-A43C11C567D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88532" y="4112651"/>
            <a:ext cx="540000" cy="540000"/>
          </a:xfrm>
          <a:prstGeom prst="rect">
            <a:avLst/>
          </a:prstGeom>
        </p:spPr>
      </p:pic>
      <p:pic>
        <p:nvPicPr>
          <p:cNvPr id="109" name="Graphic 108" descr="Open hand with plant with solid fill">
            <a:extLst>
              <a:ext uri="{FF2B5EF4-FFF2-40B4-BE49-F238E27FC236}">
                <a16:creationId xmlns:a16="http://schemas.microsoft.com/office/drawing/2014/main" id="{8463082D-13F9-DA41-4B7A-75CACAAB6B5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13972" y="4112651"/>
            <a:ext cx="540000" cy="540000"/>
          </a:xfrm>
          <a:prstGeom prst="rect">
            <a:avLst/>
          </a:prstGeom>
        </p:spPr>
      </p:pic>
      <p:pic>
        <p:nvPicPr>
          <p:cNvPr id="110" name="Graphic 109" descr="Thermometer with solid fill">
            <a:extLst>
              <a:ext uri="{FF2B5EF4-FFF2-40B4-BE49-F238E27FC236}">
                <a16:creationId xmlns:a16="http://schemas.microsoft.com/office/drawing/2014/main" id="{FE2A9333-06EF-DC37-8614-4FCEF00B3DD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01252" y="4112651"/>
            <a:ext cx="540000" cy="540000"/>
          </a:xfrm>
          <a:prstGeom prst="rect">
            <a:avLst/>
          </a:prstGeom>
        </p:spPr>
      </p:pic>
      <p:pic>
        <p:nvPicPr>
          <p:cNvPr id="111" name="Graphic 110" descr="Badge Follow with solid fill">
            <a:extLst>
              <a:ext uri="{FF2B5EF4-FFF2-40B4-BE49-F238E27FC236}">
                <a16:creationId xmlns:a16="http://schemas.microsoft.com/office/drawing/2014/main" id="{CF59AAFF-6617-8D6E-D4C9-03520D2737A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098854" y="4368582"/>
            <a:ext cx="607910" cy="607910"/>
          </a:xfrm>
          <a:prstGeom prst="rect">
            <a:avLst/>
          </a:prstGeom>
        </p:spPr>
      </p:pic>
      <p:pic>
        <p:nvPicPr>
          <p:cNvPr id="114" name="Picture 113">
            <a:extLst>
              <a:ext uri="{FF2B5EF4-FFF2-40B4-BE49-F238E27FC236}">
                <a16:creationId xmlns:a16="http://schemas.microsoft.com/office/drawing/2014/main" id="{09020E09-5B89-BCC2-28D0-4AF5A716514D}"/>
              </a:ext>
            </a:extLst>
          </p:cNvPr>
          <p:cNvPicPr>
            <a:picLocks noChangeAspect="1"/>
          </p:cNvPicPr>
          <p:nvPr/>
        </p:nvPicPr>
        <p:blipFill>
          <a:blip r:embed="rId14">
            <a:duotone>
              <a:schemeClr val="bg2">
                <a:shade val="45000"/>
                <a:satMod val="135000"/>
              </a:schemeClr>
              <a:prstClr val="white"/>
            </a:duotone>
          </a:blip>
          <a:stretch>
            <a:fillRect/>
          </a:stretch>
        </p:blipFill>
        <p:spPr>
          <a:xfrm>
            <a:off x="5389295" y="4439866"/>
            <a:ext cx="358564" cy="357667"/>
          </a:xfrm>
          <a:prstGeom prst="rect">
            <a:avLst/>
          </a:prstGeom>
        </p:spPr>
      </p:pic>
      <p:cxnSp>
        <p:nvCxnSpPr>
          <p:cNvPr id="115" name="Straight Arrow Connector 114">
            <a:extLst>
              <a:ext uri="{FF2B5EF4-FFF2-40B4-BE49-F238E27FC236}">
                <a16:creationId xmlns:a16="http://schemas.microsoft.com/office/drawing/2014/main" id="{BA84A6F4-CCBC-C24F-67E9-754369C03259}"/>
              </a:ext>
            </a:extLst>
          </p:cNvPr>
          <p:cNvCxnSpPr>
            <a:cxnSpLocks/>
          </p:cNvCxnSpPr>
          <p:nvPr/>
        </p:nvCxnSpPr>
        <p:spPr>
          <a:xfrm flipV="1">
            <a:off x="7670800" y="5019133"/>
            <a:ext cx="730417" cy="858674"/>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7C3B5058-34EA-5AE3-90B1-51A13FB40279}"/>
              </a:ext>
            </a:extLst>
          </p:cNvPr>
          <p:cNvGrpSpPr/>
          <p:nvPr/>
        </p:nvGrpSpPr>
        <p:grpSpPr>
          <a:xfrm>
            <a:off x="1726254" y="2875880"/>
            <a:ext cx="1351023" cy="1689253"/>
            <a:chOff x="1673459" y="2693398"/>
            <a:chExt cx="1351023" cy="1689253"/>
          </a:xfrm>
        </p:grpSpPr>
        <p:grpSp>
          <p:nvGrpSpPr>
            <p:cNvPr id="9" name="Group 8">
              <a:extLst>
                <a:ext uri="{FF2B5EF4-FFF2-40B4-BE49-F238E27FC236}">
                  <a16:creationId xmlns:a16="http://schemas.microsoft.com/office/drawing/2014/main" id="{DF2D56F8-FFA4-A062-A014-712209251DC1}"/>
                </a:ext>
              </a:extLst>
            </p:cNvPr>
            <p:cNvGrpSpPr/>
            <p:nvPr/>
          </p:nvGrpSpPr>
          <p:grpSpPr>
            <a:xfrm>
              <a:off x="1673459" y="2693398"/>
              <a:ext cx="994787" cy="1428101"/>
              <a:chOff x="1609016" y="2563895"/>
              <a:chExt cx="994787" cy="1428101"/>
            </a:xfrm>
          </p:grpSpPr>
          <p:grpSp>
            <p:nvGrpSpPr>
              <p:cNvPr id="119" name="Group 118">
                <a:extLst>
                  <a:ext uri="{FF2B5EF4-FFF2-40B4-BE49-F238E27FC236}">
                    <a16:creationId xmlns:a16="http://schemas.microsoft.com/office/drawing/2014/main" id="{882DE193-1379-47AF-C61A-6D22B94A022C}"/>
                  </a:ext>
                </a:extLst>
              </p:cNvPr>
              <p:cNvGrpSpPr/>
              <p:nvPr/>
            </p:nvGrpSpPr>
            <p:grpSpPr>
              <a:xfrm>
                <a:off x="1906948" y="3412594"/>
                <a:ext cx="696855" cy="579402"/>
                <a:chOff x="1893941" y="3735778"/>
                <a:chExt cx="1207463" cy="1003939"/>
              </a:xfrm>
            </p:grpSpPr>
            <p:sp>
              <p:nvSpPr>
                <p:cNvPr id="131" name="Freeform: Shape 130">
                  <a:extLst>
                    <a:ext uri="{FF2B5EF4-FFF2-40B4-BE49-F238E27FC236}">
                      <a16:creationId xmlns:a16="http://schemas.microsoft.com/office/drawing/2014/main" id="{3F19301D-AAAF-07D7-2FD5-86268D3DAC35}"/>
                    </a:ext>
                  </a:extLst>
                </p:cNvPr>
                <p:cNvSpPr/>
                <p:nvPr/>
              </p:nvSpPr>
              <p:spPr>
                <a:xfrm>
                  <a:off x="2360769" y="3935506"/>
                  <a:ext cx="273809" cy="153959"/>
                </a:xfrm>
                <a:custGeom>
                  <a:avLst/>
                  <a:gdLst>
                    <a:gd name="connsiteX0" fmla="*/ 0 w 363088"/>
                    <a:gd name="connsiteY0" fmla="*/ 204160 h 204160"/>
                    <a:gd name="connsiteX1" fmla="*/ 363088 w 363088"/>
                    <a:gd name="connsiteY1" fmla="*/ 204160 h 204160"/>
                    <a:gd name="connsiteX2" fmla="*/ 336905 w 363088"/>
                    <a:gd name="connsiteY2" fmla="*/ 0 h 204160"/>
                    <a:gd name="connsiteX3" fmla="*/ 26184 w 363088"/>
                    <a:gd name="connsiteY3" fmla="*/ 0 h 204160"/>
                    <a:gd name="connsiteX4" fmla="*/ 0 w 363088"/>
                    <a:gd name="connsiteY4" fmla="*/ 204160 h 204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88" h="204160">
                      <a:moveTo>
                        <a:pt x="0" y="204160"/>
                      </a:moveTo>
                      <a:lnTo>
                        <a:pt x="363088" y="204160"/>
                      </a:lnTo>
                      <a:lnTo>
                        <a:pt x="336905" y="0"/>
                      </a:lnTo>
                      <a:lnTo>
                        <a:pt x="26184" y="0"/>
                      </a:lnTo>
                      <a:lnTo>
                        <a:pt x="0" y="204160"/>
                      </a:lnTo>
                      <a:close/>
                    </a:path>
                  </a:pathLst>
                </a:custGeom>
                <a:solidFill>
                  <a:srgbClr val="0029ED"/>
                </a:solidFill>
                <a:ln w="21233" cap="flat">
                  <a:noFill/>
                  <a:prstDash val="solid"/>
                  <a:miter/>
                </a:ln>
              </p:spPr>
              <p:txBody>
                <a:bodyPr rtlCol="0" anchor="ctr"/>
                <a:lstStyle/>
                <a:p>
                  <a:endParaRPr lang="sv-SE"/>
                </a:p>
              </p:txBody>
            </p:sp>
            <p:sp>
              <p:nvSpPr>
                <p:cNvPr id="132" name="Freeform: Shape 131">
                  <a:extLst>
                    <a:ext uri="{FF2B5EF4-FFF2-40B4-BE49-F238E27FC236}">
                      <a16:creationId xmlns:a16="http://schemas.microsoft.com/office/drawing/2014/main" id="{440E2BF2-CE16-6A89-80B1-CC9BBD050D15}"/>
                    </a:ext>
                  </a:extLst>
                </p:cNvPr>
                <p:cNvSpPr/>
                <p:nvPr/>
              </p:nvSpPr>
              <p:spPr>
                <a:xfrm>
                  <a:off x="2653794" y="3735778"/>
                  <a:ext cx="244519" cy="135671"/>
                </a:xfrm>
                <a:custGeom>
                  <a:avLst/>
                  <a:gdLst>
                    <a:gd name="connsiteX0" fmla="*/ 23062 w 324248"/>
                    <a:gd name="connsiteY0" fmla="*/ 179909 h 179908"/>
                    <a:gd name="connsiteX1" fmla="*/ 324248 w 324248"/>
                    <a:gd name="connsiteY1" fmla="*/ 179909 h 179908"/>
                    <a:gd name="connsiteX2" fmla="*/ 243297 w 324248"/>
                    <a:gd name="connsiteY2" fmla="*/ 0 h 179908"/>
                    <a:gd name="connsiteX3" fmla="*/ 0 w 324248"/>
                    <a:gd name="connsiteY3" fmla="*/ 0 h 179908"/>
                    <a:gd name="connsiteX4" fmla="*/ 23062 w 324248"/>
                    <a:gd name="connsiteY4" fmla="*/ 179909 h 179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48" h="179908">
                      <a:moveTo>
                        <a:pt x="23062" y="179909"/>
                      </a:moveTo>
                      <a:lnTo>
                        <a:pt x="324248" y="179909"/>
                      </a:lnTo>
                      <a:lnTo>
                        <a:pt x="243297" y="0"/>
                      </a:lnTo>
                      <a:lnTo>
                        <a:pt x="0" y="0"/>
                      </a:lnTo>
                      <a:lnTo>
                        <a:pt x="23062" y="179909"/>
                      </a:lnTo>
                      <a:close/>
                    </a:path>
                  </a:pathLst>
                </a:custGeom>
                <a:solidFill>
                  <a:srgbClr val="0029ED"/>
                </a:solidFill>
                <a:ln w="21233" cap="flat">
                  <a:noFill/>
                  <a:prstDash val="solid"/>
                  <a:miter/>
                </a:ln>
              </p:spPr>
              <p:txBody>
                <a:bodyPr rtlCol="0" anchor="ctr"/>
                <a:lstStyle/>
                <a:p>
                  <a:endParaRPr lang="sv-SE"/>
                </a:p>
              </p:txBody>
            </p:sp>
            <p:sp>
              <p:nvSpPr>
                <p:cNvPr id="133" name="Freeform: Shape 132">
                  <a:extLst>
                    <a:ext uri="{FF2B5EF4-FFF2-40B4-BE49-F238E27FC236}">
                      <a16:creationId xmlns:a16="http://schemas.microsoft.com/office/drawing/2014/main" id="{59FFBC6B-6A3F-2607-A49C-968B3BCC3365}"/>
                    </a:ext>
                  </a:extLst>
                </p:cNvPr>
                <p:cNvSpPr/>
                <p:nvPr/>
              </p:nvSpPr>
              <p:spPr>
                <a:xfrm>
                  <a:off x="2679401" y="3935506"/>
                  <a:ext cx="317030" cy="153959"/>
                </a:xfrm>
                <a:custGeom>
                  <a:avLst/>
                  <a:gdLst>
                    <a:gd name="connsiteX0" fmla="*/ 26184 w 420403"/>
                    <a:gd name="connsiteY0" fmla="*/ 204160 h 204160"/>
                    <a:gd name="connsiteX1" fmla="*/ 420403 w 420403"/>
                    <a:gd name="connsiteY1" fmla="*/ 204160 h 204160"/>
                    <a:gd name="connsiteX2" fmla="*/ 328538 w 420403"/>
                    <a:gd name="connsiteY2" fmla="*/ 0 h 204160"/>
                    <a:gd name="connsiteX3" fmla="*/ 0 w 420403"/>
                    <a:gd name="connsiteY3" fmla="*/ 0 h 204160"/>
                    <a:gd name="connsiteX4" fmla="*/ 26184 w 420403"/>
                    <a:gd name="connsiteY4" fmla="*/ 204160 h 204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403" h="204160">
                      <a:moveTo>
                        <a:pt x="26184" y="204160"/>
                      </a:moveTo>
                      <a:lnTo>
                        <a:pt x="420403" y="204160"/>
                      </a:lnTo>
                      <a:lnTo>
                        <a:pt x="328538" y="0"/>
                      </a:lnTo>
                      <a:lnTo>
                        <a:pt x="0" y="0"/>
                      </a:lnTo>
                      <a:lnTo>
                        <a:pt x="26184" y="204160"/>
                      </a:lnTo>
                      <a:close/>
                    </a:path>
                  </a:pathLst>
                </a:custGeom>
                <a:solidFill>
                  <a:srgbClr val="0029ED"/>
                </a:solidFill>
                <a:ln w="21233" cap="flat">
                  <a:noFill/>
                  <a:prstDash val="solid"/>
                  <a:miter/>
                </a:ln>
              </p:spPr>
              <p:txBody>
                <a:bodyPr rtlCol="0" anchor="ctr"/>
                <a:lstStyle/>
                <a:p>
                  <a:endParaRPr lang="sv-SE"/>
                </a:p>
              </p:txBody>
            </p:sp>
            <p:sp>
              <p:nvSpPr>
                <p:cNvPr id="134" name="Freeform: Shape 133">
                  <a:extLst>
                    <a:ext uri="{FF2B5EF4-FFF2-40B4-BE49-F238E27FC236}">
                      <a16:creationId xmlns:a16="http://schemas.microsoft.com/office/drawing/2014/main" id="{E01AD1A9-9C70-870C-1180-01A67D9CB598}"/>
                    </a:ext>
                  </a:extLst>
                </p:cNvPr>
                <p:cNvSpPr/>
                <p:nvPr/>
              </p:nvSpPr>
              <p:spPr>
                <a:xfrm>
                  <a:off x="2707361" y="4153521"/>
                  <a:ext cx="394043" cy="170725"/>
                </a:xfrm>
                <a:custGeom>
                  <a:avLst/>
                  <a:gdLst>
                    <a:gd name="connsiteX0" fmla="*/ 0 w 522526"/>
                    <a:gd name="connsiteY0" fmla="*/ 0 h 226393"/>
                    <a:gd name="connsiteX1" fmla="*/ 29008 w 522526"/>
                    <a:gd name="connsiteY1" fmla="*/ 226394 h 226393"/>
                    <a:gd name="connsiteX2" fmla="*/ 522505 w 522526"/>
                    <a:gd name="connsiteY2" fmla="*/ 226394 h 226393"/>
                    <a:gd name="connsiteX3" fmla="*/ 522505 w 522526"/>
                    <a:gd name="connsiteY3" fmla="*/ 224377 h 226393"/>
                    <a:gd name="connsiteX4" fmla="*/ 522526 w 522526"/>
                    <a:gd name="connsiteY4" fmla="*/ 224377 h 226393"/>
                    <a:gd name="connsiteX5" fmla="*/ 421550 w 522526"/>
                    <a:gd name="connsiteY5" fmla="*/ 0 h 226393"/>
                    <a:gd name="connsiteX6" fmla="*/ 0 w 522526"/>
                    <a:gd name="connsiteY6" fmla="*/ 0 h 22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2526" h="226393">
                      <a:moveTo>
                        <a:pt x="0" y="0"/>
                      </a:moveTo>
                      <a:lnTo>
                        <a:pt x="29008" y="226394"/>
                      </a:lnTo>
                      <a:lnTo>
                        <a:pt x="522505" y="226394"/>
                      </a:lnTo>
                      <a:lnTo>
                        <a:pt x="522505" y="224377"/>
                      </a:lnTo>
                      <a:lnTo>
                        <a:pt x="522526" y="224377"/>
                      </a:lnTo>
                      <a:lnTo>
                        <a:pt x="421550" y="0"/>
                      </a:lnTo>
                      <a:lnTo>
                        <a:pt x="0" y="0"/>
                      </a:lnTo>
                      <a:close/>
                    </a:path>
                  </a:pathLst>
                </a:custGeom>
                <a:solidFill>
                  <a:srgbClr val="0029ED"/>
                </a:solidFill>
                <a:ln w="21233" cap="flat">
                  <a:noFill/>
                  <a:prstDash val="solid"/>
                  <a:miter/>
                </a:ln>
              </p:spPr>
              <p:txBody>
                <a:bodyPr rtlCol="0" anchor="ctr"/>
                <a:lstStyle/>
                <a:p>
                  <a:endParaRPr lang="sv-SE"/>
                </a:p>
              </p:txBody>
            </p:sp>
            <p:sp>
              <p:nvSpPr>
                <p:cNvPr id="135" name="Freeform: Shape 134">
                  <a:extLst>
                    <a:ext uri="{FF2B5EF4-FFF2-40B4-BE49-F238E27FC236}">
                      <a16:creationId xmlns:a16="http://schemas.microsoft.com/office/drawing/2014/main" id="{3D518FCF-E940-4EB3-7F2E-03D8DEBC3D41}"/>
                    </a:ext>
                  </a:extLst>
                </p:cNvPr>
                <p:cNvSpPr/>
                <p:nvPr/>
              </p:nvSpPr>
              <p:spPr>
                <a:xfrm>
                  <a:off x="2388713" y="3735778"/>
                  <a:ext cx="217903" cy="135671"/>
                </a:xfrm>
                <a:custGeom>
                  <a:avLst/>
                  <a:gdLst>
                    <a:gd name="connsiteX0" fmla="*/ 0 w 288954"/>
                    <a:gd name="connsiteY0" fmla="*/ 179909 h 179908"/>
                    <a:gd name="connsiteX1" fmla="*/ 288954 w 288954"/>
                    <a:gd name="connsiteY1" fmla="*/ 179909 h 179908"/>
                    <a:gd name="connsiteX2" fmla="*/ 265892 w 288954"/>
                    <a:gd name="connsiteY2" fmla="*/ 0 h 179908"/>
                    <a:gd name="connsiteX3" fmla="*/ 23062 w 288954"/>
                    <a:gd name="connsiteY3" fmla="*/ 0 h 179908"/>
                    <a:gd name="connsiteX4" fmla="*/ 0 w 288954"/>
                    <a:gd name="connsiteY4" fmla="*/ 179909 h 179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954" h="179908">
                      <a:moveTo>
                        <a:pt x="0" y="179909"/>
                      </a:moveTo>
                      <a:lnTo>
                        <a:pt x="288954" y="179909"/>
                      </a:lnTo>
                      <a:lnTo>
                        <a:pt x="265892" y="0"/>
                      </a:lnTo>
                      <a:lnTo>
                        <a:pt x="23062" y="0"/>
                      </a:lnTo>
                      <a:lnTo>
                        <a:pt x="0" y="179909"/>
                      </a:lnTo>
                      <a:close/>
                    </a:path>
                  </a:pathLst>
                </a:custGeom>
                <a:solidFill>
                  <a:srgbClr val="0029ED"/>
                </a:solidFill>
                <a:ln w="21233" cap="flat">
                  <a:noFill/>
                  <a:prstDash val="solid"/>
                  <a:miter/>
                </a:ln>
              </p:spPr>
              <p:txBody>
                <a:bodyPr rtlCol="0" anchor="ctr"/>
                <a:lstStyle/>
                <a:p>
                  <a:endParaRPr lang="sv-SE"/>
                </a:p>
              </p:txBody>
            </p:sp>
            <p:sp>
              <p:nvSpPr>
                <p:cNvPr id="136" name="Freeform: Shape 135">
                  <a:extLst>
                    <a:ext uri="{FF2B5EF4-FFF2-40B4-BE49-F238E27FC236}">
                      <a16:creationId xmlns:a16="http://schemas.microsoft.com/office/drawing/2014/main" id="{4CB7FC3C-2C94-A3A8-0DE5-F6FF2C08814B}"/>
                    </a:ext>
                  </a:extLst>
                </p:cNvPr>
                <p:cNvSpPr/>
                <p:nvPr/>
              </p:nvSpPr>
              <p:spPr>
                <a:xfrm>
                  <a:off x="1893941" y="4388304"/>
                  <a:ext cx="1207445" cy="351413"/>
                </a:xfrm>
                <a:custGeom>
                  <a:avLst/>
                  <a:gdLst>
                    <a:gd name="connsiteX0" fmla="*/ 1601152 w 1601151"/>
                    <a:gd name="connsiteY0" fmla="*/ 135441 h 465996"/>
                    <a:gd name="connsiteX1" fmla="*/ 1601152 w 1601151"/>
                    <a:gd name="connsiteY1" fmla="*/ 0 h 465996"/>
                    <a:gd name="connsiteX2" fmla="*/ 0 w 1601151"/>
                    <a:gd name="connsiteY2" fmla="*/ 0 h 465996"/>
                    <a:gd name="connsiteX3" fmla="*/ 0 w 1601151"/>
                    <a:gd name="connsiteY3" fmla="*/ 135441 h 465996"/>
                    <a:gd name="connsiteX4" fmla="*/ 736879 w 1601151"/>
                    <a:gd name="connsiteY4" fmla="*/ 135441 h 465996"/>
                    <a:gd name="connsiteX5" fmla="*/ 736879 w 1601151"/>
                    <a:gd name="connsiteY5" fmla="*/ 338582 h 465996"/>
                    <a:gd name="connsiteX6" fmla="*/ 511484 w 1601151"/>
                    <a:gd name="connsiteY6" fmla="*/ 338582 h 465996"/>
                    <a:gd name="connsiteX7" fmla="*/ 511484 w 1601151"/>
                    <a:gd name="connsiteY7" fmla="*/ 465997 h 465996"/>
                    <a:gd name="connsiteX8" fmla="*/ 1089669 w 1601151"/>
                    <a:gd name="connsiteY8" fmla="*/ 465997 h 465996"/>
                    <a:gd name="connsiteX9" fmla="*/ 1089669 w 1601151"/>
                    <a:gd name="connsiteY9" fmla="*/ 338582 h 465996"/>
                    <a:gd name="connsiteX10" fmla="*/ 864294 w 1601151"/>
                    <a:gd name="connsiteY10" fmla="*/ 338582 h 465996"/>
                    <a:gd name="connsiteX11" fmla="*/ 864294 w 1601151"/>
                    <a:gd name="connsiteY11" fmla="*/ 135441 h 465996"/>
                    <a:gd name="connsiteX12" fmla="*/ 1601152 w 1601151"/>
                    <a:gd name="connsiteY12" fmla="*/ 135441 h 46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1151" h="465996">
                      <a:moveTo>
                        <a:pt x="1601152" y="135441"/>
                      </a:moveTo>
                      <a:lnTo>
                        <a:pt x="1601152" y="0"/>
                      </a:lnTo>
                      <a:lnTo>
                        <a:pt x="0" y="0"/>
                      </a:lnTo>
                      <a:lnTo>
                        <a:pt x="0" y="135441"/>
                      </a:lnTo>
                      <a:lnTo>
                        <a:pt x="736879" y="135441"/>
                      </a:lnTo>
                      <a:lnTo>
                        <a:pt x="736879" y="338582"/>
                      </a:lnTo>
                      <a:lnTo>
                        <a:pt x="511484" y="338582"/>
                      </a:lnTo>
                      <a:lnTo>
                        <a:pt x="511484" y="465997"/>
                      </a:lnTo>
                      <a:lnTo>
                        <a:pt x="1089669" y="465997"/>
                      </a:lnTo>
                      <a:lnTo>
                        <a:pt x="1089669" y="338582"/>
                      </a:lnTo>
                      <a:lnTo>
                        <a:pt x="864294" y="338582"/>
                      </a:lnTo>
                      <a:lnTo>
                        <a:pt x="864294" y="135441"/>
                      </a:lnTo>
                      <a:lnTo>
                        <a:pt x="1601152" y="135441"/>
                      </a:lnTo>
                      <a:close/>
                    </a:path>
                  </a:pathLst>
                </a:custGeom>
                <a:solidFill>
                  <a:srgbClr val="0029ED"/>
                </a:solidFill>
                <a:ln w="21233" cap="flat">
                  <a:noFill/>
                  <a:prstDash val="solid"/>
                  <a:miter/>
                </a:ln>
              </p:spPr>
              <p:txBody>
                <a:bodyPr rtlCol="0" anchor="ctr"/>
                <a:lstStyle/>
                <a:p>
                  <a:endParaRPr lang="sv-SE"/>
                </a:p>
              </p:txBody>
            </p:sp>
            <p:sp>
              <p:nvSpPr>
                <p:cNvPr id="137" name="Freeform: Shape 136">
                  <a:extLst>
                    <a:ext uri="{FF2B5EF4-FFF2-40B4-BE49-F238E27FC236}">
                      <a16:creationId xmlns:a16="http://schemas.microsoft.com/office/drawing/2014/main" id="{C2BD29EF-2338-12F2-322D-813E40F87CF0}"/>
                    </a:ext>
                  </a:extLst>
                </p:cNvPr>
                <p:cNvSpPr/>
                <p:nvPr/>
              </p:nvSpPr>
              <p:spPr>
                <a:xfrm>
                  <a:off x="1998931" y="3935506"/>
                  <a:ext cx="317015" cy="153959"/>
                </a:xfrm>
                <a:custGeom>
                  <a:avLst/>
                  <a:gdLst>
                    <a:gd name="connsiteX0" fmla="*/ 394199 w 420382"/>
                    <a:gd name="connsiteY0" fmla="*/ 204160 h 204160"/>
                    <a:gd name="connsiteX1" fmla="*/ 420382 w 420382"/>
                    <a:gd name="connsiteY1" fmla="*/ 0 h 204160"/>
                    <a:gd name="connsiteX2" fmla="*/ 91866 w 420382"/>
                    <a:gd name="connsiteY2" fmla="*/ 0 h 204160"/>
                    <a:gd name="connsiteX3" fmla="*/ 0 w 420382"/>
                    <a:gd name="connsiteY3" fmla="*/ 204160 h 204160"/>
                    <a:gd name="connsiteX4" fmla="*/ 394199 w 420382"/>
                    <a:gd name="connsiteY4" fmla="*/ 204160 h 204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82" h="204160">
                      <a:moveTo>
                        <a:pt x="394199" y="204160"/>
                      </a:moveTo>
                      <a:lnTo>
                        <a:pt x="420382" y="0"/>
                      </a:lnTo>
                      <a:lnTo>
                        <a:pt x="91866" y="0"/>
                      </a:lnTo>
                      <a:lnTo>
                        <a:pt x="0" y="204160"/>
                      </a:lnTo>
                      <a:lnTo>
                        <a:pt x="394199" y="204160"/>
                      </a:lnTo>
                      <a:close/>
                    </a:path>
                  </a:pathLst>
                </a:custGeom>
                <a:solidFill>
                  <a:srgbClr val="0029ED"/>
                </a:solidFill>
                <a:ln w="21233" cap="flat">
                  <a:noFill/>
                  <a:prstDash val="solid"/>
                  <a:miter/>
                </a:ln>
              </p:spPr>
              <p:txBody>
                <a:bodyPr rtlCol="0" anchor="ctr"/>
                <a:lstStyle/>
                <a:p>
                  <a:endParaRPr lang="sv-SE"/>
                </a:p>
              </p:txBody>
            </p:sp>
            <p:sp>
              <p:nvSpPr>
                <p:cNvPr id="138" name="Freeform: Shape 137">
                  <a:extLst>
                    <a:ext uri="{FF2B5EF4-FFF2-40B4-BE49-F238E27FC236}">
                      <a16:creationId xmlns:a16="http://schemas.microsoft.com/office/drawing/2014/main" id="{EDABE491-9021-6388-51E1-4F8E0441E8AF}"/>
                    </a:ext>
                  </a:extLst>
                </p:cNvPr>
                <p:cNvSpPr/>
                <p:nvPr/>
              </p:nvSpPr>
              <p:spPr>
                <a:xfrm>
                  <a:off x="2330678" y="4153521"/>
                  <a:ext cx="333990" cy="170725"/>
                </a:xfrm>
                <a:custGeom>
                  <a:avLst/>
                  <a:gdLst>
                    <a:gd name="connsiteX0" fmla="*/ 442892 w 442892"/>
                    <a:gd name="connsiteY0" fmla="*/ 226394 h 226393"/>
                    <a:gd name="connsiteX1" fmla="*/ 413884 w 442892"/>
                    <a:gd name="connsiteY1" fmla="*/ 0 h 226393"/>
                    <a:gd name="connsiteX2" fmla="*/ 29029 w 442892"/>
                    <a:gd name="connsiteY2" fmla="*/ 0 h 226393"/>
                    <a:gd name="connsiteX3" fmla="*/ 0 w 442892"/>
                    <a:gd name="connsiteY3" fmla="*/ 226394 h 226393"/>
                    <a:gd name="connsiteX4" fmla="*/ 442892 w 442892"/>
                    <a:gd name="connsiteY4" fmla="*/ 226394 h 226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892" h="226393">
                      <a:moveTo>
                        <a:pt x="442892" y="226394"/>
                      </a:moveTo>
                      <a:lnTo>
                        <a:pt x="413884" y="0"/>
                      </a:lnTo>
                      <a:lnTo>
                        <a:pt x="29029" y="0"/>
                      </a:lnTo>
                      <a:lnTo>
                        <a:pt x="0" y="226394"/>
                      </a:lnTo>
                      <a:lnTo>
                        <a:pt x="442892" y="226394"/>
                      </a:lnTo>
                      <a:close/>
                    </a:path>
                  </a:pathLst>
                </a:custGeom>
                <a:solidFill>
                  <a:srgbClr val="0029ED"/>
                </a:solidFill>
                <a:ln w="21233" cap="flat">
                  <a:noFill/>
                  <a:prstDash val="solid"/>
                  <a:miter/>
                </a:ln>
              </p:spPr>
              <p:txBody>
                <a:bodyPr rtlCol="0" anchor="ctr"/>
                <a:lstStyle/>
                <a:p>
                  <a:endParaRPr lang="sv-SE"/>
                </a:p>
              </p:txBody>
            </p:sp>
            <p:sp>
              <p:nvSpPr>
                <p:cNvPr id="139" name="Freeform: Shape 138">
                  <a:extLst>
                    <a:ext uri="{FF2B5EF4-FFF2-40B4-BE49-F238E27FC236}">
                      <a16:creationId xmlns:a16="http://schemas.microsoft.com/office/drawing/2014/main" id="{3DA8F472-9AA5-13CF-77EF-2E07B9A90CFE}"/>
                    </a:ext>
                  </a:extLst>
                </p:cNvPr>
                <p:cNvSpPr/>
                <p:nvPr/>
              </p:nvSpPr>
              <p:spPr>
                <a:xfrm>
                  <a:off x="1893941" y="4153521"/>
                  <a:ext cx="394043" cy="170725"/>
                </a:xfrm>
                <a:custGeom>
                  <a:avLst/>
                  <a:gdLst>
                    <a:gd name="connsiteX0" fmla="*/ 493518 w 522526"/>
                    <a:gd name="connsiteY0" fmla="*/ 226394 h 226393"/>
                    <a:gd name="connsiteX1" fmla="*/ 522526 w 522526"/>
                    <a:gd name="connsiteY1" fmla="*/ 0 h 226393"/>
                    <a:gd name="connsiteX2" fmla="*/ 100997 w 522526"/>
                    <a:gd name="connsiteY2" fmla="*/ 0 h 226393"/>
                    <a:gd name="connsiteX3" fmla="*/ 0 w 522526"/>
                    <a:gd name="connsiteY3" fmla="*/ 224377 h 226393"/>
                    <a:gd name="connsiteX4" fmla="*/ 0 w 522526"/>
                    <a:gd name="connsiteY4" fmla="*/ 226394 h 226393"/>
                    <a:gd name="connsiteX5" fmla="*/ 493518 w 522526"/>
                    <a:gd name="connsiteY5" fmla="*/ 226394 h 22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526" h="226393">
                      <a:moveTo>
                        <a:pt x="493518" y="226394"/>
                      </a:moveTo>
                      <a:lnTo>
                        <a:pt x="522526" y="0"/>
                      </a:lnTo>
                      <a:lnTo>
                        <a:pt x="100997" y="0"/>
                      </a:lnTo>
                      <a:lnTo>
                        <a:pt x="0" y="224377"/>
                      </a:lnTo>
                      <a:lnTo>
                        <a:pt x="0" y="226394"/>
                      </a:lnTo>
                      <a:lnTo>
                        <a:pt x="493518" y="226394"/>
                      </a:lnTo>
                      <a:close/>
                    </a:path>
                  </a:pathLst>
                </a:custGeom>
                <a:solidFill>
                  <a:srgbClr val="0029ED"/>
                </a:solidFill>
                <a:ln w="21233" cap="flat">
                  <a:noFill/>
                  <a:prstDash val="solid"/>
                  <a:miter/>
                </a:ln>
              </p:spPr>
              <p:txBody>
                <a:bodyPr rtlCol="0" anchor="ctr"/>
                <a:lstStyle/>
                <a:p>
                  <a:endParaRPr lang="sv-SE"/>
                </a:p>
              </p:txBody>
            </p:sp>
            <p:sp>
              <p:nvSpPr>
                <p:cNvPr id="140" name="Freeform: Shape 139">
                  <a:extLst>
                    <a:ext uri="{FF2B5EF4-FFF2-40B4-BE49-F238E27FC236}">
                      <a16:creationId xmlns:a16="http://schemas.microsoft.com/office/drawing/2014/main" id="{20CF1BAA-A1DC-1A76-F3FD-5EEA8FCA582B}"/>
                    </a:ext>
                  </a:extLst>
                </p:cNvPr>
                <p:cNvSpPr/>
                <p:nvPr/>
              </p:nvSpPr>
              <p:spPr>
                <a:xfrm>
                  <a:off x="2097033" y="3735778"/>
                  <a:ext cx="244502" cy="135671"/>
                </a:xfrm>
                <a:custGeom>
                  <a:avLst/>
                  <a:gdLst>
                    <a:gd name="connsiteX0" fmla="*/ 301165 w 324226"/>
                    <a:gd name="connsiteY0" fmla="*/ 179909 h 179908"/>
                    <a:gd name="connsiteX1" fmla="*/ 324227 w 324226"/>
                    <a:gd name="connsiteY1" fmla="*/ 0 h 179908"/>
                    <a:gd name="connsiteX2" fmla="*/ 80972 w 324226"/>
                    <a:gd name="connsiteY2" fmla="*/ 0 h 179908"/>
                    <a:gd name="connsiteX3" fmla="*/ 0 w 324226"/>
                    <a:gd name="connsiteY3" fmla="*/ 179909 h 179908"/>
                    <a:gd name="connsiteX4" fmla="*/ 301165 w 324226"/>
                    <a:gd name="connsiteY4" fmla="*/ 179909 h 179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26" h="179908">
                      <a:moveTo>
                        <a:pt x="301165" y="179909"/>
                      </a:moveTo>
                      <a:lnTo>
                        <a:pt x="324227" y="0"/>
                      </a:lnTo>
                      <a:lnTo>
                        <a:pt x="80972" y="0"/>
                      </a:lnTo>
                      <a:lnTo>
                        <a:pt x="0" y="179909"/>
                      </a:lnTo>
                      <a:lnTo>
                        <a:pt x="301165" y="179909"/>
                      </a:lnTo>
                      <a:close/>
                    </a:path>
                  </a:pathLst>
                </a:custGeom>
                <a:solidFill>
                  <a:srgbClr val="0029ED"/>
                </a:solidFill>
                <a:ln w="21233" cap="flat">
                  <a:noFill/>
                  <a:prstDash val="solid"/>
                  <a:miter/>
                </a:ln>
              </p:spPr>
              <p:txBody>
                <a:bodyPr rtlCol="0" anchor="ctr"/>
                <a:lstStyle/>
                <a:p>
                  <a:endParaRPr lang="sv-SE"/>
                </a:p>
              </p:txBody>
            </p:sp>
          </p:grpSp>
          <p:grpSp>
            <p:nvGrpSpPr>
              <p:cNvPr id="120" name="Group 119">
                <a:extLst>
                  <a:ext uri="{FF2B5EF4-FFF2-40B4-BE49-F238E27FC236}">
                    <a16:creationId xmlns:a16="http://schemas.microsoft.com/office/drawing/2014/main" id="{003CDDD1-FCDD-8BE9-53D4-DF8213DAB0FE}"/>
                  </a:ext>
                </a:extLst>
              </p:cNvPr>
              <p:cNvGrpSpPr/>
              <p:nvPr/>
            </p:nvGrpSpPr>
            <p:grpSpPr>
              <a:xfrm>
                <a:off x="1609016" y="2563895"/>
                <a:ext cx="761825" cy="758372"/>
                <a:chOff x="8400879" y="601519"/>
                <a:chExt cx="538907" cy="536465"/>
              </a:xfrm>
            </p:grpSpPr>
            <p:sp>
              <p:nvSpPr>
                <p:cNvPr id="122" name="Freeform: Shape 121">
                  <a:extLst>
                    <a:ext uri="{FF2B5EF4-FFF2-40B4-BE49-F238E27FC236}">
                      <a16:creationId xmlns:a16="http://schemas.microsoft.com/office/drawing/2014/main" id="{AFFB1E61-E31C-B4D7-547F-1B5676F2837D}"/>
                    </a:ext>
                  </a:extLst>
                </p:cNvPr>
                <p:cNvSpPr/>
                <p:nvPr/>
              </p:nvSpPr>
              <p:spPr>
                <a:xfrm rot="2700000">
                  <a:off x="8460439" y="689985"/>
                  <a:ext cx="106178" cy="42471"/>
                </a:xfrm>
                <a:custGeom>
                  <a:avLst/>
                  <a:gdLst>
                    <a:gd name="connsiteX0" fmla="*/ 0 w 106178"/>
                    <a:gd name="connsiteY0" fmla="*/ 0 h 42471"/>
                    <a:gd name="connsiteX1" fmla="*/ 106179 w 106178"/>
                    <a:gd name="connsiteY1" fmla="*/ 0 h 42471"/>
                    <a:gd name="connsiteX2" fmla="*/ 106179 w 106178"/>
                    <a:gd name="connsiteY2" fmla="*/ 42471 h 42471"/>
                    <a:gd name="connsiteX3" fmla="*/ 0 w 106178"/>
                    <a:gd name="connsiteY3" fmla="*/ 42471 h 42471"/>
                  </a:gdLst>
                  <a:ahLst/>
                  <a:cxnLst>
                    <a:cxn ang="0">
                      <a:pos x="connsiteX0" y="connsiteY0"/>
                    </a:cxn>
                    <a:cxn ang="0">
                      <a:pos x="connsiteX1" y="connsiteY1"/>
                    </a:cxn>
                    <a:cxn ang="0">
                      <a:pos x="connsiteX2" y="connsiteY2"/>
                    </a:cxn>
                    <a:cxn ang="0">
                      <a:pos x="connsiteX3" y="connsiteY3"/>
                    </a:cxn>
                  </a:cxnLst>
                  <a:rect l="l" t="t" r="r" b="b"/>
                  <a:pathLst>
                    <a:path w="106178" h="42471">
                      <a:moveTo>
                        <a:pt x="0" y="0"/>
                      </a:moveTo>
                      <a:lnTo>
                        <a:pt x="106179" y="0"/>
                      </a:lnTo>
                      <a:lnTo>
                        <a:pt x="106179" y="42471"/>
                      </a:lnTo>
                      <a:lnTo>
                        <a:pt x="0" y="42471"/>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123" name="Freeform: Shape 122">
                  <a:extLst>
                    <a:ext uri="{FF2B5EF4-FFF2-40B4-BE49-F238E27FC236}">
                      <a16:creationId xmlns:a16="http://schemas.microsoft.com/office/drawing/2014/main" id="{5A8DBC0B-F402-D9D2-DCDD-362E178A3BF4}"/>
                    </a:ext>
                  </a:extLst>
                </p:cNvPr>
                <p:cNvSpPr/>
                <p:nvPr/>
              </p:nvSpPr>
              <p:spPr>
                <a:xfrm rot="2700000">
                  <a:off x="8618795" y="600298"/>
                  <a:ext cx="103736" cy="106178"/>
                </a:xfrm>
                <a:custGeom>
                  <a:avLst/>
                  <a:gdLst>
                    <a:gd name="connsiteX0" fmla="*/ 73709 w 103736"/>
                    <a:gd name="connsiteY0" fmla="*/ 106179 h 106178"/>
                    <a:gd name="connsiteX1" fmla="*/ 0 w 103736"/>
                    <a:gd name="connsiteY1" fmla="*/ 30728 h 106178"/>
                    <a:gd name="connsiteX2" fmla="*/ 30027 w 103736"/>
                    <a:gd name="connsiteY2" fmla="*/ 0 h 106178"/>
                    <a:gd name="connsiteX3" fmla="*/ 103736 w 103736"/>
                    <a:gd name="connsiteY3" fmla="*/ 75429 h 106178"/>
                    <a:gd name="connsiteX4" fmla="*/ 73709 w 103736"/>
                    <a:gd name="connsiteY4" fmla="*/ 106179 h 106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36" h="106178">
                      <a:moveTo>
                        <a:pt x="73709" y="106179"/>
                      </a:moveTo>
                      <a:lnTo>
                        <a:pt x="0" y="30728"/>
                      </a:lnTo>
                      <a:lnTo>
                        <a:pt x="30027" y="0"/>
                      </a:lnTo>
                      <a:lnTo>
                        <a:pt x="103736" y="75429"/>
                      </a:lnTo>
                      <a:lnTo>
                        <a:pt x="73709" y="106179"/>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124" name="Freeform: Shape 123">
                  <a:extLst>
                    <a:ext uri="{FF2B5EF4-FFF2-40B4-BE49-F238E27FC236}">
                      <a16:creationId xmlns:a16="http://schemas.microsoft.com/office/drawing/2014/main" id="{98231C1F-7C24-76BF-9D4A-36B31CEBEC66}"/>
                    </a:ext>
                  </a:extLst>
                </p:cNvPr>
                <p:cNvSpPr/>
                <p:nvPr/>
              </p:nvSpPr>
              <p:spPr>
                <a:xfrm rot="2700000">
                  <a:off x="8542054" y="743201"/>
                  <a:ext cx="254828" cy="254828"/>
                </a:xfrm>
                <a:custGeom>
                  <a:avLst/>
                  <a:gdLst>
                    <a:gd name="connsiteX0" fmla="*/ 254829 w 254828"/>
                    <a:gd name="connsiteY0" fmla="*/ 127414 h 254828"/>
                    <a:gd name="connsiteX1" fmla="*/ 127414 w 254828"/>
                    <a:gd name="connsiteY1" fmla="*/ 254829 h 254828"/>
                    <a:gd name="connsiteX2" fmla="*/ 0 w 254828"/>
                    <a:gd name="connsiteY2" fmla="*/ 127414 h 254828"/>
                    <a:gd name="connsiteX3" fmla="*/ 127414 w 254828"/>
                    <a:gd name="connsiteY3" fmla="*/ 0 h 254828"/>
                    <a:gd name="connsiteX4" fmla="*/ 254829 w 254828"/>
                    <a:gd name="connsiteY4" fmla="*/ 127414 h 25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828" h="254828">
                      <a:moveTo>
                        <a:pt x="254829" y="127414"/>
                      </a:moveTo>
                      <a:cubicBezTo>
                        <a:pt x="254829" y="197783"/>
                        <a:pt x="197783" y="254829"/>
                        <a:pt x="127414" y="254829"/>
                      </a:cubicBezTo>
                      <a:cubicBezTo>
                        <a:pt x="57045" y="254829"/>
                        <a:pt x="0" y="197783"/>
                        <a:pt x="0" y="127414"/>
                      </a:cubicBezTo>
                      <a:cubicBezTo>
                        <a:pt x="0" y="57045"/>
                        <a:pt x="57045" y="0"/>
                        <a:pt x="127414" y="0"/>
                      </a:cubicBezTo>
                      <a:cubicBezTo>
                        <a:pt x="197783" y="0"/>
                        <a:pt x="254829" y="57045"/>
                        <a:pt x="254829" y="127414"/>
                      </a:cubicBez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125" name="Freeform: Shape 124">
                  <a:extLst>
                    <a:ext uri="{FF2B5EF4-FFF2-40B4-BE49-F238E27FC236}">
                      <a16:creationId xmlns:a16="http://schemas.microsoft.com/office/drawing/2014/main" id="{0E23A451-A367-B7DC-EA2C-556E3EFD7616}"/>
                    </a:ext>
                  </a:extLst>
                </p:cNvPr>
                <p:cNvSpPr/>
                <p:nvPr/>
              </p:nvSpPr>
              <p:spPr>
                <a:xfrm rot="2700000">
                  <a:off x="8807627" y="658132"/>
                  <a:ext cx="42471" cy="106178"/>
                </a:xfrm>
                <a:custGeom>
                  <a:avLst/>
                  <a:gdLst>
                    <a:gd name="connsiteX0" fmla="*/ 0 w 42471"/>
                    <a:gd name="connsiteY0" fmla="*/ 0 h 106178"/>
                    <a:gd name="connsiteX1" fmla="*/ 42471 w 42471"/>
                    <a:gd name="connsiteY1" fmla="*/ 0 h 106178"/>
                    <a:gd name="connsiteX2" fmla="*/ 42471 w 42471"/>
                    <a:gd name="connsiteY2" fmla="*/ 106179 h 106178"/>
                    <a:gd name="connsiteX3" fmla="*/ 0 w 42471"/>
                    <a:gd name="connsiteY3" fmla="*/ 106179 h 106178"/>
                  </a:gdLst>
                  <a:ahLst/>
                  <a:cxnLst>
                    <a:cxn ang="0">
                      <a:pos x="connsiteX0" y="connsiteY0"/>
                    </a:cxn>
                    <a:cxn ang="0">
                      <a:pos x="connsiteX1" y="connsiteY1"/>
                    </a:cxn>
                    <a:cxn ang="0">
                      <a:pos x="connsiteX2" y="connsiteY2"/>
                    </a:cxn>
                    <a:cxn ang="0">
                      <a:pos x="connsiteX3" y="connsiteY3"/>
                    </a:cxn>
                  </a:cxnLst>
                  <a:rect l="l" t="t" r="r" b="b"/>
                  <a:pathLst>
                    <a:path w="42471" h="106178">
                      <a:moveTo>
                        <a:pt x="0" y="0"/>
                      </a:moveTo>
                      <a:lnTo>
                        <a:pt x="42471" y="0"/>
                      </a:lnTo>
                      <a:lnTo>
                        <a:pt x="42471" y="106179"/>
                      </a:lnTo>
                      <a:lnTo>
                        <a:pt x="0" y="106179"/>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126" name="Freeform: Shape 125">
                  <a:extLst>
                    <a:ext uri="{FF2B5EF4-FFF2-40B4-BE49-F238E27FC236}">
                      <a16:creationId xmlns:a16="http://schemas.microsoft.com/office/drawing/2014/main" id="{CB32FC46-8BAB-69E5-243B-0CA25EE1CD68}"/>
                    </a:ext>
                  </a:extLst>
                </p:cNvPr>
                <p:cNvSpPr/>
                <p:nvPr/>
              </p:nvSpPr>
              <p:spPr>
                <a:xfrm rot="2700000">
                  <a:off x="8775774" y="1005319"/>
                  <a:ext cx="106178" cy="42471"/>
                </a:xfrm>
                <a:custGeom>
                  <a:avLst/>
                  <a:gdLst>
                    <a:gd name="connsiteX0" fmla="*/ 0 w 106178"/>
                    <a:gd name="connsiteY0" fmla="*/ 0 h 42471"/>
                    <a:gd name="connsiteX1" fmla="*/ 106179 w 106178"/>
                    <a:gd name="connsiteY1" fmla="*/ 0 h 42471"/>
                    <a:gd name="connsiteX2" fmla="*/ 106179 w 106178"/>
                    <a:gd name="connsiteY2" fmla="*/ 42471 h 42471"/>
                    <a:gd name="connsiteX3" fmla="*/ 0 w 106178"/>
                    <a:gd name="connsiteY3" fmla="*/ 42471 h 42471"/>
                  </a:gdLst>
                  <a:ahLst/>
                  <a:cxnLst>
                    <a:cxn ang="0">
                      <a:pos x="connsiteX0" y="connsiteY0"/>
                    </a:cxn>
                    <a:cxn ang="0">
                      <a:pos x="connsiteX1" y="connsiteY1"/>
                    </a:cxn>
                    <a:cxn ang="0">
                      <a:pos x="connsiteX2" y="connsiteY2"/>
                    </a:cxn>
                    <a:cxn ang="0">
                      <a:pos x="connsiteX3" y="connsiteY3"/>
                    </a:cxn>
                  </a:cxnLst>
                  <a:rect l="l" t="t" r="r" b="b"/>
                  <a:pathLst>
                    <a:path w="106178" h="42471">
                      <a:moveTo>
                        <a:pt x="0" y="0"/>
                      </a:moveTo>
                      <a:lnTo>
                        <a:pt x="106179" y="0"/>
                      </a:lnTo>
                      <a:lnTo>
                        <a:pt x="106179" y="42471"/>
                      </a:lnTo>
                      <a:lnTo>
                        <a:pt x="0" y="42471"/>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127" name="Freeform: Shape 126">
                  <a:extLst>
                    <a:ext uri="{FF2B5EF4-FFF2-40B4-BE49-F238E27FC236}">
                      <a16:creationId xmlns:a16="http://schemas.microsoft.com/office/drawing/2014/main" id="{DD10DCB5-2C97-2CDB-0B4F-33BAA74B605D}"/>
                    </a:ext>
                  </a:extLst>
                </p:cNvPr>
                <p:cNvSpPr/>
                <p:nvPr/>
              </p:nvSpPr>
              <p:spPr>
                <a:xfrm rot="2700000">
                  <a:off x="8834829" y="816332"/>
                  <a:ext cx="103736" cy="106178"/>
                </a:xfrm>
                <a:custGeom>
                  <a:avLst/>
                  <a:gdLst>
                    <a:gd name="connsiteX0" fmla="*/ 30027 w 103736"/>
                    <a:gd name="connsiteY0" fmla="*/ 106179 h 106178"/>
                    <a:gd name="connsiteX1" fmla="*/ 103736 w 103736"/>
                    <a:gd name="connsiteY1" fmla="*/ 30728 h 106178"/>
                    <a:gd name="connsiteX2" fmla="*/ 73709 w 103736"/>
                    <a:gd name="connsiteY2" fmla="*/ 0 h 106178"/>
                    <a:gd name="connsiteX3" fmla="*/ 0 w 103736"/>
                    <a:gd name="connsiteY3" fmla="*/ 75429 h 106178"/>
                    <a:gd name="connsiteX4" fmla="*/ 30027 w 103736"/>
                    <a:gd name="connsiteY4" fmla="*/ 106179 h 106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36" h="106178">
                      <a:moveTo>
                        <a:pt x="30027" y="106179"/>
                      </a:moveTo>
                      <a:lnTo>
                        <a:pt x="103736" y="30728"/>
                      </a:lnTo>
                      <a:lnTo>
                        <a:pt x="73709" y="0"/>
                      </a:lnTo>
                      <a:lnTo>
                        <a:pt x="0" y="75429"/>
                      </a:lnTo>
                      <a:lnTo>
                        <a:pt x="30027" y="106179"/>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128" name="Freeform: Shape 127">
                  <a:extLst>
                    <a:ext uri="{FF2B5EF4-FFF2-40B4-BE49-F238E27FC236}">
                      <a16:creationId xmlns:a16="http://schemas.microsoft.com/office/drawing/2014/main" id="{4CF8F91D-7C8D-DA46-4D25-E82B2D5A5D83}"/>
                    </a:ext>
                  </a:extLst>
                </p:cNvPr>
                <p:cNvSpPr/>
                <p:nvPr/>
              </p:nvSpPr>
              <p:spPr>
                <a:xfrm rot="2700000">
                  <a:off x="8402100" y="816993"/>
                  <a:ext cx="103736" cy="106178"/>
                </a:xfrm>
                <a:custGeom>
                  <a:avLst/>
                  <a:gdLst>
                    <a:gd name="connsiteX0" fmla="*/ 73709 w 103736"/>
                    <a:gd name="connsiteY0" fmla="*/ 0 h 106178"/>
                    <a:gd name="connsiteX1" fmla="*/ 0 w 103736"/>
                    <a:gd name="connsiteY1" fmla="*/ 75451 h 106178"/>
                    <a:gd name="connsiteX2" fmla="*/ 30027 w 103736"/>
                    <a:gd name="connsiteY2" fmla="*/ 106179 h 106178"/>
                    <a:gd name="connsiteX3" fmla="*/ 103736 w 103736"/>
                    <a:gd name="connsiteY3" fmla="*/ 30749 h 106178"/>
                    <a:gd name="connsiteX4" fmla="*/ 73709 w 103736"/>
                    <a:gd name="connsiteY4" fmla="*/ 0 h 106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36" h="106178">
                      <a:moveTo>
                        <a:pt x="73709" y="0"/>
                      </a:moveTo>
                      <a:lnTo>
                        <a:pt x="0" y="75451"/>
                      </a:lnTo>
                      <a:lnTo>
                        <a:pt x="30027" y="106179"/>
                      </a:lnTo>
                      <a:lnTo>
                        <a:pt x="103736" y="30749"/>
                      </a:lnTo>
                      <a:lnTo>
                        <a:pt x="73709" y="0"/>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129" name="Freeform: Shape 128">
                  <a:extLst>
                    <a:ext uri="{FF2B5EF4-FFF2-40B4-BE49-F238E27FC236}">
                      <a16:creationId xmlns:a16="http://schemas.microsoft.com/office/drawing/2014/main" id="{9F432E77-F6A9-31AA-8429-00BF4E1EBD28}"/>
                    </a:ext>
                  </a:extLst>
                </p:cNvPr>
                <p:cNvSpPr/>
                <p:nvPr/>
              </p:nvSpPr>
              <p:spPr>
                <a:xfrm rot="2700000">
                  <a:off x="8490566" y="975193"/>
                  <a:ext cx="42471" cy="106178"/>
                </a:xfrm>
                <a:custGeom>
                  <a:avLst/>
                  <a:gdLst>
                    <a:gd name="connsiteX0" fmla="*/ 0 w 42471"/>
                    <a:gd name="connsiteY0" fmla="*/ 0 h 106178"/>
                    <a:gd name="connsiteX1" fmla="*/ 42471 w 42471"/>
                    <a:gd name="connsiteY1" fmla="*/ 0 h 106178"/>
                    <a:gd name="connsiteX2" fmla="*/ 42471 w 42471"/>
                    <a:gd name="connsiteY2" fmla="*/ 106179 h 106178"/>
                    <a:gd name="connsiteX3" fmla="*/ 0 w 42471"/>
                    <a:gd name="connsiteY3" fmla="*/ 106179 h 106178"/>
                  </a:gdLst>
                  <a:ahLst/>
                  <a:cxnLst>
                    <a:cxn ang="0">
                      <a:pos x="connsiteX0" y="connsiteY0"/>
                    </a:cxn>
                    <a:cxn ang="0">
                      <a:pos x="connsiteX1" y="connsiteY1"/>
                    </a:cxn>
                    <a:cxn ang="0">
                      <a:pos x="connsiteX2" y="connsiteY2"/>
                    </a:cxn>
                    <a:cxn ang="0">
                      <a:pos x="connsiteX3" y="connsiteY3"/>
                    </a:cxn>
                  </a:cxnLst>
                  <a:rect l="l" t="t" r="r" b="b"/>
                  <a:pathLst>
                    <a:path w="42471" h="106178">
                      <a:moveTo>
                        <a:pt x="0" y="0"/>
                      </a:moveTo>
                      <a:lnTo>
                        <a:pt x="42471" y="0"/>
                      </a:lnTo>
                      <a:lnTo>
                        <a:pt x="42471" y="106179"/>
                      </a:lnTo>
                      <a:lnTo>
                        <a:pt x="0" y="106179"/>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130" name="Freeform: Shape 129">
                  <a:extLst>
                    <a:ext uri="{FF2B5EF4-FFF2-40B4-BE49-F238E27FC236}">
                      <a16:creationId xmlns:a16="http://schemas.microsoft.com/office/drawing/2014/main" id="{1A1B29AC-8831-2CD6-7236-002B073DFFA7}"/>
                    </a:ext>
                  </a:extLst>
                </p:cNvPr>
                <p:cNvSpPr/>
                <p:nvPr/>
              </p:nvSpPr>
              <p:spPr>
                <a:xfrm rot="2700000">
                  <a:off x="8618134" y="1033027"/>
                  <a:ext cx="103736" cy="106178"/>
                </a:xfrm>
                <a:custGeom>
                  <a:avLst/>
                  <a:gdLst>
                    <a:gd name="connsiteX0" fmla="*/ 30027 w 103736"/>
                    <a:gd name="connsiteY0" fmla="*/ 0 h 106178"/>
                    <a:gd name="connsiteX1" fmla="*/ 103736 w 103736"/>
                    <a:gd name="connsiteY1" fmla="*/ 75451 h 106178"/>
                    <a:gd name="connsiteX2" fmla="*/ 73709 w 103736"/>
                    <a:gd name="connsiteY2" fmla="*/ 106179 h 106178"/>
                    <a:gd name="connsiteX3" fmla="*/ 0 w 103736"/>
                    <a:gd name="connsiteY3" fmla="*/ 30749 h 106178"/>
                    <a:gd name="connsiteX4" fmla="*/ 30027 w 103736"/>
                    <a:gd name="connsiteY4" fmla="*/ 0 h 106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36" h="106178">
                      <a:moveTo>
                        <a:pt x="30027" y="0"/>
                      </a:moveTo>
                      <a:lnTo>
                        <a:pt x="103736" y="75451"/>
                      </a:lnTo>
                      <a:lnTo>
                        <a:pt x="73709" y="106179"/>
                      </a:lnTo>
                      <a:lnTo>
                        <a:pt x="0" y="30749"/>
                      </a:lnTo>
                      <a:lnTo>
                        <a:pt x="30027" y="0"/>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grpSp>
        </p:grpSp>
        <p:pic>
          <p:nvPicPr>
            <p:cNvPr id="149" name="Graphic 148" descr="Lightning bolt with solid fill">
              <a:extLst>
                <a:ext uri="{FF2B5EF4-FFF2-40B4-BE49-F238E27FC236}">
                  <a16:creationId xmlns:a16="http://schemas.microsoft.com/office/drawing/2014/main" id="{9773AD65-F8D5-B616-CC30-680005FBA8F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07446" y="3665615"/>
              <a:ext cx="717036" cy="717036"/>
            </a:xfrm>
            <a:prstGeom prst="rect">
              <a:avLst/>
            </a:prstGeom>
          </p:spPr>
        </p:pic>
      </p:grpSp>
      <p:sp>
        <p:nvSpPr>
          <p:cNvPr id="150" name="Rectangle: Rounded Corners 149">
            <a:extLst>
              <a:ext uri="{FF2B5EF4-FFF2-40B4-BE49-F238E27FC236}">
                <a16:creationId xmlns:a16="http://schemas.microsoft.com/office/drawing/2014/main" id="{3B9A21E3-648D-774B-CF83-380C7D95E81A}"/>
              </a:ext>
            </a:extLst>
          </p:cNvPr>
          <p:cNvSpPr/>
          <p:nvPr/>
        </p:nvSpPr>
        <p:spPr>
          <a:xfrm>
            <a:off x="8848725" y="1908373"/>
            <a:ext cx="3105016" cy="758372"/>
          </a:xfrm>
          <a:prstGeom prst="roundRect">
            <a:avLst/>
          </a:prstGeom>
          <a:solidFill>
            <a:srgbClr val="00006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Combined Controller</a:t>
            </a:r>
          </a:p>
        </p:txBody>
      </p:sp>
      <p:pic>
        <p:nvPicPr>
          <p:cNvPr id="151" name="Graphic 150" descr="Dollar with solid fill">
            <a:extLst>
              <a:ext uri="{FF2B5EF4-FFF2-40B4-BE49-F238E27FC236}">
                <a16:creationId xmlns:a16="http://schemas.microsoft.com/office/drawing/2014/main" id="{F34336D3-E4F1-CA77-CBCB-F6F58B9BFB3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35190" y="2843631"/>
            <a:ext cx="540000" cy="540000"/>
          </a:xfrm>
          <a:prstGeom prst="rect">
            <a:avLst/>
          </a:prstGeom>
        </p:spPr>
      </p:pic>
      <p:pic>
        <p:nvPicPr>
          <p:cNvPr id="152" name="Graphic 151" descr="Open hand with plant with solid fill">
            <a:extLst>
              <a:ext uri="{FF2B5EF4-FFF2-40B4-BE49-F238E27FC236}">
                <a16:creationId xmlns:a16="http://schemas.microsoft.com/office/drawing/2014/main" id="{8EAFEC1F-B8BF-1F23-85A5-1B83F9F5025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960630" y="2843631"/>
            <a:ext cx="540000" cy="540000"/>
          </a:xfrm>
          <a:prstGeom prst="rect">
            <a:avLst/>
          </a:prstGeom>
        </p:spPr>
      </p:pic>
      <p:pic>
        <p:nvPicPr>
          <p:cNvPr id="153" name="Graphic 152" descr="Thermometer with solid fill">
            <a:extLst>
              <a:ext uri="{FF2B5EF4-FFF2-40B4-BE49-F238E27FC236}">
                <a16:creationId xmlns:a16="http://schemas.microsoft.com/office/drawing/2014/main" id="{43BD20BD-1A07-844E-077D-B252E7B03A6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203990" y="2843631"/>
            <a:ext cx="540000" cy="540000"/>
          </a:xfrm>
          <a:prstGeom prst="rect">
            <a:avLst/>
          </a:prstGeom>
        </p:spPr>
      </p:pic>
      <p:pic>
        <p:nvPicPr>
          <p:cNvPr id="154" name="Graphic 153" descr="Badge Follow with solid fill">
            <a:extLst>
              <a:ext uri="{FF2B5EF4-FFF2-40B4-BE49-F238E27FC236}">
                <a16:creationId xmlns:a16="http://schemas.microsoft.com/office/drawing/2014/main" id="{2421A05C-5762-1581-D5FA-833F27FF827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611364" y="3120154"/>
            <a:ext cx="457200" cy="457200"/>
          </a:xfrm>
          <a:prstGeom prst="rect">
            <a:avLst/>
          </a:prstGeom>
        </p:spPr>
      </p:pic>
      <p:pic>
        <p:nvPicPr>
          <p:cNvPr id="157" name="Graphic 156" descr="Badge Follow with solid fill">
            <a:extLst>
              <a:ext uri="{FF2B5EF4-FFF2-40B4-BE49-F238E27FC236}">
                <a16:creationId xmlns:a16="http://schemas.microsoft.com/office/drawing/2014/main" id="{656955B3-090F-6891-ABA3-06044C7BA9B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446492" y="3120154"/>
            <a:ext cx="457200" cy="457200"/>
          </a:xfrm>
          <a:prstGeom prst="rect">
            <a:avLst/>
          </a:prstGeom>
        </p:spPr>
      </p:pic>
      <p:pic>
        <p:nvPicPr>
          <p:cNvPr id="158" name="Graphic 157" descr="Badge Follow with solid fill">
            <a:extLst>
              <a:ext uri="{FF2B5EF4-FFF2-40B4-BE49-F238E27FC236}">
                <a16:creationId xmlns:a16="http://schemas.microsoft.com/office/drawing/2014/main" id="{1280F31C-4C24-85D2-8543-7B4846CC6AF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1281619" y="3120154"/>
            <a:ext cx="457200" cy="457200"/>
          </a:xfrm>
          <a:prstGeom prst="rect">
            <a:avLst/>
          </a:prstGeom>
        </p:spPr>
      </p:pic>
      <p:grpSp>
        <p:nvGrpSpPr>
          <p:cNvPr id="169" name="Group 168">
            <a:extLst>
              <a:ext uri="{FF2B5EF4-FFF2-40B4-BE49-F238E27FC236}">
                <a16:creationId xmlns:a16="http://schemas.microsoft.com/office/drawing/2014/main" id="{EF8DA014-877B-6305-73B2-2FC306D28C07}"/>
              </a:ext>
            </a:extLst>
          </p:cNvPr>
          <p:cNvGrpSpPr/>
          <p:nvPr/>
        </p:nvGrpSpPr>
        <p:grpSpPr>
          <a:xfrm>
            <a:off x="369631" y="4683542"/>
            <a:ext cx="4340955" cy="2190107"/>
            <a:chOff x="369631" y="987842"/>
            <a:chExt cx="4340955" cy="2190107"/>
          </a:xfrm>
        </p:grpSpPr>
        <p:grpSp>
          <p:nvGrpSpPr>
            <p:cNvPr id="25" name="Group 24">
              <a:extLst>
                <a:ext uri="{FF2B5EF4-FFF2-40B4-BE49-F238E27FC236}">
                  <a16:creationId xmlns:a16="http://schemas.microsoft.com/office/drawing/2014/main" id="{A80E67C8-652E-B604-08A5-B015E48AC313}"/>
                </a:ext>
              </a:extLst>
            </p:cNvPr>
            <p:cNvGrpSpPr/>
            <p:nvPr/>
          </p:nvGrpSpPr>
          <p:grpSpPr>
            <a:xfrm>
              <a:off x="369631" y="1183303"/>
              <a:ext cx="3567790" cy="1994646"/>
              <a:chOff x="425745" y="992803"/>
              <a:chExt cx="6808356" cy="3806349"/>
            </a:xfrm>
          </p:grpSpPr>
          <p:grpSp>
            <p:nvGrpSpPr>
              <p:cNvPr id="13" name="Group 12">
                <a:extLst>
                  <a:ext uri="{FF2B5EF4-FFF2-40B4-BE49-F238E27FC236}">
                    <a16:creationId xmlns:a16="http://schemas.microsoft.com/office/drawing/2014/main" id="{1B42FA2B-0034-079E-9910-FA14BCB90BC3}"/>
                  </a:ext>
                </a:extLst>
              </p:cNvPr>
              <p:cNvGrpSpPr/>
              <p:nvPr/>
            </p:nvGrpSpPr>
            <p:grpSpPr>
              <a:xfrm>
                <a:off x="425745" y="992803"/>
                <a:ext cx="6808356" cy="3806349"/>
                <a:chOff x="137036" y="2776464"/>
                <a:chExt cx="7079046" cy="3929866"/>
              </a:xfrm>
            </p:grpSpPr>
            <p:pic>
              <p:nvPicPr>
                <p:cNvPr id="14" name="Picture 13">
                  <a:extLst>
                    <a:ext uri="{FF2B5EF4-FFF2-40B4-BE49-F238E27FC236}">
                      <a16:creationId xmlns:a16="http://schemas.microsoft.com/office/drawing/2014/main" id="{8ECE84C0-FA80-DB41-757C-1CF9DE00DE6F}"/>
                    </a:ext>
                  </a:extLst>
                </p:cNvPr>
                <p:cNvPicPr>
                  <a:picLocks noChangeAspect="1"/>
                </p:cNvPicPr>
                <p:nvPr/>
              </p:nvPicPr>
              <p:blipFill>
                <a:blip r:embed="rId17"/>
                <a:srcRect b="18345"/>
                <a:stretch>
                  <a:fillRect/>
                </a:stretch>
              </p:blipFill>
              <p:spPr>
                <a:xfrm>
                  <a:off x="291887" y="2776464"/>
                  <a:ext cx="6718514" cy="3094761"/>
                </a:xfrm>
                <a:prstGeom prst="rect">
                  <a:avLst/>
                </a:prstGeom>
              </p:spPr>
            </p:pic>
            <p:sp>
              <p:nvSpPr>
                <p:cNvPr id="15" name="TextBox 14">
                  <a:extLst>
                    <a:ext uri="{FF2B5EF4-FFF2-40B4-BE49-F238E27FC236}">
                      <a16:creationId xmlns:a16="http://schemas.microsoft.com/office/drawing/2014/main" id="{EB9E1CA7-6D5F-76B0-A9AF-6B5F32BEDC12}"/>
                    </a:ext>
                  </a:extLst>
                </p:cNvPr>
                <p:cNvSpPr txBox="1"/>
                <p:nvPr/>
              </p:nvSpPr>
              <p:spPr>
                <a:xfrm>
                  <a:off x="137036" y="5978669"/>
                  <a:ext cx="670257" cy="727661"/>
                </a:xfrm>
                <a:prstGeom prst="rect">
                  <a:avLst/>
                </a:prstGeom>
                <a:noFill/>
              </p:spPr>
              <p:txBody>
                <a:bodyPr wrap="square">
                  <a:spAutoFit/>
                </a:bodyPr>
                <a:lstStyle/>
                <a:p>
                  <a:r>
                    <a:rPr lang="de-DE"/>
                    <a:t>0 </a:t>
                  </a:r>
                </a:p>
              </p:txBody>
            </p:sp>
            <p:sp>
              <p:nvSpPr>
                <p:cNvPr id="19" name="TextBox 18">
                  <a:extLst>
                    <a:ext uri="{FF2B5EF4-FFF2-40B4-BE49-F238E27FC236}">
                      <a16:creationId xmlns:a16="http://schemas.microsoft.com/office/drawing/2014/main" id="{EA969B54-E6B8-BFF3-991D-2BA939ED4CD1}"/>
                    </a:ext>
                  </a:extLst>
                </p:cNvPr>
                <p:cNvSpPr txBox="1"/>
                <p:nvPr/>
              </p:nvSpPr>
              <p:spPr>
                <a:xfrm>
                  <a:off x="6582125" y="5978669"/>
                  <a:ext cx="633957" cy="727661"/>
                </a:xfrm>
                <a:prstGeom prst="rect">
                  <a:avLst/>
                </a:prstGeom>
                <a:noFill/>
              </p:spPr>
              <p:txBody>
                <a:bodyPr wrap="square">
                  <a:spAutoFit/>
                </a:bodyPr>
                <a:lstStyle/>
                <a:p>
                  <a:r>
                    <a:rPr lang="de-DE"/>
                    <a:t>1 </a:t>
                  </a:r>
                </a:p>
              </p:txBody>
            </p:sp>
            <p:cxnSp>
              <p:nvCxnSpPr>
                <p:cNvPr id="20" name="Straight Arrow Connector 19">
                  <a:extLst>
                    <a:ext uri="{FF2B5EF4-FFF2-40B4-BE49-F238E27FC236}">
                      <a16:creationId xmlns:a16="http://schemas.microsoft.com/office/drawing/2014/main" id="{5CC4606E-849D-A7CF-65C5-24A0A95C410A}"/>
                    </a:ext>
                  </a:extLst>
                </p:cNvPr>
                <p:cNvCxnSpPr/>
                <p:nvPr/>
              </p:nvCxnSpPr>
              <p:spPr>
                <a:xfrm>
                  <a:off x="1098444" y="6359197"/>
                  <a:ext cx="51054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3" name="Straight Arrow Connector 22">
                <a:extLst>
                  <a:ext uri="{FF2B5EF4-FFF2-40B4-BE49-F238E27FC236}">
                    <a16:creationId xmlns:a16="http://schemas.microsoft.com/office/drawing/2014/main" id="{81081592-A2EE-9FF0-E96E-4551DF5F6BCD}"/>
                  </a:ext>
                </a:extLst>
              </p:cNvPr>
              <p:cNvCxnSpPr/>
              <p:nvPr/>
            </p:nvCxnSpPr>
            <p:spPr>
              <a:xfrm flipH="1">
                <a:off x="837386" y="1509662"/>
                <a:ext cx="273157" cy="28448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AF2E4830-DBE3-49A9-803A-2F5B6C532E99}"/>
                  </a:ext>
                </a:extLst>
              </p:cNvPr>
              <p:cNvSpPr/>
              <p:nvPr/>
            </p:nvSpPr>
            <p:spPr>
              <a:xfrm>
                <a:off x="2934559" y="1794142"/>
                <a:ext cx="4250269" cy="2305830"/>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159" name="TextBox 158">
              <a:extLst>
                <a:ext uri="{FF2B5EF4-FFF2-40B4-BE49-F238E27FC236}">
                  <a16:creationId xmlns:a16="http://schemas.microsoft.com/office/drawing/2014/main" id="{61B20281-093D-0488-4EE8-624005ADEEA5}"/>
                </a:ext>
              </a:extLst>
            </p:cNvPr>
            <p:cNvSpPr txBox="1"/>
            <p:nvPr/>
          </p:nvSpPr>
          <p:spPr>
            <a:xfrm>
              <a:off x="666380" y="987842"/>
              <a:ext cx="4044206" cy="461665"/>
            </a:xfrm>
            <a:prstGeom prst="rect">
              <a:avLst/>
            </a:prstGeom>
            <a:solidFill>
              <a:srgbClr val="DEF0FF"/>
            </a:solidFill>
          </p:spPr>
          <p:txBody>
            <a:bodyPr wrap="square" rtlCol="0">
              <a:spAutoFit/>
            </a:bodyPr>
            <a:lstStyle/>
            <a:p>
              <a:r>
                <a:rPr lang="sv-SE" sz="1200"/>
                <a:t>Relative </a:t>
              </a:r>
              <a:r>
                <a:rPr lang="sv-SE" sz="1200" err="1"/>
                <a:t>prices</a:t>
              </a:r>
              <a:r>
                <a:rPr lang="sv-SE" sz="1200"/>
                <a:t> </a:t>
              </a:r>
              <a:r>
                <a:rPr lang="sv-SE" sz="1200" err="1"/>
                <a:t>divided</a:t>
              </a:r>
              <a:r>
                <a:rPr lang="sv-SE" sz="1200"/>
                <a:t> </a:t>
              </a:r>
              <a:r>
                <a:rPr lang="sv-SE" sz="1200" err="1"/>
                <a:t>into</a:t>
              </a:r>
              <a:r>
                <a:rPr lang="sv-SE" sz="1200"/>
                <a:t> bins </a:t>
              </a:r>
              <a:r>
                <a:rPr lang="sv-SE" sz="1200" err="1"/>
                <a:t>depending</a:t>
              </a:r>
              <a:r>
                <a:rPr lang="sv-SE" sz="1200"/>
                <a:t> on </a:t>
              </a:r>
              <a:r>
                <a:rPr lang="sv-SE" sz="1200" err="1"/>
                <a:t>how</a:t>
              </a:r>
              <a:r>
                <a:rPr lang="sv-SE" sz="1200"/>
                <a:t> </a:t>
              </a:r>
              <a:r>
                <a:rPr lang="sv-SE" sz="1200" err="1"/>
                <a:t>expensive</a:t>
              </a:r>
              <a:r>
                <a:rPr lang="sv-SE" sz="1200"/>
                <a:t> the </a:t>
              </a:r>
              <a:r>
                <a:rPr lang="sv-SE" sz="1200" err="1"/>
                <a:t>price</a:t>
              </a:r>
              <a:r>
                <a:rPr lang="sv-SE" sz="1200"/>
                <a:t> is</a:t>
              </a:r>
            </a:p>
          </p:txBody>
        </p:sp>
      </p:grpSp>
      <p:sp>
        <p:nvSpPr>
          <p:cNvPr id="160" name="Title 1">
            <a:extLst>
              <a:ext uri="{FF2B5EF4-FFF2-40B4-BE49-F238E27FC236}">
                <a16:creationId xmlns:a16="http://schemas.microsoft.com/office/drawing/2014/main" id="{FD091B0F-036C-99EE-6257-A1A399FE9F86}"/>
              </a:ext>
            </a:extLst>
          </p:cNvPr>
          <p:cNvSpPr>
            <a:spLocks noGrp="1"/>
          </p:cNvSpPr>
          <p:nvPr>
            <p:ph type="title"/>
          </p:nvPr>
        </p:nvSpPr>
        <p:spPr>
          <a:xfrm>
            <a:off x="2778356" y="289897"/>
            <a:ext cx="9413644" cy="568412"/>
          </a:xfrm>
        </p:spPr>
        <p:txBody>
          <a:bodyPr/>
          <a:lstStyle/>
          <a:p>
            <a:r>
              <a:rPr lang="de-DE" err="1"/>
              <a:t>Optimising</a:t>
            </a:r>
            <a:r>
              <a:rPr lang="de-DE"/>
              <a:t> House 1012:</a:t>
            </a:r>
          </a:p>
        </p:txBody>
      </p:sp>
      <p:sp>
        <p:nvSpPr>
          <p:cNvPr id="161" name="Rectangle: Rounded Corners 160">
            <a:extLst>
              <a:ext uri="{FF2B5EF4-FFF2-40B4-BE49-F238E27FC236}">
                <a16:creationId xmlns:a16="http://schemas.microsoft.com/office/drawing/2014/main" id="{E6968C08-C594-1E77-3471-22ED13C9E970}"/>
              </a:ext>
            </a:extLst>
          </p:cNvPr>
          <p:cNvSpPr/>
          <p:nvPr/>
        </p:nvSpPr>
        <p:spPr>
          <a:xfrm>
            <a:off x="8092440" y="147380"/>
            <a:ext cx="4988560" cy="845423"/>
          </a:xfrm>
          <a:prstGeom prst="roundRect">
            <a:avLst/>
          </a:prstGeom>
          <a:solidFill>
            <a:srgbClr val="0029ED"/>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de-DE" sz="3600" b="1"/>
              <a:t>  Heat Pump</a:t>
            </a:r>
          </a:p>
        </p:txBody>
      </p:sp>
      <p:pic>
        <p:nvPicPr>
          <p:cNvPr id="163" name="Picture 2" descr="Heat Pump Icons - Free SVG &amp; PNG Heat Pump Images - Noun Project">
            <a:extLst>
              <a:ext uri="{FF2B5EF4-FFF2-40B4-BE49-F238E27FC236}">
                <a16:creationId xmlns:a16="http://schemas.microsoft.com/office/drawing/2014/main" id="{7E98DB22-3F98-4E15-6656-0BC411AA8BDA}"/>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11119212" y="186785"/>
            <a:ext cx="772995" cy="772995"/>
          </a:xfrm>
          <a:prstGeom prst="rect">
            <a:avLst/>
          </a:prstGeom>
          <a:noFill/>
          <a:extLst>
            <a:ext uri="{909E8E84-426E-40DD-AFC4-6F175D3DCCD1}">
              <a14:hiddenFill xmlns:a14="http://schemas.microsoft.com/office/drawing/2010/main">
                <a:solidFill>
                  <a:srgbClr val="FFFFFF"/>
                </a:solidFill>
              </a14:hiddenFill>
            </a:ext>
          </a:extLst>
        </p:spPr>
      </p:pic>
      <p:sp>
        <p:nvSpPr>
          <p:cNvPr id="251" name="Oval 250">
            <a:extLst>
              <a:ext uri="{FF2B5EF4-FFF2-40B4-BE49-F238E27FC236}">
                <a16:creationId xmlns:a16="http://schemas.microsoft.com/office/drawing/2014/main" id="{51916490-AFD6-7ECB-98B4-2141CE2C137D}"/>
              </a:ext>
            </a:extLst>
          </p:cNvPr>
          <p:cNvSpPr/>
          <p:nvPr/>
        </p:nvSpPr>
        <p:spPr>
          <a:xfrm>
            <a:off x="7121057" y="1217753"/>
            <a:ext cx="594360" cy="5943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b="1">
                <a:solidFill>
                  <a:sysClr val="windowText" lastClr="000000"/>
                </a:solidFill>
              </a:rPr>
              <a:t>1.</a:t>
            </a:r>
          </a:p>
        </p:txBody>
      </p:sp>
      <p:sp>
        <p:nvSpPr>
          <p:cNvPr id="252" name="Oval 251">
            <a:extLst>
              <a:ext uri="{FF2B5EF4-FFF2-40B4-BE49-F238E27FC236}">
                <a16:creationId xmlns:a16="http://schemas.microsoft.com/office/drawing/2014/main" id="{577655D5-6F7E-EB89-ACB0-847B4AB1A96B}"/>
              </a:ext>
            </a:extLst>
          </p:cNvPr>
          <p:cNvSpPr/>
          <p:nvPr/>
        </p:nvSpPr>
        <p:spPr>
          <a:xfrm>
            <a:off x="7121057" y="3015938"/>
            <a:ext cx="594360" cy="5943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b="1">
                <a:solidFill>
                  <a:sysClr val="windowText" lastClr="000000"/>
                </a:solidFill>
              </a:rPr>
              <a:t>2.</a:t>
            </a:r>
          </a:p>
        </p:txBody>
      </p:sp>
      <p:sp>
        <p:nvSpPr>
          <p:cNvPr id="253" name="Oval 252">
            <a:extLst>
              <a:ext uri="{FF2B5EF4-FFF2-40B4-BE49-F238E27FC236}">
                <a16:creationId xmlns:a16="http://schemas.microsoft.com/office/drawing/2014/main" id="{C88941C0-2838-0546-5751-48998B85EF1B}"/>
              </a:ext>
            </a:extLst>
          </p:cNvPr>
          <p:cNvSpPr/>
          <p:nvPr/>
        </p:nvSpPr>
        <p:spPr>
          <a:xfrm>
            <a:off x="7121057" y="4998008"/>
            <a:ext cx="594360" cy="5943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b="1">
                <a:solidFill>
                  <a:sysClr val="windowText" lastClr="000000"/>
                </a:solidFill>
              </a:rPr>
              <a:t>3.</a:t>
            </a:r>
          </a:p>
        </p:txBody>
      </p:sp>
      <p:sp>
        <p:nvSpPr>
          <p:cNvPr id="254" name="Oval 253">
            <a:extLst>
              <a:ext uri="{FF2B5EF4-FFF2-40B4-BE49-F238E27FC236}">
                <a16:creationId xmlns:a16="http://schemas.microsoft.com/office/drawing/2014/main" id="{39A1AB31-ACEC-5670-5E6A-4D3848A55EFF}"/>
              </a:ext>
            </a:extLst>
          </p:cNvPr>
          <p:cNvSpPr>
            <a:spLocks noChangeAspect="1"/>
          </p:cNvSpPr>
          <p:nvPr/>
        </p:nvSpPr>
        <p:spPr>
          <a:xfrm>
            <a:off x="9484947" y="3863818"/>
            <a:ext cx="1408430" cy="1394644"/>
          </a:xfrm>
          <a:prstGeom prst="ellipse">
            <a:avLst/>
          </a:prstGeom>
          <a:solidFill>
            <a:srgbClr val="7E350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sz="1400"/>
              <a:t>NPV:</a:t>
            </a:r>
          </a:p>
          <a:p>
            <a:pPr algn="ctr"/>
            <a:r>
              <a:rPr lang="sv-SE" sz="2000" b="1"/>
              <a:t>+5.2 %</a:t>
            </a:r>
          </a:p>
        </p:txBody>
      </p:sp>
      <p:sp>
        <p:nvSpPr>
          <p:cNvPr id="255" name="Oval 254">
            <a:extLst>
              <a:ext uri="{FF2B5EF4-FFF2-40B4-BE49-F238E27FC236}">
                <a16:creationId xmlns:a16="http://schemas.microsoft.com/office/drawing/2014/main" id="{9A3C2048-A906-F578-0D75-B706A70AFE37}"/>
              </a:ext>
            </a:extLst>
          </p:cNvPr>
          <p:cNvSpPr>
            <a:spLocks noChangeAspect="1"/>
          </p:cNvSpPr>
          <p:nvPr/>
        </p:nvSpPr>
        <p:spPr>
          <a:xfrm>
            <a:off x="10570457" y="4458619"/>
            <a:ext cx="1408430" cy="139464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sz="1400"/>
              <a:t>CO2:</a:t>
            </a:r>
          </a:p>
          <a:p>
            <a:pPr algn="ctr"/>
            <a:r>
              <a:rPr lang="sv-SE" sz="2000" b="1"/>
              <a:t>- 4.8 %</a:t>
            </a:r>
          </a:p>
        </p:txBody>
      </p:sp>
      <p:sp>
        <p:nvSpPr>
          <p:cNvPr id="256" name="Oval 255">
            <a:extLst>
              <a:ext uri="{FF2B5EF4-FFF2-40B4-BE49-F238E27FC236}">
                <a16:creationId xmlns:a16="http://schemas.microsoft.com/office/drawing/2014/main" id="{3F4C40F6-BCFD-1359-8C65-2A924D15A82C}"/>
              </a:ext>
            </a:extLst>
          </p:cNvPr>
          <p:cNvSpPr>
            <a:spLocks noChangeAspect="1"/>
          </p:cNvSpPr>
          <p:nvPr/>
        </p:nvSpPr>
        <p:spPr>
          <a:xfrm>
            <a:off x="8655006" y="4907467"/>
            <a:ext cx="1578898" cy="1563443"/>
          </a:xfrm>
          <a:prstGeom prst="ellipse">
            <a:avLst/>
          </a:prstGeom>
          <a:solidFill>
            <a:srgbClr val="43AE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sz="1400"/>
              <a:t>Comfort:</a:t>
            </a:r>
          </a:p>
          <a:p>
            <a:pPr algn="ctr"/>
            <a:r>
              <a:rPr lang="sv-SE" sz="2000" b="1"/>
              <a:t>+15.0 %</a:t>
            </a:r>
          </a:p>
        </p:txBody>
      </p:sp>
      <p:grpSp>
        <p:nvGrpSpPr>
          <p:cNvPr id="21" name="Group 20">
            <a:extLst>
              <a:ext uri="{FF2B5EF4-FFF2-40B4-BE49-F238E27FC236}">
                <a16:creationId xmlns:a16="http://schemas.microsoft.com/office/drawing/2014/main" id="{89C7A0CD-47C5-D1F5-4A12-3469F38ADBB9}"/>
              </a:ext>
            </a:extLst>
          </p:cNvPr>
          <p:cNvGrpSpPr/>
          <p:nvPr/>
        </p:nvGrpSpPr>
        <p:grpSpPr>
          <a:xfrm>
            <a:off x="334119" y="1128401"/>
            <a:ext cx="1124126" cy="1287612"/>
            <a:chOff x="314409" y="1259402"/>
            <a:chExt cx="1124126" cy="1287612"/>
          </a:xfrm>
        </p:grpSpPr>
        <p:pic>
          <p:nvPicPr>
            <p:cNvPr id="51" name="Graphic 50" descr="Electric car with solid fill">
              <a:extLst>
                <a:ext uri="{FF2B5EF4-FFF2-40B4-BE49-F238E27FC236}">
                  <a16:creationId xmlns:a16="http://schemas.microsoft.com/office/drawing/2014/main" id="{7CE418AA-BCAD-BC5A-FE3C-7BD3836719A5}"/>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314409" y="1422888"/>
              <a:ext cx="1124126" cy="1124126"/>
            </a:xfrm>
            <a:prstGeom prst="rect">
              <a:avLst/>
            </a:prstGeom>
          </p:spPr>
        </p:pic>
        <p:pic>
          <p:nvPicPr>
            <p:cNvPr id="53" name="Graphic 52" descr="Lightning bolt with solid fill">
              <a:extLst>
                <a:ext uri="{FF2B5EF4-FFF2-40B4-BE49-F238E27FC236}">
                  <a16:creationId xmlns:a16="http://schemas.microsoft.com/office/drawing/2014/main" id="{DE2A0C7B-C3B7-5629-37AD-28BABEB88A80}"/>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14409" y="1259402"/>
              <a:ext cx="679351" cy="679351"/>
            </a:xfrm>
            <a:prstGeom prst="rect">
              <a:avLst/>
            </a:prstGeom>
          </p:spPr>
        </p:pic>
      </p:grpSp>
      <p:grpSp>
        <p:nvGrpSpPr>
          <p:cNvPr id="22" name="Group 21">
            <a:extLst>
              <a:ext uri="{FF2B5EF4-FFF2-40B4-BE49-F238E27FC236}">
                <a16:creationId xmlns:a16="http://schemas.microsoft.com/office/drawing/2014/main" id="{8B5A8EA3-9D15-245A-B37E-C5FEA38D3762}"/>
              </a:ext>
            </a:extLst>
          </p:cNvPr>
          <p:cNvGrpSpPr/>
          <p:nvPr/>
        </p:nvGrpSpPr>
        <p:grpSpPr>
          <a:xfrm>
            <a:off x="334119" y="3158443"/>
            <a:ext cx="1124126" cy="1124126"/>
            <a:chOff x="353829" y="3322267"/>
            <a:chExt cx="1124126" cy="1124126"/>
          </a:xfrm>
        </p:grpSpPr>
        <p:pic>
          <p:nvPicPr>
            <p:cNvPr id="142" name="Graphic 141" descr="Electric car with solid fill">
              <a:extLst>
                <a:ext uri="{FF2B5EF4-FFF2-40B4-BE49-F238E27FC236}">
                  <a16:creationId xmlns:a16="http://schemas.microsoft.com/office/drawing/2014/main" id="{B286051C-46E8-D23E-6792-E3D27B4F868F}"/>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353829" y="3322267"/>
              <a:ext cx="1124126" cy="1124126"/>
            </a:xfrm>
            <a:prstGeom prst="rect">
              <a:avLst/>
            </a:prstGeom>
          </p:spPr>
        </p:pic>
        <p:pic>
          <p:nvPicPr>
            <p:cNvPr id="143" name="Graphic 142" descr="Lightning bolt with solid fill">
              <a:extLst>
                <a:ext uri="{FF2B5EF4-FFF2-40B4-BE49-F238E27FC236}">
                  <a16:creationId xmlns:a16="http://schemas.microsoft.com/office/drawing/2014/main" id="{591E860F-7347-AE9A-CDF0-232FE821D859}"/>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511002" y="3489062"/>
              <a:ext cx="230854" cy="230854"/>
            </a:xfrm>
            <a:prstGeom prst="rect">
              <a:avLst/>
            </a:prstGeom>
          </p:spPr>
        </p:pic>
      </p:grpSp>
      <p:grpSp>
        <p:nvGrpSpPr>
          <p:cNvPr id="16" name="Group 15">
            <a:extLst>
              <a:ext uri="{FF2B5EF4-FFF2-40B4-BE49-F238E27FC236}">
                <a16:creationId xmlns:a16="http://schemas.microsoft.com/office/drawing/2014/main" id="{5FBF88B5-A6A2-8BC3-F848-3ECE167C0B3E}"/>
              </a:ext>
            </a:extLst>
          </p:cNvPr>
          <p:cNvGrpSpPr/>
          <p:nvPr/>
        </p:nvGrpSpPr>
        <p:grpSpPr>
          <a:xfrm>
            <a:off x="3345286" y="3341320"/>
            <a:ext cx="758372" cy="758372"/>
            <a:chOff x="3222586" y="3450257"/>
            <a:chExt cx="758372" cy="758372"/>
          </a:xfrm>
        </p:grpSpPr>
        <p:pic>
          <p:nvPicPr>
            <p:cNvPr id="5" name="Graphic 4" descr="Washing Machine with solid fill">
              <a:extLst>
                <a:ext uri="{FF2B5EF4-FFF2-40B4-BE49-F238E27FC236}">
                  <a16:creationId xmlns:a16="http://schemas.microsoft.com/office/drawing/2014/main" id="{28D512F3-BE18-23C8-E07D-2CBF7B5FD58A}"/>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3222586" y="3450257"/>
              <a:ext cx="758372" cy="758372"/>
            </a:xfrm>
            <a:prstGeom prst="rect">
              <a:avLst/>
            </a:prstGeom>
          </p:spPr>
        </p:pic>
        <p:pic>
          <p:nvPicPr>
            <p:cNvPr id="147" name="Graphic 146" descr="Lightning bolt with solid fill">
              <a:extLst>
                <a:ext uri="{FF2B5EF4-FFF2-40B4-BE49-F238E27FC236}">
                  <a16:creationId xmlns:a16="http://schemas.microsoft.com/office/drawing/2014/main" id="{46575F3D-F5DB-B21E-6F3B-29D8D7D1010A}"/>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3722017" y="3511113"/>
              <a:ext cx="219588" cy="219588"/>
            </a:xfrm>
            <a:prstGeom prst="rect">
              <a:avLst/>
            </a:prstGeom>
          </p:spPr>
        </p:pic>
      </p:grpSp>
      <p:grpSp>
        <p:nvGrpSpPr>
          <p:cNvPr id="17" name="Group 16">
            <a:extLst>
              <a:ext uri="{FF2B5EF4-FFF2-40B4-BE49-F238E27FC236}">
                <a16:creationId xmlns:a16="http://schemas.microsoft.com/office/drawing/2014/main" id="{7BFA3292-F863-B44B-3605-06F7968E38C9}"/>
              </a:ext>
            </a:extLst>
          </p:cNvPr>
          <p:cNvGrpSpPr/>
          <p:nvPr/>
        </p:nvGrpSpPr>
        <p:grpSpPr>
          <a:xfrm>
            <a:off x="3222586" y="1256280"/>
            <a:ext cx="1003772" cy="1031854"/>
            <a:chOff x="3222586" y="1413686"/>
            <a:chExt cx="1003772" cy="1031854"/>
          </a:xfrm>
        </p:grpSpPr>
        <p:pic>
          <p:nvPicPr>
            <p:cNvPr id="6" name="Graphic 5" descr="Washing Machine with solid fill">
              <a:extLst>
                <a:ext uri="{FF2B5EF4-FFF2-40B4-BE49-F238E27FC236}">
                  <a16:creationId xmlns:a16="http://schemas.microsoft.com/office/drawing/2014/main" id="{4DA5FA9C-899D-AE34-E387-28E287C8E197}"/>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3222586" y="1687168"/>
              <a:ext cx="758372" cy="758372"/>
            </a:xfrm>
            <a:prstGeom prst="rect">
              <a:avLst/>
            </a:prstGeom>
          </p:spPr>
        </p:pic>
        <p:pic>
          <p:nvPicPr>
            <p:cNvPr id="80" name="Graphic 79" descr="Lightning bolt with solid fill">
              <a:extLst>
                <a:ext uri="{FF2B5EF4-FFF2-40B4-BE49-F238E27FC236}">
                  <a16:creationId xmlns:a16="http://schemas.microsoft.com/office/drawing/2014/main" id="{EACF0688-C2A0-DE87-5617-370DD7F762A4}"/>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547007" y="1413686"/>
              <a:ext cx="679351" cy="679351"/>
            </a:xfrm>
            <a:prstGeom prst="rect">
              <a:avLst/>
            </a:prstGeom>
          </p:spPr>
        </p:pic>
      </p:grpSp>
      <p:grpSp>
        <p:nvGrpSpPr>
          <p:cNvPr id="10" name="Group 9">
            <a:extLst>
              <a:ext uri="{FF2B5EF4-FFF2-40B4-BE49-F238E27FC236}">
                <a16:creationId xmlns:a16="http://schemas.microsoft.com/office/drawing/2014/main" id="{01CAACF7-ADE5-CCF0-CF83-DC2F0EDD3D4D}"/>
              </a:ext>
            </a:extLst>
          </p:cNvPr>
          <p:cNvGrpSpPr/>
          <p:nvPr/>
        </p:nvGrpSpPr>
        <p:grpSpPr>
          <a:xfrm>
            <a:off x="1912683" y="1114595"/>
            <a:ext cx="855464" cy="1315225"/>
            <a:chOff x="1922892" y="997400"/>
            <a:chExt cx="855464" cy="1315225"/>
          </a:xfrm>
        </p:grpSpPr>
        <p:grpSp>
          <p:nvGrpSpPr>
            <p:cNvPr id="65" name="Group 64">
              <a:extLst>
                <a:ext uri="{FF2B5EF4-FFF2-40B4-BE49-F238E27FC236}">
                  <a16:creationId xmlns:a16="http://schemas.microsoft.com/office/drawing/2014/main" id="{4F94B7D2-1A3E-024B-E05A-4E79A8B41EBA}"/>
                </a:ext>
              </a:extLst>
            </p:cNvPr>
            <p:cNvGrpSpPr/>
            <p:nvPr/>
          </p:nvGrpSpPr>
          <p:grpSpPr>
            <a:xfrm>
              <a:off x="1946325" y="1700390"/>
              <a:ext cx="696855" cy="579402"/>
              <a:chOff x="1893941" y="3735778"/>
              <a:chExt cx="1207463" cy="1003939"/>
            </a:xfrm>
          </p:grpSpPr>
          <p:sp>
            <p:nvSpPr>
              <p:cNvPr id="55" name="Freeform: Shape 54">
                <a:extLst>
                  <a:ext uri="{FF2B5EF4-FFF2-40B4-BE49-F238E27FC236}">
                    <a16:creationId xmlns:a16="http://schemas.microsoft.com/office/drawing/2014/main" id="{B608683C-36E3-57AB-D471-0CF711B11064}"/>
                  </a:ext>
                </a:extLst>
              </p:cNvPr>
              <p:cNvSpPr/>
              <p:nvPr/>
            </p:nvSpPr>
            <p:spPr>
              <a:xfrm>
                <a:off x="2360769" y="3935506"/>
                <a:ext cx="273809" cy="153959"/>
              </a:xfrm>
              <a:custGeom>
                <a:avLst/>
                <a:gdLst>
                  <a:gd name="connsiteX0" fmla="*/ 0 w 363088"/>
                  <a:gd name="connsiteY0" fmla="*/ 204160 h 204160"/>
                  <a:gd name="connsiteX1" fmla="*/ 363088 w 363088"/>
                  <a:gd name="connsiteY1" fmla="*/ 204160 h 204160"/>
                  <a:gd name="connsiteX2" fmla="*/ 336905 w 363088"/>
                  <a:gd name="connsiteY2" fmla="*/ 0 h 204160"/>
                  <a:gd name="connsiteX3" fmla="*/ 26184 w 363088"/>
                  <a:gd name="connsiteY3" fmla="*/ 0 h 204160"/>
                  <a:gd name="connsiteX4" fmla="*/ 0 w 363088"/>
                  <a:gd name="connsiteY4" fmla="*/ 204160 h 204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88" h="204160">
                    <a:moveTo>
                      <a:pt x="0" y="204160"/>
                    </a:moveTo>
                    <a:lnTo>
                      <a:pt x="363088" y="204160"/>
                    </a:lnTo>
                    <a:lnTo>
                      <a:pt x="336905" y="0"/>
                    </a:lnTo>
                    <a:lnTo>
                      <a:pt x="26184" y="0"/>
                    </a:lnTo>
                    <a:lnTo>
                      <a:pt x="0" y="204160"/>
                    </a:lnTo>
                    <a:close/>
                  </a:path>
                </a:pathLst>
              </a:custGeom>
              <a:solidFill>
                <a:srgbClr val="0029ED"/>
              </a:solidFill>
              <a:ln w="21233" cap="flat">
                <a:noFill/>
                <a:prstDash val="solid"/>
                <a:miter/>
              </a:ln>
            </p:spPr>
            <p:txBody>
              <a:bodyPr rtlCol="0" anchor="ctr"/>
              <a:lstStyle/>
              <a:p>
                <a:endParaRPr lang="sv-SE"/>
              </a:p>
            </p:txBody>
          </p:sp>
          <p:sp>
            <p:nvSpPr>
              <p:cNvPr id="56" name="Freeform: Shape 55">
                <a:extLst>
                  <a:ext uri="{FF2B5EF4-FFF2-40B4-BE49-F238E27FC236}">
                    <a16:creationId xmlns:a16="http://schemas.microsoft.com/office/drawing/2014/main" id="{5D2272DA-C7C4-0DB1-B87A-F421DBB3D7AA}"/>
                  </a:ext>
                </a:extLst>
              </p:cNvPr>
              <p:cNvSpPr/>
              <p:nvPr/>
            </p:nvSpPr>
            <p:spPr>
              <a:xfrm>
                <a:off x="2653794" y="3735778"/>
                <a:ext cx="244519" cy="135671"/>
              </a:xfrm>
              <a:custGeom>
                <a:avLst/>
                <a:gdLst>
                  <a:gd name="connsiteX0" fmla="*/ 23062 w 324248"/>
                  <a:gd name="connsiteY0" fmla="*/ 179909 h 179908"/>
                  <a:gd name="connsiteX1" fmla="*/ 324248 w 324248"/>
                  <a:gd name="connsiteY1" fmla="*/ 179909 h 179908"/>
                  <a:gd name="connsiteX2" fmla="*/ 243297 w 324248"/>
                  <a:gd name="connsiteY2" fmla="*/ 0 h 179908"/>
                  <a:gd name="connsiteX3" fmla="*/ 0 w 324248"/>
                  <a:gd name="connsiteY3" fmla="*/ 0 h 179908"/>
                  <a:gd name="connsiteX4" fmla="*/ 23062 w 324248"/>
                  <a:gd name="connsiteY4" fmla="*/ 179909 h 179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48" h="179908">
                    <a:moveTo>
                      <a:pt x="23062" y="179909"/>
                    </a:moveTo>
                    <a:lnTo>
                      <a:pt x="324248" y="179909"/>
                    </a:lnTo>
                    <a:lnTo>
                      <a:pt x="243297" y="0"/>
                    </a:lnTo>
                    <a:lnTo>
                      <a:pt x="0" y="0"/>
                    </a:lnTo>
                    <a:lnTo>
                      <a:pt x="23062" y="179909"/>
                    </a:lnTo>
                    <a:close/>
                  </a:path>
                </a:pathLst>
              </a:custGeom>
              <a:solidFill>
                <a:srgbClr val="0029ED"/>
              </a:solidFill>
              <a:ln w="21233" cap="flat">
                <a:noFill/>
                <a:prstDash val="solid"/>
                <a:miter/>
              </a:ln>
            </p:spPr>
            <p:txBody>
              <a:bodyPr rtlCol="0" anchor="ctr"/>
              <a:lstStyle/>
              <a:p>
                <a:endParaRPr lang="sv-SE"/>
              </a:p>
            </p:txBody>
          </p:sp>
          <p:sp>
            <p:nvSpPr>
              <p:cNvPr id="57" name="Freeform: Shape 56">
                <a:extLst>
                  <a:ext uri="{FF2B5EF4-FFF2-40B4-BE49-F238E27FC236}">
                    <a16:creationId xmlns:a16="http://schemas.microsoft.com/office/drawing/2014/main" id="{E942A6F3-6CE9-9B43-5982-0F45A005DF6C}"/>
                  </a:ext>
                </a:extLst>
              </p:cNvPr>
              <p:cNvSpPr/>
              <p:nvPr/>
            </p:nvSpPr>
            <p:spPr>
              <a:xfrm>
                <a:off x="2679401" y="3935506"/>
                <a:ext cx="317030" cy="153959"/>
              </a:xfrm>
              <a:custGeom>
                <a:avLst/>
                <a:gdLst>
                  <a:gd name="connsiteX0" fmla="*/ 26184 w 420403"/>
                  <a:gd name="connsiteY0" fmla="*/ 204160 h 204160"/>
                  <a:gd name="connsiteX1" fmla="*/ 420403 w 420403"/>
                  <a:gd name="connsiteY1" fmla="*/ 204160 h 204160"/>
                  <a:gd name="connsiteX2" fmla="*/ 328538 w 420403"/>
                  <a:gd name="connsiteY2" fmla="*/ 0 h 204160"/>
                  <a:gd name="connsiteX3" fmla="*/ 0 w 420403"/>
                  <a:gd name="connsiteY3" fmla="*/ 0 h 204160"/>
                  <a:gd name="connsiteX4" fmla="*/ 26184 w 420403"/>
                  <a:gd name="connsiteY4" fmla="*/ 204160 h 204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403" h="204160">
                    <a:moveTo>
                      <a:pt x="26184" y="204160"/>
                    </a:moveTo>
                    <a:lnTo>
                      <a:pt x="420403" y="204160"/>
                    </a:lnTo>
                    <a:lnTo>
                      <a:pt x="328538" y="0"/>
                    </a:lnTo>
                    <a:lnTo>
                      <a:pt x="0" y="0"/>
                    </a:lnTo>
                    <a:lnTo>
                      <a:pt x="26184" y="204160"/>
                    </a:lnTo>
                    <a:close/>
                  </a:path>
                </a:pathLst>
              </a:custGeom>
              <a:solidFill>
                <a:srgbClr val="0029ED"/>
              </a:solidFill>
              <a:ln w="21233" cap="flat">
                <a:noFill/>
                <a:prstDash val="solid"/>
                <a:miter/>
              </a:ln>
            </p:spPr>
            <p:txBody>
              <a:bodyPr rtlCol="0" anchor="ctr"/>
              <a:lstStyle/>
              <a:p>
                <a:endParaRPr lang="sv-SE"/>
              </a:p>
            </p:txBody>
          </p:sp>
          <p:sp>
            <p:nvSpPr>
              <p:cNvPr id="58" name="Freeform: Shape 57">
                <a:extLst>
                  <a:ext uri="{FF2B5EF4-FFF2-40B4-BE49-F238E27FC236}">
                    <a16:creationId xmlns:a16="http://schemas.microsoft.com/office/drawing/2014/main" id="{56160C2D-9935-9858-2212-E54D46CE7DED}"/>
                  </a:ext>
                </a:extLst>
              </p:cNvPr>
              <p:cNvSpPr/>
              <p:nvPr/>
            </p:nvSpPr>
            <p:spPr>
              <a:xfrm>
                <a:off x="2707361" y="4153521"/>
                <a:ext cx="394043" cy="170725"/>
              </a:xfrm>
              <a:custGeom>
                <a:avLst/>
                <a:gdLst>
                  <a:gd name="connsiteX0" fmla="*/ 0 w 522526"/>
                  <a:gd name="connsiteY0" fmla="*/ 0 h 226393"/>
                  <a:gd name="connsiteX1" fmla="*/ 29008 w 522526"/>
                  <a:gd name="connsiteY1" fmla="*/ 226394 h 226393"/>
                  <a:gd name="connsiteX2" fmla="*/ 522505 w 522526"/>
                  <a:gd name="connsiteY2" fmla="*/ 226394 h 226393"/>
                  <a:gd name="connsiteX3" fmla="*/ 522505 w 522526"/>
                  <a:gd name="connsiteY3" fmla="*/ 224377 h 226393"/>
                  <a:gd name="connsiteX4" fmla="*/ 522526 w 522526"/>
                  <a:gd name="connsiteY4" fmla="*/ 224377 h 226393"/>
                  <a:gd name="connsiteX5" fmla="*/ 421550 w 522526"/>
                  <a:gd name="connsiteY5" fmla="*/ 0 h 226393"/>
                  <a:gd name="connsiteX6" fmla="*/ 0 w 522526"/>
                  <a:gd name="connsiteY6" fmla="*/ 0 h 22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2526" h="226393">
                    <a:moveTo>
                      <a:pt x="0" y="0"/>
                    </a:moveTo>
                    <a:lnTo>
                      <a:pt x="29008" y="226394"/>
                    </a:lnTo>
                    <a:lnTo>
                      <a:pt x="522505" y="226394"/>
                    </a:lnTo>
                    <a:lnTo>
                      <a:pt x="522505" y="224377"/>
                    </a:lnTo>
                    <a:lnTo>
                      <a:pt x="522526" y="224377"/>
                    </a:lnTo>
                    <a:lnTo>
                      <a:pt x="421550" y="0"/>
                    </a:lnTo>
                    <a:lnTo>
                      <a:pt x="0" y="0"/>
                    </a:lnTo>
                    <a:close/>
                  </a:path>
                </a:pathLst>
              </a:custGeom>
              <a:solidFill>
                <a:srgbClr val="0029ED"/>
              </a:solidFill>
              <a:ln w="21233" cap="flat">
                <a:noFill/>
                <a:prstDash val="solid"/>
                <a:miter/>
              </a:ln>
            </p:spPr>
            <p:txBody>
              <a:bodyPr rtlCol="0" anchor="ctr"/>
              <a:lstStyle/>
              <a:p>
                <a:endParaRPr lang="sv-SE"/>
              </a:p>
            </p:txBody>
          </p:sp>
          <p:sp>
            <p:nvSpPr>
              <p:cNvPr id="59" name="Freeform: Shape 58">
                <a:extLst>
                  <a:ext uri="{FF2B5EF4-FFF2-40B4-BE49-F238E27FC236}">
                    <a16:creationId xmlns:a16="http://schemas.microsoft.com/office/drawing/2014/main" id="{1F398D8A-C7FD-0FA5-9780-98A5F7D86F5F}"/>
                  </a:ext>
                </a:extLst>
              </p:cNvPr>
              <p:cNvSpPr/>
              <p:nvPr/>
            </p:nvSpPr>
            <p:spPr>
              <a:xfrm>
                <a:off x="2388713" y="3735778"/>
                <a:ext cx="217903" cy="135671"/>
              </a:xfrm>
              <a:custGeom>
                <a:avLst/>
                <a:gdLst>
                  <a:gd name="connsiteX0" fmla="*/ 0 w 288954"/>
                  <a:gd name="connsiteY0" fmla="*/ 179909 h 179908"/>
                  <a:gd name="connsiteX1" fmla="*/ 288954 w 288954"/>
                  <a:gd name="connsiteY1" fmla="*/ 179909 h 179908"/>
                  <a:gd name="connsiteX2" fmla="*/ 265892 w 288954"/>
                  <a:gd name="connsiteY2" fmla="*/ 0 h 179908"/>
                  <a:gd name="connsiteX3" fmla="*/ 23062 w 288954"/>
                  <a:gd name="connsiteY3" fmla="*/ 0 h 179908"/>
                  <a:gd name="connsiteX4" fmla="*/ 0 w 288954"/>
                  <a:gd name="connsiteY4" fmla="*/ 179909 h 179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954" h="179908">
                    <a:moveTo>
                      <a:pt x="0" y="179909"/>
                    </a:moveTo>
                    <a:lnTo>
                      <a:pt x="288954" y="179909"/>
                    </a:lnTo>
                    <a:lnTo>
                      <a:pt x="265892" y="0"/>
                    </a:lnTo>
                    <a:lnTo>
                      <a:pt x="23062" y="0"/>
                    </a:lnTo>
                    <a:lnTo>
                      <a:pt x="0" y="179909"/>
                    </a:lnTo>
                    <a:close/>
                  </a:path>
                </a:pathLst>
              </a:custGeom>
              <a:solidFill>
                <a:srgbClr val="0029ED"/>
              </a:solidFill>
              <a:ln w="21233" cap="flat">
                <a:noFill/>
                <a:prstDash val="solid"/>
                <a:miter/>
              </a:ln>
            </p:spPr>
            <p:txBody>
              <a:bodyPr rtlCol="0" anchor="ctr"/>
              <a:lstStyle/>
              <a:p>
                <a:endParaRPr lang="sv-SE"/>
              </a:p>
            </p:txBody>
          </p:sp>
          <p:sp>
            <p:nvSpPr>
              <p:cNvPr id="60" name="Freeform: Shape 59">
                <a:extLst>
                  <a:ext uri="{FF2B5EF4-FFF2-40B4-BE49-F238E27FC236}">
                    <a16:creationId xmlns:a16="http://schemas.microsoft.com/office/drawing/2014/main" id="{62F13EE2-21CA-93A3-307A-19CF3C4A6C2B}"/>
                  </a:ext>
                </a:extLst>
              </p:cNvPr>
              <p:cNvSpPr/>
              <p:nvPr/>
            </p:nvSpPr>
            <p:spPr>
              <a:xfrm>
                <a:off x="1893941" y="4388304"/>
                <a:ext cx="1207445" cy="351413"/>
              </a:xfrm>
              <a:custGeom>
                <a:avLst/>
                <a:gdLst>
                  <a:gd name="connsiteX0" fmla="*/ 1601152 w 1601151"/>
                  <a:gd name="connsiteY0" fmla="*/ 135441 h 465996"/>
                  <a:gd name="connsiteX1" fmla="*/ 1601152 w 1601151"/>
                  <a:gd name="connsiteY1" fmla="*/ 0 h 465996"/>
                  <a:gd name="connsiteX2" fmla="*/ 0 w 1601151"/>
                  <a:gd name="connsiteY2" fmla="*/ 0 h 465996"/>
                  <a:gd name="connsiteX3" fmla="*/ 0 w 1601151"/>
                  <a:gd name="connsiteY3" fmla="*/ 135441 h 465996"/>
                  <a:gd name="connsiteX4" fmla="*/ 736879 w 1601151"/>
                  <a:gd name="connsiteY4" fmla="*/ 135441 h 465996"/>
                  <a:gd name="connsiteX5" fmla="*/ 736879 w 1601151"/>
                  <a:gd name="connsiteY5" fmla="*/ 338582 h 465996"/>
                  <a:gd name="connsiteX6" fmla="*/ 511484 w 1601151"/>
                  <a:gd name="connsiteY6" fmla="*/ 338582 h 465996"/>
                  <a:gd name="connsiteX7" fmla="*/ 511484 w 1601151"/>
                  <a:gd name="connsiteY7" fmla="*/ 465997 h 465996"/>
                  <a:gd name="connsiteX8" fmla="*/ 1089669 w 1601151"/>
                  <a:gd name="connsiteY8" fmla="*/ 465997 h 465996"/>
                  <a:gd name="connsiteX9" fmla="*/ 1089669 w 1601151"/>
                  <a:gd name="connsiteY9" fmla="*/ 338582 h 465996"/>
                  <a:gd name="connsiteX10" fmla="*/ 864294 w 1601151"/>
                  <a:gd name="connsiteY10" fmla="*/ 338582 h 465996"/>
                  <a:gd name="connsiteX11" fmla="*/ 864294 w 1601151"/>
                  <a:gd name="connsiteY11" fmla="*/ 135441 h 465996"/>
                  <a:gd name="connsiteX12" fmla="*/ 1601152 w 1601151"/>
                  <a:gd name="connsiteY12" fmla="*/ 135441 h 46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1151" h="465996">
                    <a:moveTo>
                      <a:pt x="1601152" y="135441"/>
                    </a:moveTo>
                    <a:lnTo>
                      <a:pt x="1601152" y="0"/>
                    </a:lnTo>
                    <a:lnTo>
                      <a:pt x="0" y="0"/>
                    </a:lnTo>
                    <a:lnTo>
                      <a:pt x="0" y="135441"/>
                    </a:lnTo>
                    <a:lnTo>
                      <a:pt x="736879" y="135441"/>
                    </a:lnTo>
                    <a:lnTo>
                      <a:pt x="736879" y="338582"/>
                    </a:lnTo>
                    <a:lnTo>
                      <a:pt x="511484" y="338582"/>
                    </a:lnTo>
                    <a:lnTo>
                      <a:pt x="511484" y="465997"/>
                    </a:lnTo>
                    <a:lnTo>
                      <a:pt x="1089669" y="465997"/>
                    </a:lnTo>
                    <a:lnTo>
                      <a:pt x="1089669" y="338582"/>
                    </a:lnTo>
                    <a:lnTo>
                      <a:pt x="864294" y="338582"/>
                    </a:lnTo>
                    <a:lnTo>
                      <a:pt x="864294" y="135441"/>
                    </a:lnTo>
                    <a:lnTo>
                      <a:pt x="1601152" y="135441"/>
                    </a:lnTo>
                    <a:close/>
                  </a:path>
                </a:pathLst>
              </a:custGeom>
              <a:solidFill>
                <a:srgbClr val="0029ED"/>
              </a:solidFill>
              <a:ln w="21233" cap="flat">
                <a:noFill/>
                <a:prstDash val="solid"/>
                <a:miter/>
              </a:ln>
            </p:spPr>
            <p:txBody>
              <a:bodyPr rtlCol="0" anchor="ctr"/>
              <a:lstStyle/>
              <a:p>
                <a:endParaRPr lang="sv-SE"/>
              </a:p>
            </p:txBody>
          </p:sp>
          <p:sp>
            <p:nvSpPr>
              <p:cNvPr id="61" name="Freeform: Shape 60">
                <a:extLst>
                  <a:ext uri="{FF2B5EF4-FFF2-40B4-BE49-F238E27FC236}">
                    <a16:creationId xmlns:a16="http://schemas.microsoft.com/office/drawing/2014/main" id="{077C3F25-D663-0D6E-D771-BC8F2172C146}"/>
                  </a:ext>
                </a:extLst>
              </p:cNvPr>
              <p:cNvSpPr/>
              <p:nvPr/>
            </p:nvSpPr>
            <p:spPr>
              <a:xfrm>
                <a:off x="1998931" y="3935506"/>
                <a:ext cx="317015" cy="153959"/>
              </a:xfrm>
              <a:custGeom>
                <a:avLst/>
                <a:gdLst>
                  <a:gd name="connsiteX0" fmla="*/ 394199 w 420382"/>
                  <a:gd name="connsiteY0" fmla="*/ 204160 h 204160"/>
                  <a:gd name="connsiteX1" fmla="*/ 420382 w 420382"/>
                  <a:gd name="connsiteY1" fmla="*/ 0 h 204160"/>
                  <a:gd name="connsiteX2" fmla="*/ 91866 w 420382"/>
                  <a:gd name="connsiteY2" fmla="*/ 0 h 204160"/>
                  <a:gd name="connsiteX3" fmla="*/ 0 w 420382"/>
                  <a:gd name="connsiteY3" fmla="*/ 204160 h 204160"/>
                  <a:gd name="connsiteX4" fmla="*/ 394199 w 420382"/>
                  <a:gd name="connsiteY4" fmla="*/ 204160 h 204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82" h="204160">
                    <a:moveTo>
                      <a:pt x="394199" y="204160"/>
                    </a:moveTo>
                    <a:lnTo>
                      <a:pt x="420382" y="0"/>
                    </a:lnTo>
                    <a:lnTo>
                      <a:pt x="91866" y="0"/>
                    </a:lnTo>
                    <a:lnTo>
                      <a:pt x="0" y="204160"/>
                    </a:lnTo>
                    <a:lnTo>
                      <a:pt x="394199" y="204160"/>
                    </a:lnTo>
                    <a:close/>
                  </a:path>
                </a:pathLst>
              </a:custGeom>
              <a:solidFill>
                <a:srgbClr val="0029ED"/>
              </a:solidFill>
              <a:ln w="21233" cap="flat">
                <a:noFill/>
                <a:prstDash val="solid"/>
                <a:miter/>
              </a:ln>
            </p:spPr>
            <p:txBody>
              <a:bodyPr rtlCol="0" anchor="ctr"/>
              <a:lstStyle/>
              <a:p>
                <a:endParaRPr lang="sv-SE"/>
              </a:p>
            </p:txBody>
          </p:sp>
          <p:sp>
            <p:nvSpPr>
              <p:cNvPr id="62" name="Freeform: Shape 61">
                <a:extLst>
                  <a:ext uri="{FF2B5EF4-FFF2-40B4-BE49-F238E27FC236}">
                    <a16:creationId xmlns:a16="http://schemas.microsoft.com/office/drawing/2014/main" id="{C9D2E1F6-6CC4-5A9A-6608-7943BA84F876}"/>
                  </a:ext>
                </a:extLst>
              </p:cNvPr>
              <p:cNvSpPr/>
              <p:nvPr/>
            </p:nvSpPr>
            <p:spPr>
              <a:xfrm>
                <a:off x="2330678" y="4153521"/>
                <a:ext cx="333990" cy="170725"/>
              </a:xfrm>
              <a:custGeom>
                <a:avLst/>
                <a:gdLst>
                  <a:gd name="connsiteX0" fmla="*/ 442892 w 442892"/>
                  <a:gd name="connsiteY0" fmla="*/ 226394 h 226393"/>
                  <a:gd name="connsiteX1" fmla="*/ 413884 w 442892"/>
                  <a:gd name="connsiteY1" fmla="*/ 0 h 226393"/>
                  <a:gd name="connsiteX2" fmla="*/ 29029 w 442892"/>
                  <a:gd name="connsiteY2" fmla="*/ 0 h 226393"/>
                  <a:gd name="connsiteX3" fmla="*/ 0 w 442892"/>
                  <a:gd name="connsiteY3" fmla="*/ 226394 h 226393"/>
                  <a:gd name="connsiteX4" fmla="*/ 442892 w 442892"/>
                  <a:gd name="connsiteY4" fmla="*/ 226394 h 226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892" h="226393">
                    <a:moveTo>
                      <a:pt x="442892" y="226394"/>
                    </a:moveTo>
                    <a:lnTo>
                      <a:pt x="413884" y="0"/>
                    </a:lnTo>
                    <a:lnTo>
                      <a:pt x="29029" y="0"/>
                    </a:lnTo>
                    <a:lnTo>
                      <a:pt x="0" y="226394"/>
                    </a:lnTo>
                    <a:lnTo>
                      <a:pt x="442892" y="226394"/>
                    </a:lnTo>
                    <a:close/>
                  </a:path>
                </a:pathLst>
              </a:custGeom>
              <a:solidFill>
                <a:srgbClr val="0029ED"/>
              </a:solidFill>
              <a:ln w="21233" cap="flat">
                <a:noFill/>
                <a:prstDash val="solid"/>
                <a:miter/>
              </a:ln>
            </p:spPr>
            <p:txBody>
              <a:bodyPr rtlCol="0" anchor="ctr"/>
              <a:lstStyle/>
              <a:p>
                <a:endParaRPr lang="sv-SE"/>
              </a:p>
            </p:txBody>
          </p:sp>
          <p:sp>
            <p:nvSpPr>
              <p:cNvPr id="63" name="Freeform: Shape 62">
                <a:extLst>
                  <a:ext uri="{FF2B5EF4-FFF2-40B4-BE49-F238E27FC236}">
                    <a16:creationId xmlns:a16="http://schemas.microsoft.com/office/drawing/2014/main" id="{21130153-CA17-CE23-2BC9-17D2EE3D15C2}"/>
                  </a:ext>
                </a:extLst>
              </p:cNvPr>
              <p:cNvSpPr/>
              <p:nvPr/>
            </p:nvSpPr>
            <p:spPr>
              <a:xfrm>
                <a:off x="1893941" y="4153521"/>
                <a:ext cx="394043" cy="170725"/>
              </a:xfrm>
              <a:custGeom>
                <a:avLst/>
                <a:gdLst>
                  <a:gd name="connsiteX0" fmla="*/ 493518 w 522526"/>
                  <a:gd name="connsiteY0" fmla="*/ 226394 h 226393"/>
                  <a:gd name="connsiteX1" fmla="*/ 522526 w 522526"/>
                  <a:gd name="connsiteY1" fmla="*/ 0 h 226393"/>
                  <a:gd name="connsiteX2" fmla="*/ 100997 w 522526"/>
                  <a:gd name="connsiteY2" fmla="*/ 0 h 226393"/>
                  <a:gd name="connsiteX3" fmla="*/ 0 w 522526"/>
                  <a:gd name="connsiteY3" fmla="*/ 224377 h 226393"/>
                  <a:gd name="connsiteX4" fmla="*/ 0 w 522526"/>
                  <a:gd name="connsiteY4" fmla="*/ 226394 h 226393"/>
                  <a:gd name="connsiteX5" fmla="*/ 493518 w 522526"/>
                  <a:gd name="connsiteY5" fmla="*/ 226394 h 22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526" h="226393">
                    <a:moveTo>
                      <a:pt x="493518" y="226394"/>
                    </a:moveTo>
                    <a:lnTo>
                      <a:pt x="522526" y="0"/>
                    </a:lnTo>
                    <a:lnTo>
                      <a:pt x="100997" y="0"/>
                    </a:lnTo>
                    <a:lnTo>
                      <a:pt x="0" y="224377"/>
                    </a:lnTo>
                    <a:lnTo>
                      <a:pt x="0" y="226394"/>
                    </a:lnTo>
                    <a:lnTo>
                      <a:pt x="493518" y="226394"/>
                    </a:lnTo>
                    <a:close/>
                  </a:path>
                </a:pathLst>
              </a:custGeom>
              <a:solidFill>
                <a:srgbClr val="0029ED"/>
              </a:solidFill>
              <a:ln w="21233" cap="flat">
                <a:noFill/>
                <a:prstDash val="solid"/>
                <a:miter/>
              </a:ln>
            </p:spPr>
            <p:txBody>
              <a:bodyPr rtlCol="0" anchor="ctr"/>
              <a:lstStyle/>
              <a:p>
                <a:endParaRPr lang="sv-SE"/>
              </a:p>
            </p:txBody>
          </p:sp>
          <p:sp>
            <p:nvSpPr>
              <p:cNvPr id="64" name="Freeform: Shape 63">
                <a:extLst>
                  <a:ext uri="{FF2B5EF4-FFF2-40B4-BE49-F238E27FC236}">
                    <a16:creationId xmlns:a16="http://schemas.microsoft.com/office/drawing/2014/main" id="{C11746AE-0939-5F10-F375-3AE744F35303}"/>
                  </a:ext>
                </a:extLst>
              </p:cNvPr>
              <p:cNvSpPr/>
              <p:nvPr/>
            </p:nvSpPr>
            <p:spPr>
              <a:xfrm>
                <a:off x="2097033" y="3735778"/>
                <a:ext cx="244502" cy="135671"/>
              </a:xfrm>
              <a:custGeom>
                <a:avLst/>
                <a:gdLst>
                  <a:gd name="connsiteX0" fmla="*/ 301165 w 324226"/>
                  <a:gd name="connsiteY0" fmla="*/ 179909 h 179908"/>
                  <a:gd name="connsiteX1" fmla="*/ 324227 w 324226"/>
                  <a:gd name="connsiteY1" fmla="*/ 0 h 179908"/>
                  <a:gd name="connsiteX2" fmla="*/ 80972 w 324226"/>
                  <a:gd name="connsiteY2" fmla="*/ 0 h 179908"/>
                  <a:gd name="connsiteX3" fmla="*/ 0 w 324226"/>
                  <a:gd name="connsiteY3" fmla="*/ 179909 h 179908"/>
                  <a:gd name="connsiteX4" fmla="*/ 301165 w 324226"/>
                  <a:gd name="connsiteY4" fmla="*/ 179909 h 179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26" h="179908">
                    <a:moveTo>
                      <a:pt x="301165" y="179909"/>
                    </a:moveTo>
                    <a:lnTo>
                      <a:pt x="324227" y="0"/>
                    </a:lnTo>
                    <a:lnTo>
                      <a:pt x="80972" y="0"/>
                    </a:lnTo>
                    <a:lnTo>
                      <a:pt x="0" y="179909"/>
                    </a:lnTo>
                    <a:lnTo>
                      <a:pt x="301165" y="179909"/>
                    </a:lnTo>
                    <a:close/>
                  </a:path>
                </a:pathLst>
              </a:custGeom>
              <a:solidFill>
                <a:srgbClr val="0029ED"/>
              </a:solidFill>
              <a:ln w="21233" cap="flat">
                <a:noFill/>
                <a:prstDash val="solid"/>
                <a:miter/>
              </a:ln>
            </p:spPr>
            <p:txBody>
              <a:bodyPr rtlCol="0" anchor="ctr"/>
              <a:lstStyle/>
              <a:p>
                <a:endParaRPr lang="sv-SE"/>
              </a:p>
            </p:txBody>
          </p:sp>
        </p:grpSp>
        <p:grpSp>
          <p:nvGrpSpPr>
            <p:cNvPr id="66" name="Group 65">
              <a:extLst>
                <a:ext uri="{FF2B5EF4-FFF2-40B4-BE49-F238E27FC236}">
                  <a16:creationId xmlns:a16="http://schemas.microsoft.com/office/drawing/2014/main" id="{716451ED-F5C8-6460-5050-1EC77839333F}"/>
                </a:ext>
              </a:extLst>
            </p:cNvPr>
            <p:cNvGrpSpPr/>
            <p:nvPr/>
          </p:nvGrpSpPr>
          <p:grpSpPr>
            <a:xfrm>
              <a:off x="1922892" y="1041329"/>
              <a:ext cx="424010" cy="422091"/>
              <a:chOff x="8400879" y="601519"/>
              <a:chExt cx="538907" cy="536465"/>
            </a:xfrm>
          </p:grpSpPr>
          <p:sp>
            <p:nvSpPr>
              <p:cNvPr id="67" name="Freeform: Shape 66">
                <a:extLst>
                  <a:ext uri="{FF2B5EF4-FFF2-40B4-BE49-F238E27FC236}">
                    <a16:creationId xmlns:a16="http://schemas.microsoft.com/office/drawing/2014/main" id="{0E4C5399-2B63-656B-E2C4-25FB7118422B}"/>
                  </a:ext>
                </a:extLst>
              </p:cNvPr>
              <p:cNvSpPr/>
              <p:nvPr/>
            </p:nvSpPr>
            <p:spPr>
              <a:xfrm rot="2700000">
                <a:off x="8460439" y="689985"/>
                <a:ext cx="106178" cy="42471"/>
              </a:xfrm>
              <a:custGeom>
                <a:avLst/>
                <a:gdLst>
                  <a:gd name="connsiteX0" fmla="*/ 0 w 106178"/>
                  <a:gd name="connsiteY0" fmla="*/ 0 h 42471"/>
                  <a:gd name="connsiteX1" fmla="*/ 106179 w 106178"/>
                  <a:gd name="connsiteY1" fmla="*/ 0 h 42471"/>
                  <a:gd name="connsiteX2" fmla="*/ 106179 w 106178"/>
                  <a:gd name="connsiteY2" fmla="*/ 42471 h 42471"/>
                  <a:gd name="connsiteX3" fmla="*/ 0 w 106178"/>
                  <a:gd name="connsiteY3" fmla="*/ 42471 h 42471"/>
                </a:gdLst>
                <a:ahLst/>
                <a:cxnLst>
                  <a:cxn ang="0">
                    <a:pos x="connsiteX0" y="connsiteY0"/>
                  </a:cxn>
                  <a:cxn ang="0">
                    <a:pos x="connsiteX1" y="connsiteY1"/>
                  </a:cxn>
                  <a:cxn ang="0">
                    <a:pos x="connsiteX2" y="connsiteY2"/>
                  </a:cxn>
                  <a:cxn ang="0">
                    <a:pos x="connsiteX3" y="connsiteY3"/>
                  </a:cxn>
                </a:cxnLst>
                <a:rect l="l" t="t" r="r" b="b"/>
                <a:pathLst>
                  <a:path w="106178" h="42471">
                    <a:moveTo>
                      <a:pt x="0" y="0"/>
                    </a:moveTo>
                    <a:lnTo>
                      <a:pt x="106179" y="0"/>
                    </a:lnTo>
                    <a:lnTo>
                      <a:pt x="106179" y="42471"/>
                    </a:lnTo>
                    <a:lnTo>
                      <a:pt x="0" y="42471"/>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68" name="Freeform: Shape 67">
                <a:extLst>
                  <a:ext uri="{FF2B5EF4-FFF2-40B4-BE49-F238E27FC236}">
                    <a16:creationId xmlns:a16="http://schemas.microsoft.com/office/drawing/2014/main" id="{81A3100E-9C7E-7D47-959A-57CA3493AB19}"/>
                  </a:ext>
                </a:extLst>
              </p:cNvPr>
              <p:cNvSpPr/>
              <p:nvPr/>
            </p:nvSpPr>
            <p:spPr>
              <a:xfrm rot="2700000">
                <a:off x="8618795" y="600298"/>
                <a:ext cx="103736" cy="106178"/>
              </a:xfrm>
              <a:custGeom>
                <a:avLst/>
                <a:gdLst>
                  <a:gd name="connsiteX0" fmla="*/ 73709 w 103736"/>
                  <a:gd name="connsiteY0" fmla="*/ 106179 h 106178"/>
                  <a:gd name="connsiteX1" fmla="*/ 0 w 103736"/>
                  <a:gd name="connsiteY1" fmla="*/ 30728 h 106178"/>
                  <a:gd name="connsiteX2" fmla="*/ 30027 w 103736"/>
                  <a:gd name="connsiteY2" fmla="*/ 0 h 106178"/>
                  <a:gd name="connsiteX3" fmla="*/ 103736 w 103736"/>
                  <a:gd name="connsiteY3" fmla="*/ 75429 h 106178"/>
                  <a:gd name="connsiteX4" fmla="*/ 73709 w 103736"/>
                  <a:gd name="connsiteY4" fmla="*/ 106179 h 106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36" h="106178">
                    <a:moveTo>
                      <a:pt x="73709" y="106179"/>
                    </a:moveTo>
                    <a:lnTo>
                      <a:pt x="0" y="30728"/>
                    </a:lnTo>
                    <a:lnTo>
                      <a:pt x="30027" y="0"/>
                    </a:lnTo>
                    <a:lnTo>
                      <a:pt x="103736" y="75429"/>
                    </a:lnTo>
                    <a:lnTo>
                      <a:pt x="73709" y="106179"/>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69" name="Freeform: Shape 68">
                <a:extLst>
                  <a:ext uri="{FF2B5EF4-FFF2-40B4-BE49-F238E27FC236}">
                    <a16:creationId xmlns:a16="http://schemas.microsoft.com/office/drawing/2014/main" id="{AFEBBC3F-AE97-110C-B83E-54CA37A28E0A}"/>
                  </a:ext>
                </a:extLst>
              </p:cNvPr>
              <p:cNvSpPr/>
              <p:nvPr/>
            </p:nvSpPr>
            <p:spPr>
              <a:xfrm rot="2700000">
                <a:off x="8542054" y="743201"/>
                <a:ext cx="254828" cy="254828"/>
              </a:xfrm>
              <a:custGeom>
                <a:avLst/>
                <a:gdLst>
                  <a:gd name="connsiteX0" fmla="*/ 254829 w 254828"/>
                  <a:gd name="connsiteY0" fmla="*/ 127414 h 254828"/>
                  <a:gd name="connsiteX1" fmla="*/ 127414 w 254828"/>
                  <a:gd name="connsiteY1" fmla="*/ 254829 h 254828"/>
                  <a:gd name="connsiteX2" fmla="*/ 0 w 254828"/>
                  <a:gd name="connsiteY2" fmla="*/ 127414 h 254828"/>
                  <a:gd name="connsiteX3" fmla="*/ 127414 w 254828"/>
                  <a:gd name="connsiteY3" fmla="*/ 0 h 254828"/>
                  <a:gd name="connsiteX4" fmla="*/ 254829 w 254828"/>
                  <a:gd name="connsiteY4" fmla="*/ 127414 h 25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828" h="254828">
                    <a:moveTo>
                      <a:pt x="254829" y="127414"/>
                    </a:moveTo>
                    <a:cubicBezTo>
                      <a:pt x="254829" y="197783"/>
                      <a:pt x="197783" y="254829"/>
                      <a:pt x="127414" y="254829"/>
                    </a:cubicBezTo>
                    <a:cubicBezTo>
                      <a:pt x="57045" y="254829"/>
                      <a:pt x="0" y="197783"/>
                      <a:pt x="0" y="127414"/>
                    </a:cubicBezTo>
                    <a:cubicBezTo>
                      <a:pt x="0" y="57045"/>
                      <a:pt x="57045" y="0"/>
                      <a:pt x="127414" y="0"/>
                    </a:cubicBezTo>
                    <a:cubicBezTo>
                      <a:pt x="197783" y="0"/>
                      <a:pt x="254829" y="57045"/>
                      <a:pt x="254829" y="127414"/>
                    </a:cubicBez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70" name="Freeform: Shape 69">
                <a:extLst>
                  <a:ext uri="{FF2B5EF4-FFF2-40B4-BE49-F238E27FC236}">
                    <a16:creationId xmlns:a16="http://schemas.microsoft.com/office/drawing/2014/main" id="{FA7A7596-845E-C43D-FC63-E50EFA701D9C}"/>
                  </a:ext>
                </a:extLst>
              </p:cNvPr>
              <p:cNvSpPr/>
              <p:nvPr/>
            </p:nvSpPr>
            <p:spPr>
              <a:xfrm rot="2700000">
                <a:off x="8807627" y="658132"/>
                <a:ext cx="42471" cy="106178"/>
              </a:xfrm>
              <a:custGeom>
                <a:avLst/>
                <a:gdLst>
                  <a:gd name="connsiteX0" fmla="*/ 0 w 42471"/>
                  <a:gd name="connsiteY0" fmla="*/ 0 h 106178"/>
                  <a:gd name="connsiteX1" fmla="*/ 42471 w 42471"/>
                  <a:gd name="connsiteY1" fmla="*/ 0 h 106178"/>
                  <a:gd name="connsiteX2" fmla="*/ 42471 w 42471"/>
                  <a:gd name="connsiteY2" fmla="*/ 106179 h 106178"/>
                  <a:gd name="connsiteX3" fmla="*/ 0 w 42471"/>
                  <a:gd name="connsiteY3" fmla="*/ 106179 h 106178"/>
                </a:gdLst>
                <a:ahLst/>
                <a:cxnLst>
                  <a:cxn ang="0">
                    <a:pos x="connsiteX0" y="connsiteY0"/>
                  </a:cxn>
                  <a:cxn ang="0">
                    <a:pos x="connsiteX1" y="connsiteY1"/>
                  </a:cxn>
                  <a:cxn ang="0">
                    <a:pos x="connsiteX2" y="connsiteY2"/>
                  </a:cxn>
                  <a:cxn ang="0">
                    <a:pos x="connsiteX3" y="connsiteY3"/>
                  </a:cxn>
                </a:cxnLst>
                <a:rect l="l" t="t" r="r" b="b"/>
                <a:pathLst>
                  <a:path w="42471" h="106178">
                    <a:moveTo>
                      <a:pt x="0" y="0"/>
                    </a:moveTo>
                    <a:lnTo>
                      <a:pt x="42471" y="0"/>
                    </a:lnTo>
                    <a:lnTo>
                      <a:pt x="42471" y="106179"/>
                    </a:lnTo>
                    <a:lnTo>
                      <a:pt x="0" y="106179"/>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71" name="Freeform: Shape 70">
                <a:extLst>
                  <a:ext uri="{FF2B5EF4-FFF2-40B4-BE49-F238E27FC236}">
                    <a16:creationId xmlns:a16="http://schemas.microsoft.com/office/drawing/2014/main" id="{6677A738-954F-E0F7-6B8F-2ED90B02FC76}"/>
                  </a:ext>
                </a:extLst>
              </p:cNvPr>
              <p:cNvSpPr/>
              <p:nvPr/>
            </p:nvSpPr>
            <p:spPr>
              <a:xfrm rot="2700000">
                <a:off x="8775774" y="1005319"/>
                <a:ext cx="106178" cy="42471"/>
              </a:xfrm>
              <a:custGeom>
                <a:avLst/>
                <a:gdLst>
                  <a:gd name="connsiteX0" fmla="*/ 0 w 106178"/>
                  <a:gd name="connsiteY0" fmla="*/ 0 h 42471"/>
                  <a:gd name="connsiteX1" fmla="*/ 106179 w 106178"/>
                  <a:gd name="connsiteY1" fmla="*/ 0 h 42471"/>
                  <a:gd name="connsiteX2" fmla="*/ 106179 w 106178"/>
                  <a:gd name="connsiteY2" fmla="*/ 42471 h 42471"/>
                  <a:gd name="connsiteX3" fmla="*/ 0 w 106178"/>
                  <a:gd name="connsiteY3" fmla="*/ 42471 h 42471"/>
                </a:gdLst>
                <a:ahLst/>
                <a:cxnLst>
                  <a:cxn ang="0">
                    <a:pos x="connsiteX0" y="connsiteY0"/>
                  </a:cxn>
                  <a:cxn ang="0">
                    <a:pos x="connsiteX1" y="connsiteY1"/>
                  </a:cxn>
                  <a:cxn ang="0">
                    <a:pos x="connsiteX2" y="connsiteY2"/>
                  </a:cxn>
                  <a:cxn ang="0">
                    <a:pos x="connsiteX3" y="connsiteY3"/>
                  </a:cxn>
                </a:cxnLst>
                <a:rect l="l" t="t" r="r" b="b"/>
                <a:pathLst>
                  <a:path w="106178" h="42471">
                    <a:moveTo>
                      <a:pt x="0" y="0"/>
                    </a:moveTo>
                    <a:lnTo>
                      <a:pt x="106179" y="0"/>
                    </a:lnTo>
                    <a:lnTo>
                      <a:pt x="106179" y="42471"/>
                    </a:lnTo>
                    <a:lnTo>
                      <a:pt x="0" y="42471"/>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72" name="Freeform: Shape 71">
                <a:extLst>
                  <a:ext uri="{FF2B5EF4-FFF2-40B4-BE49-F238E27FC236}">
                    <a16:creationId xmlns:a16="http://schemas.microsoft.com/office/drawing/2014/main" id="{21E4D27D-82CE-BF86-CE48-68D164A78FC9}"/>
                  </a:ext>
                </a:extLst>
              </p:cNvPr>
              <p:cNvSpPr/>
              <p:nvPr/>
            </p:nvSpPr>
            <p:spPr>
              <a:xfrm rot="2700000">
                <a:off x="8834829" y="816332"/>
                <a:ext cx="103736" cy="106178"/>
              </a:xfrm>
              <a:custGeom>
                <a:avLst/>
                <a:gdLst>
                  <a:gd name="connsiteX0" fmla="*/ 30027 w 103736"/>
                  <a:gd name="connsiteY0" fmla="*/ 106179 h 106178"/>
                  <a:gd name="connsiteX1" fmla="*/ 103736 w 103736"/>
                  <a:gd name="connsiteY1" fmla="*/ 30728 h 106178"/>
                  <a:gd name="connsiteX2" fmla="*/ 73709 w 103736"/>
                  <a:gd name="connsiteY2" fmla="*/ 0 h 106178"/>
                  <a:gd name="connsiteX3" fmla="*/ 0 w 103736"/>
                  <a:gd name="connsiteY3" fmla="*/ 75429 h 106178"/>
                  <a:gd name="connsiteX4" fmla="*/ 30027 w 103736"/>
                  <a:gd name="connsiteY4" fmla="*/ 106179 h 106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36" h="106178">
                    <a:moveTo>
                      <a:pt x="30027" y="106179"/>
                    </a:moveTo>
                    <a:lnTo>
                      <a:pt x="103736" y="30728"/>
                    </a:lnTo>
                    <a:lnTo>
                      <a:pt x="73709" y="0"/>
                    </a:lnTo>
                    <a:lnTo>
                      <a:pt x="0" y="75429"/>
                    </a:lnTo>
                    <a:lnTo>
                      <a:pt x="30027" y="106179"/>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73" name="Freeform: Shape 72">
                <a:extLst>
                  <a:ext uri="{FF2B5EF4-FFF2-40B4-BE49-F238E27FC236}">
                    <a16:creationId xmlns:a16="http://schemas.microsoft.com/office/drawing/2014/main" id="{03FF1C24-2702-AB03-E84D-DCA12C670402}"/>
                  </a:ext>
                </a:extLst>
              </p:cNvPr>
              <p:cNvSpPr/>
              <p:nvPr/>
            </p:nvSpPr>
            <p:spPr>
              <a:xfrm rot="2700000">
                <a:off x="8402100" y="816993"/>
                <a:ext cx="103736" cy="106178"/>
              </a:xfrm>
              <a:custGeom>
                <a:avLst/>
                <a:gdLst>
                  <a:gd name="connsiteX0" fmla="*/ 73709 w 103736"/>
                  <a:gd name="connsiteY0" fmla="*/ 0 h 106178"/>
                  <a:gd name="connsiteX1" fmla="*/ 0 w 103736"/>
                  <a:gd name="connsiteY1" fmla="*/ 75451 h 106178"/>
                  <a:gd name="connsiteX2" fmla="*/ 30027 w 103736"/>
                  <a:gd name="connsiteY2" fmla="*/ 106179 h 106178"/>
                  <a:gd name="connsiteX3" fmla="*/ 103736 w 103736"/>
                  <a:gd name="connsiteY3" fmla="*/ 30749 h 106178"/>
                  <a:gd name="connsiteX4" fmla="*/ 73709 w 103736"/>
                  <a:gd name="connsiteY4" fmla="*/ 0 h 106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36" h="106178">
                    <a:moveTo>
                      <a:pt x="73709" y="0"/>
                    </a:moveTo>
                    <a:lnTo>
                      <a:pt x="0" y="75451"/>
                    </a:lnTo>
                    <a:lnTo>
                      <a:pt x="30027" y="106179"/>
                    </a:lnTo>
                    <a:lnTo>
                      <a:pt x="103736" y="30749"/>
                    </a:lnTo>
                    <a:lnTo>
                      <a:pt x="73709" y="0"/>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74" name="Freeform: Shape 73">
                <a:extLst>
                  <a:ext uri="{FF2B5EF4-FFF2-40B4-BE49-F238E27FC236}">
                    <a16:creationId xmlns:a16="http://schemas.microsoft.com/office/drawing/2014/main" id="{96D291B4-450A-476A-56A7-95BEBA092846}"/>
                  </a:ext>
                </a:extLst>
              </p:cNvPr>
              <p:cNvSpPr/>
              <p:nvPr/>
            </p:nvSpPr>
            <p:spPr>
              <a:xfrm rot="2700000">
                <a:off x="8490566" y="975193"/>
                <a:ext cx="42471" cy="106178"/>
              </a:xfrm>
              <a:custGeom>
                <a:avLst/>
                <a:gdLst>
                  <a:gd name="connsiteX0" fmla="*/ 0 w 42471"/>
                  <a:gd name="connsiteY0" fmla="*/ 0 h 106178"/>
                  <a:gd name="connsiteX1" fmla="*/ 42471 w 42471"/>
                  <a:gd name="connsiteY1" fmla="*/ 0 h 106178"/>
                  <a:gd name="connsiteX2" fmla="*/ 42471 w 42471"/>
                  <a:gd name="connsiteY2" fmla="*/ 106179 h 106178"/>
                  <a:gd name="connsiteX3" fmla="*/ 0 w 42471"/>
                  <a:gd name="connsiteY3" fmla="*/ 106179 h 106178"/>
                </a:gdLst>
                <a:ahLst/>
                <a:cxnLst>
                  <a:cxn ang="0">
                    <a:pos x="connsiteX0" y="connsiteY0"/>
                  </a:cxn>
                  <a:cxn ang="0">
                    <a:pos x="connsiteX1" y="connsiteY1"/>
                  </a:cxn>
                  <a:cxn ang="0">
                    <a:pos x="connsiteX2" y="connsiteY2"/>
                  </a:cxn>
                  <a:cxn ang="0">
                    <a:pos x="connsiteX3" y="connsiteY3"/>
                  </a:cxn>
                </a:cxnLst>
                <a:rect l="l" t="t" r="r" b="b"/>
                <a:pathLst>
                  <a:path w="42471" h="106178">
                    <a:moveTo>
                      <a:pt x="0" y="0"/>
                    </a:moveTo>
                    <a:lnTo>
                      <a:pt x="42471" y="0"/>
                    </a:lnTo>
                    <a:lnTo>
                      <a:pt x="42471" y="106179"/>
                    </a:lnTo>
                    <a:lnTo>
                      <a:pt x="0" y="106179"/>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75" name="Freeform: Shape 74">
                <a:extLst>
                  <a:ext uri="{FF2B5EF4-FFF2-40B4-BE49-F238E27FC236}">
                    <a16:creationId xmlns:a16="http://schemas.microsoft.com/office/drawing/2014/main" id="{80B7FDE5-E3A5-FB9A-CF98-B738C30432B8}"/>
                  </a:ext>
                </a:extLst>
              </p:cNvPr>
              <p:cNvSpPr/>
              <p:nvPr/>
            </p:nvSpPr>
            <p:spPr>
              <a:xfrm rot="2700000">
                <a:off x="8618134" y="1033027"/>
                <a:ext cx="103736" cy="106178"/>
              </a:xfrm>
              <a:custGeom>
                <a:avLst/>
                <a:gdLst>
                  <a:gd name="connsiteX0" fmla="*/ 30027 w 103736"/>
                  <a:gd name="connsiteY0" fmla="*/ 0 h 106178"/>
                  <a:gd name="connsiteX1" fmla="*/ 103736 w 103736"/>
                  <a:gd name="connsiteY1" fmla="*/ 75451 h 106178"/>
                  <a:gd name="connsiteX2" fmla="*/ 73709 w 103736"/>
                  <a:gd name="connsiteY2" fmla="*/ 106179 h 106178"/>
                  <a:gd name="connsiteX3" fmla="*/ 0 w 103736"/>
                  <a:gd name="connsiteY3" fmla="*/ 30749 h 106178"/>
                  <a:gd name="connsiteX4" fmla="*/ 30027 w 103736"/>
                  <a:gd name="connsiteY4" fmla="*/ 0 h 106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36" h="106178">
                    <a:moveTo>
                      <a:pt x="30027" y="0"/>
                    </a:moveTo>
                    <a:lnTo>
                      <a:pt x="103736" y="75451"/>
                    </a:lnTo>
                    <a:lnTo>
                      <a:pt x="73709" y="106179"/>
                    </a:lnTo>
                    <a:lnTo>
                      <a:pt x="0" y="30749"/>
                    </a:lnTo>
                    <a:lnTo>
                      <a:pt x="30027" y="0"/>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grpSp>
        <p:pic>
          <p:nvPicPr>
            <p:cNvPr id="77" name="Graphic 76" descr="Cloud with solid fill">
              <a:extLst>
                <a:ext uri="{FF2B5EF4-FFF2-40B4-BE49-F238E27FC236}">
                  <a16:creationId xmlns:a16="http://schemas.microsoft.com/office/drawing/2014/main" id="{3C2B0FC6-E19A-3CCE-CD13-5255079109F1}"/>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946331" y="997400"/>
              <a:ext cx="722231" cy="722231"/>
            </a:xfrm>
            <a:prstGeom prst="rect">
              <a:avLst/>
            </a:prstGeom>
          </p:spPr>
        </p:pic>
        <p:pic>
          <p:nvPicPr>
            <p:cNvPr id="148" name="Graphic 147" descr="Lightning bolt with solid fill">
              <a:extLst>
                <a:ext uri="{FF2B5EF4-FFF2-40B4-BE49-F238E27FC236}">
                  <a16:creationId xmlns:a16="http://schemas.microsoft.com/office/drawing/2014/main" id="{9D6AEAB0-88A9-9B79-E6DB-C8D21596F263}"/>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2558768" y="2093037"/>
              <a:ext cx="219588" cy="219588"/>
            </a:xfrm>
            <a:prstGeom prst="rect">
              <a:avLst/>
            </a:prstGeom>
          </p:spPr>
        </p:pic>
      </p:grpSp>
      <p:pic>
        <p:nvPicPr>
          <p:cNvPr id="3" name="Graphic 2" descr="Badge Follow with solid fill">
            <a:extLst>
              <a:ext uri="{FF2B5EF4-FFF2-40B4-BE49-F238E27FC236}">
                <a16:creationId xmlns:a16="http://schemas.microsoft.com/office/drawing/2014/main" id="{B02FAA31-7FEC-F721-8010-4560C65B3B2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396494" y="6195858"/>
            <a:ext cx="549840" cy="549840"/>
          </a:xfrm>
          <a:prstGeom prst="rect">
            <a:avLst/>
          </a:prstGeom>
        </p:spPr>
      </p:pic>
      <p:pic>
        <p:nvPicPr>
          <p:cNvPr id="8" name="Graphic 7" descr="Badge Follow with solid fill">
            <a:extLst>
              <a:ext uri="{FF2B5EF4-FFF2-40B4-BE49-F238E27FC236}">
                <a16:creationId xmlns:a16="http://schemas.microsoft.com/office/drawing/2014/main" id="{B7A88585-D4B8-3CCD-39FD-C385FE36FCC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968626" y="4455971"/>
            <a:ext cx="336648" cy="336648"/>
          </a:xfrm>
          <a:prstGeom prst="rect">
            <a:avLst/>
          </a:prstGeom>
        </p:spPr>
      </p:pic>
    </p:spTree>
    <p:extLst>
      <p:ext uri="{BB962C8B-B14F-4D97-AF65-F5344CB8AC3E}">
        <p14:creationId xmlns:p14="http://schemas.microsoft.com/office/powerpoint/2010/main" val="851786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9423C-C1CF-9A22-97A3-A9D432B2CE0B}"/>
            </a:ext>
          </a:extLst>
        </p:cNvPr>
        <p:cNvGrpSpPr/>
        <p:nvPr/>
      </p:nvGrpSpPr>
      <p:grpSpPr>
        <a:xfrm>
          <a:off x="0" y="0"/>
          <a:ext cx="0" cy="0"/>
          <a:chOff x="0" y="0"/>
          <a:chExt cx="0" cy="0"/>
        </a:xfrm>
      </p:grpSpPr>
      <p:pic>
        <p:nvPicPr>
          <p:cNvPr id="11" name="Picture 2" descr="Heat Pump Icons - Free SVG &amp; PNG Heat Pump Images - Noun Project">
            <a:extLst>
              <a:ext uri="{FF2B5EF4-FFF2-40B4-BE49-F238E27FC236}">
                <a16:creationId xmlns:a16="http://schemas.microsoft.com/office/drawing/2014/main" id="{5A0A7700-127F-4053-8F16-19CCA9176105}"/>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11119212" y="186785"/>
            <a:ext cx="772995" cy="772995"/>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Arrow Connector 27">
            <a:extLst>
              <a:ext uri="{FF2B5EF4-FFF2-40B4-BE49-F238E27FC236}">
                <a16:creationId xmlns:a16="http://schemas.microsoft.com/office/drawing/2014/main" id="{C6740B94-E78D-C2EF-70BA-A1442E0E0948}"/>
              </a:ext>
            </a:extLst>
          </p:cNvPr>
          <p:cNvCxnSpPr>
            <a:cxnSpLocks/>
          </p:cNvCxnSpPr>
          <p:nvPr/>
        </p:nvCxnSpPr>
        <p:spPr>
          <a:xfrm>
            <a:off x="4362040" y="1968134"/>
            <a:ext cx="45720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B77A43DD-4076-0B9E-A47C-6E35D8A83CDC}"/>
              </a:ext>
            </a:extLst>
          </p:cNvPr>
          <p:cNvCxnSpPr>
            <a:cxnSpLocks/>
          </p:cNvCxnSpPr>
          <p:nvPr/>
        </p:nvCxnSpPr>
        <p:spPr>
          <a:xfrm>
            <a:off x="7715417" y="1968134"/>
            <a:ext cx="685800" cy="1033624"/>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52465FD7-1550-4034-9DFD-7E01C6DC8572}"/>
              </a:ext>
            </a:extLst>
          </p:cNvPr>
          <p:cNvCxnSpPr>
            <a:cxnSpLocks/>
          </p:cNvCxnSpPr>
          <p:nvPr/>
        </p:nvCxnSpPr>
        <p:spPr>
          <a:xfrm>
            <a:off x="4362040" y="3922971"/>
            <a:ext cx="45720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7DC33184-2D8E-C852-BC5B-45971B0DA3D1}"/>
              </a:ext>
            </a:extLst>
          </p:cNvPr>
          <p:cNvSpPr/>
          <p:nvPr/>
        </p:nvSpPr>
        <p:spPr>
          <a:xfrm>
            <a:off x="5013516" y="5084540"/>
            <a:ext cx="2387911" cy="758372"/>
          </a:xfrm>
          <a:prstGeom prst="round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Price Arbitrage</a:t>
            </a:r>
          </a:p>
        </p:txBody>
      </p:sp>
      <p:pic>
        <p:nvPicPr>
          <p:cNvPr id="38" name="Graphic 37" descr="Dollar with solid fill">
            <a:extLst>
              <a:ext uri="{FF2B5EF4-FFF2-40B4-BE49-F238E27FC236}">
                <a16:creationId xmlns:a16="http://schemas.microsoft.com/office/drawing/2014/main" id="{F030C2E4-DAE4-DF14-5685-FBA7BA698F8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49179" y="5939928"/>
            <a:ext cx="540000" cy="540000"/>
          </a:xfrm>
          <a:prstGeom prst="rect">
            <a:avLst/>
          </a:prstGeom>
        </p:spPr>
      </p:pic>
      <p:pic>
        <p:nvPicPr>
          <p:cNvPr id="39" name="Graphic 38" descr="Open hand with plant with solid fill">
            <a:extLst>
              <a:ext uri="{FF2B5EF4-FFF2-40B4-BE49-F238E27FC236}">
                <a16:creationId xmlns:a16="http://schemas.microsoft.com/office/drawing/2014/main" id="{2FF94A92-5EA6-8DE8-178D-1CE90920D39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74619" y="5939928"/>
            <a:ext cx="540000" cy="540000"/>
          </a:xfrm>
          <a:prstGeom prst="rect">
            <a:avLst/>
          </a:prstGeom>
        </p:spPr>
      </p:pic>
      <p:pic>
        <p:nvPicPr>
          <p:cNvPr id="40" name="Graphic 39" descr="Thermometer with solid fill">
            <a:extLst>
              <a:ext uri="{FF2B5EF4-FFF2-40B4-BE49-F238E27FC236}">
                <a16:creationId xmlns:a16="http://schemas.microsoft.com/office/drawing/2014/main" id="{7BDB6998-B3DF-FF58-262D-2313A6EEB2D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17979" y="5939928"/>
            <a:ext cx="540000" cy="540000"/>
          </a:xfrm>
          <a:prstGeom prst="rect">
            <a:avLst/>
          </a:prstGeom>
        </p:spPr>
      </p:pic>
      <p:pic>
        <p:nvPicPr>
          <p:cNvPr id="97" name="Graphic 96" descr="Badge Unfollow with solid fill">
            <a:extLst>
              <a:ext uri="{FF2B5EF4-FFF2-40B4-BE49-F238E27FC236}">
                <a16:creationId xmlns:a16="http://schemas.microsoft.com/office/drawing/2014/main" id="{9E9F0F32-C2E5-7BAF-4E33-E0AC885FDEB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166611" y="6198506"/>
            <a:ext cx="540000" cy="540000"/>
          </a:xfrm>
          <a:prstGeom prst="rect">
            <a:avLst/>
          </a:prstGeom>
        </p:spPr>
      </p:pic>
      <p:pic>
        <p:nvPicPr>
          <p:cNvPr id="98" name="Graphic 97" descr="Badge Follow with solid fill">
            <a:extLst>
              <a:ext uri="{FF2B5EF4-FFF2-40B4-BE49-F238E27FC236}">
                <a16:creationId xmlns:a16="http://schemas.microsoft.com/office/drawing/2014/main" id="{AB738D03-B56A-FD5C-6EFF-006745F623E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979401" y="6198506"/>
            <a:ext cx="540000" cy="540000"/>
          </a:xfrm>
          <a:prstGeom prst="rect">
            <a:avLst/>
          </a:prstGeom>
        </p:spPr>
      </p:pic>
      <p:sp>
        <p:nvSpPr>
          <p:cNvPr id="85" name="Rectangle: Rounded Corners 84">
            <a:extLst>
              <a:ext uri="{FF2B5EF4-FFF2-40B4-BE49-F238E27FC236}">
                <a16:creationId xmlns:a16="http://schemas.microsoft.com/office/drawing/2014/main" id="{11B2DD7E-73E0-A757-5360-1334DEDAF585}"/>
              </a:ext>
            </a:extLst>
          </p:cNvPr>
          <p:cNvSpPr/>
          <p:nvPr/>
        </p:nvSpPr>
        <p:spPr>
          <a:xfrm>
            <a:off x="5013516" y="1390854"/>
            <a:ext cx="2394206" cy="758372"/>
          </a:xfrm>
          <a:prstGeom prst="roundRect">
            <a:avLst/>
          </a:prstGeom>
          <a:solidFill>
            <a:srgbClr val="9898F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Peak Shaving</a:t>
            </a:r>
          </a:p>
        </p:txBody>
      </p:sp>
      <p:pic>
        <p:nvPicPr>
          <p:cNvPr id="86" name="Graphic 85" descr="Dollar with solid fill">
            <a:extLst>
              <a:ext uri="{FF2B5EF4-FFF2-40B4-BE49-F238E27FC236}">
                <a16:creationId xmlns:a16="http://schemas.microsoft.com/office/drawing/2014/main" id="{6FFB6BDA-BB5A-F401-5B02-059912196BE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09016" y="2239302"/>
            <a:ext cx="540000" cy="540000"/>
          </a:xfrm>
          <a:prstGeom prst="rect">
            <a:avLst/>
          </a:prstGeom>
        </p:spPr>
      </p:pic>
      <p:pic>
        <p:nvPicPr>
          <p:cNvPr id="87" name="Graphic 86" descr="Open hand with plant with solid fill">
            <a:extLst>
              <a:ext uri="{FF2B5EF4-FFF2-40B4-BE49-F238E27FC236}">
                <a16:creationId xmlns:a16="http://schemas.microsoft.com/office/drawing/2014/main" id="{70892B69-A0F0-4A24-F4C7-885509BFA55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34456" y="2239302"/>
            <a:ext cx="540000" cy="540000"/>
          </a:xfrm>
          <a:prstGeom prst="rect">
            <a:avLst/>
          </a:prstGeom>
        </p:spPr>
      </p:pic>
      <p:pic>
        <p:nvPicPr>
          <p:cNvPr id="88" name="Graphic 87" descr="Thermometer with solid fill">
            <a:extLst>
              <a:ext uri="{FF2B5EF4-FFF2-40B4-BE49-F238E27FC236}">
                <a16:creationId xmlns:a16="http://schemas.microsoft.com/office/drawing/2014/main" id="{65805BB6-1F39-9385-8827-3AD6F1F44A0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21736" y="2239302"/>
            <a:ext cx="540000" cy="540000"/>
          </a:xfrm>
          <a:prstGeom prst="rect">
            <a:avLst/>
          </a:prstGeom>
        </p:spPr>
      </p:pic>
      <p:pic>
        <p:nvPicPr>
          <p:cNvPr id="99" name="Graphic 98" descr="Badge Follow with solid fill">
            <a:extLst>
              <a:ext uri="{FF2B5EF4-FFF2-40B4-BE49-F238E27FC236}">
                <a16:creationId xmlns:a16="http://schemas.microsoft.com/office/drawing/2014/main" id="{D21968CC-022B-616F-A735-E4F621BC231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408049" y="2515824"/>
            <a:ext cx="540000" cy="540000"/>
          </a:xfrm>
          <a:prstGeom prst="rect">
            <a:avLst/>
          </a:prstGeom>
        </p:spPr>
      </p:pic>
      <p:pic>
        <p:nvPicPr>
          <p:cNvPr id="100" name="Graphic 99" descr="Badge Unfollow with solid fill">
            <a:extLst>
              <a:ext uri="{FF2B5EF4-FFF2-40B4-BE49-F238E27FC236}">
                <a16:creationId xmlns:a16="http://schemas.microsoft.com/office/drawing/2014/main" id="{A31B39FC-FE68-4C2C-4CB3-FC90DA037EB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2426" y="2515824"/>
            <a:ext cx="540000" cy="540000"/>
          </a:xfrm>
          <a:prstGeom prst="rect">
            <a:avLst/>
          </a:prstGeom>
        </p:spPr>
      </p:pic>
      <p:pic>
        <p:nvPicPr>
          <p:cNvPr id="102" name="Picture 101">
            <a:extLst>
              <a:ext uri="{FF2B5EF4-FFF2-40B4-BE49-F238E27FC236}">
                <a16:creationId xmlns:a16="http://schemas.microsoft.com/office/drawing/2014/main" id="{4AEDA8A3-204E-2816-892F-7285F62F2409}"/>
              </a:ext>
            </a:extLst>
          </p:cNvPr>
          <p:cNvPicPr>
            <a:picLocks noChangeAspect="1"/>
          </p:cNvPicPr>
          <p:nvPr/>
        </p:nvPicPr>
        <p:blipFill>
          <a:blip r:embed="rId14">
            <a:duotone>
              <a:schemeClr val="bg2">
                <a:shade val="45000"/>
                <a:satMod val="135000"/>
              </a:schemeClr>
              <a:prstClr val="white"/>
            </a:duotone>
          </a:blip>
          <a:stretch>
            <a:fillRect/>
          </a:stretch>
        </p:blipFill>
        <p:spPr>
          <a:xfrm>
            <a:off x="7016802" y="2570955"/>
            <a:ext cx="430817" cy="429739"/>
          </a:xfrm>
          <a:prstGeom prst="rect">
            <a:avLst/>
          </a:prstGeom>
        </p:spPr>
      </p:pic>
      <p:cxnSp>
        <p:nvCxnSpPr>
          <p:cNvPr id="103" name="Straight Arrow Connector 102">
            <a:extLst>
              <a:ext uri="{FF2B5EF4-FFF2-40B4-BE49-F238E27FC236}">
                <a16:creationId xmlns:a16="http://schemas.microsoft.com/office/drawing/2014/main" id="{50EAA65D-430B-0095-0E7F-2999FEB267AA}"/>
              </a:ext>
            </a:extLst>
          </p:cNvPr>
          <p:cNvCxnSpPr>
            <a:cxnSpLocks/>
          </p:cNvCxnSpPr>
          <p:nvPr/>
        </p:nvCxnSpPr>
        <p:spPr>
          <a:xfrm>
            <a:off x="7715417" y="4010445"/>
            <a:ext cx="68580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513FDF5C-60A7-3CB2-01E3-DADC3BEAC6B2}"/>
              </a:ext>
            </a:extLst>
          </p:cNvPr>
          <p:cNvCxnSpPr>
            <a:cxnSpLocks/>
          </p:cNvCxnSpPr>
          <p:nvPr/>
        </p:nvCxnSpPr>
        <p:spPr>
          <a:xfrm>
            <a:off x="4362040" y="5877807"/>
            <a:ext cx="45720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68089CBF-4CA5-D417-7218-4FDC5E9E858E}"/>
              </a:ext>
            </a:extLst>
          </p:cNvPr>
          <p:cNvSpPr>
            <a:spLocks noGrp="1"/>
          </p:cNvSpPr>
          <p:nvPr>
            <p:ph type="sldNum" sz="quarter" idx="12"/>
          </p:nvPr>
        </p:nvSpPr>
        <p:spPr/>
        <p:txBody>
          <a:bodyPr/>
          <a:lstStyle/>
          <a:p>
            <a:fld id="{B716C8F4-20CD-364A-8A8E-DE130115B178}" type="slidenum">
              <a:rPr lang="sv-SE" smtClean="0"/>
              <a:t>5</a:t>
            </a:fld>
            <a:endParaRPr lang="sv-SE"/>
          </a:p>
        </p:txBody>
      </p:sp>
      <p:sp>
        <p:nvSpPr>
          <p:cNvPr id="107" name="Rectangle: Rounded Corners 106">
            <a:extLst>
              <a:ext uri="{FF2B5EF4-FFF2-40B4-BE49-F238E27FC236}">
                <a16:creationId xmlns:a16="http://schemas.microsoft.com/office/drawing/2014/main" id="{F172E13F-CDE9-51FE-E71C-F8F2401E4213}"/>
              </a:ext>
            </a:extLst>
          </p:cNvPr>
          <p:cNvSpPr/>
          <p:nvPr/>
        </p:nvSpPr>
        <p:spPr>
          <a:xfrm>
            <a:off x="5013516" y="3220427"/>
            <a:ext cx="2326508" cy="758372"/>
          </a:xfrm>
          <a:prstGeom prst="round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Self Consumption</a:t>
            </a:r>
          </a:p>
        </p:txBody>
      </p:sp>
      <p:pic>
        <p:nvPicPr>
          <p:cNvPr id="108" name="Graphic 107" descr="Dollar with solid fill">
            <a:extLst>
              <a:ext uri="{FF2B5EF4-FFF2-40B4-BE49-F238E27FC236}">
                <a16:creationId xmlns:a16="http://schemas.microsoft.com/office/drawing/2014/main" id="{CB9D1985-A270-C821-AF1B-2EFD1653E9D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88532" y="4112651"/>
            <a:ext cx="540000" cy="540000"/>
          </a:xfrm>
          <a:prstGeom prst="rect">
            <a:avLst/>
          </a:prstGeom>
        </p:spPr>
      </p:pic>
      <p:pic>
        <p:nvPicPr>
          <p:cNvPr id="109" name="Graphic 108" descr="Open hand with plant with solid fill">
            <a:extLst>
              <a:ext uri="{FF2B5EF4-FFF2-40B4-BE49-F238E27FC236}">
                <a16:creationId xmlns:a16="http://schemas.microsoft.com/office/drawing/2014/main" id="{C7D5EB16-6DE3-E37B-694B-FE53239F0BD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13972" y="4112651"/>
            <a:ext cx="540000" cy="540000"/>
          </a:xfrm>
          <a:prstGeom prst="rect">
            <a:avLst/>
          </a:prstGeom>
        </p:spPr>
      </p:pic>
      <p:pic>
        <p:nvPicPr>
          <p:cNvPr id="110" name="Graphic 109" descr="Thermometer with solid fill">
            <a:extLst>
              <a:ext uri="{FF2B5EF4-FFF2-40B4-BE49-F238E27FC236}">
                <a16:creationId xmlns:a16="http://schemas.microsoft.com/office/drawing/2014/main" id="{FC41DEE6-9E41-05A4-8F9A-1EBF75F6430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01252" y="4112651"/>
            <a:ext cx="540000" cy="540000"/>
          </a:xfrm>
          <a:prstGeom prst="rect">
            <a:avLst/>
          </a:prstGeom>
        </p:spPr>
      </p:pic>
      <p:pic>
        <p:nvPicPr>
          <p:cNvPr id="111" name="Graphic 110" descr="Badge Follow with solid fill">
            <a:extLst>
              <a:ext uri="{FF2B5EF4-FFF2-40B4-BE49-F238E27FC236}">
                <a16:creationId xmlns:a16="http://schemas.microsoft.com/office/drawing/2014/main" id="{EBE951A7-AF76-D705-CF54-F17FFC0072D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100852" y="4356699"/>
            <a:ext cx="540000" cy="540000"/>
          </a:xfrm>
          <a:prstGeom prst="rect">
            <a:avLst/>
          </a:prstGeom>
        </p:spPr>
      </p:pic>
      <p:cxnSp>
        <p:nvCxnSpPr>
          <p:cNvPr id="115" name="Straight Arrow Connector 114">
            <a:extLst>
              <a:ext uri="{FF2B5EF4-FFF2-40B4-BE49-F238E27FC236}">
                <a16:creationId xmlns:a16="http://schemas.microsoft.com/office/drawing/2014/main" id="{9FC522AA-55C7-C4CB-09D7-D87CC8FE4DBE}"/>
              </a:ext>
            </a:extLst>
          </p:cNvPr>
          <p:cNvCxnSpPr>
            <a:cxnSpLocks/>
          </p:cNvCxnSpPr>
          <p:nvPr/>
        </p:nvCxnSpPr>
        <p:spPr>
          <a:xfrm flipV="1">
            <a:off x="7670800" y="5019133"/>
            <a:ext cx="730417" cy="858674"/>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2F3DAB5-EC75-5CE9-EB45-626F4665E67E}"/>
              </a:ext>
            </a:extLst>
          </p:cNvPr>
          <p:cNvGrpSpPr/>
          <p:nvPr/>
        </p:nvGrpSpPr>
        <p:grpSpPr>
          <a:xfrm>
            <a:off x="1725199" y="2837284"/>
            <a:ext cx="1351023" cy="1689253"/>
            <a:chOff x="1725199" y="2837284"/>
            <a:chExt cx="1351023" cy="1689253"/>
          </a:xfrm>
        </p:grpSpPr>
        <p:grpSp>
          <p:nvGrpSpPr>
            <p:cNvPr id="119" name="Group 118">
              <a:extLst>
                <a:ext uri="{FF2B5EF4-FFF2-40B4-BE49-F238E27FC236}">
                  <a16:creationId xmlns:a16="http://schemas.microsoft.com/office/drawing/2014/main" id="{EB84E8B1-4CFF-2337-9525-D5DA4F978DFB}"/>
                </a:ext>
              </a:extLst>
            </p:cNvPr>
            <p:cNvGrpSpPr/>
            <p:nvPr/>
          </p:nvGrpSpPr>
          <p:grpSpPr>
            <a:xfrm>
              <a:off x="2023131" y="3685983"/>
              <a:ext cx="696855" cy="579402"/>
              <a:chOff x="1893941" y="3735778"/>
              <a:chExt cx="1207463" cy="1003939"/>
            </a:xfrm>
          </p:grpSpPr>
          <p:sp>
            <p:nvSpPr>
              <p:cNvPr id="131" name="Freeform: Shape 130">
                <a:extLst>
                  <a:ext uri="{FF2B5EF4-FFF2-40B4-BE49-F238E27FC236}">
                    <a16:creationId xmlns:a16="http://schemas.microsoft.com/office/drawing/2014/main" id="{0335FD81-8119-D434-F0A3-626CB7847179}"/>
                  </a:ext>
                </a:extLst>
              </p:cNvPr>
              <p:cNvSpPr/>
              <p:nvPr/>
            </p:nvSpPr>
            <p:spPr>
              <a:xfrm>
                <a:off x="2360769" y="3935506"/>
                <a:ext cx="273809" cy="153959"/>
              </a:xfrm>
              <a:custGeom>
                <a:avLst/>
                <a:gdLst>
                  <a:gd name="connsiteX0" fmla="*/ 0 w 363088"/>
                  <a:gd name="connsiteY0" fmla="*/ 204160 h 204160"/>
                  <a:gd name="connsiteX1" fmla="*/ 363088 w 363088"/>
                  <a:gd name="connsiteY1" fmla="*/ 204160 h 204160"/>
                  <a:gd name="connsiteX2" fmla="*/ 336905 w 363088"/>
                  <a:gd name="connsiteY2" fmla="*/ 0 h 204160"/>
                  <a:gd name="connsiteX3" fmla="*/ 26184 w 363088"/>
                  <a:gd name="connsiteY3" fmla="*/ 0 h 204160"/>
                  <a:gd name="connsiteX4" fmla="*/ 0 w 363088"/>
                  <a:gd name="connsiteY4" fmla="*/ 204160 h 204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88" h="204160">
                    <a:moveTo>
                      <a:pt x="0" y="204160"/>
                    </a:moveTo>
                    <a:lnTo>
                      <a:pt x="363088" y="204160"/>
                    </a:lnTo>
                    <a:lnTo>
                      <a:pt x="336905" y="0"/>
                    </a:lnTo>
                    <a:lnTo>
                      <a:pt x="26184" y="0"/>
                    </a:lnTo>
                    <a:lnTo>
                      <a:pt x="0" y="204160"/>
                    </a:lnTo>
                    <a:close/>
                  </a:path>
                </a:pathLst>
              </a:custGeom>
              <a:solidFill>
                <a:srgbClr val="0029ED"/>
              </a:solidFill>
              <a:ln w="21233" cap="flat">
                <a:noFill/>
                <a:prstDash val="solid"/>
                <a:miter/>
              </a:ln>
            </p:spPr>
            <p:txBody>
              <a:bodyPr rtlCol="0" anchor="ctr"/>
              <a:lstStyle/>
              <a:p>
                <a:endParaRPr lang="sv-SE"/>
              </a:p>
            </p:txBody>
          </p:sp>
          <p:sp>
            <p:nvSpPr>
              <p:cNvPr id="132" name="Freeform: Shape 131">
                <a:extLst>
                  <a:ext uri="{FF2B5EF4-FFF2-40B4-BE49-F238E27FC236}">
                    <a16:creationId xmlns:a16="http://schemas.microsoft.com/office/drawing/2014/main" id="{1D1C9BB5-492C-DF79-48E6-D5CB5C8C6724}"/>
                  </a:ext>
                </a:extLst>
              </p:cNvPr>
              <p:cNvSpPr/>
              <p:nvPr/>
            </p:nvSpPr>
            <p:spPr>
              <a:xfrm>
                <a:off x="2653794" y="3735778"/>
                <a:ext cx="244519" cy="135671"/>
              </a:xfrm>
              <a:custGeom>
                <a:avLst/>
                <a:gdLst>
                  <a:gd name="connsiteX0" fmla="*/ 23062 w 324248"/>
                  <a:gd name="connsiteY0" fmla="*/ 179909 h 179908"/>
                  <a:gd name="connsiteX1" fmla="*/ 324248 w 324248"/>
                  <a:gd name="connsiteY1" fmla="*/ 179909 h 179908"/>
                  <a:gd name="connsiteX2" fmla="*/ 243297 w 324248"/>
                  <a:gd name="connsiteY2" fmla="*/ 0 h 179908"/>
                  <a:gd name="connsiteX3" fmla="*/ 0 w 324248"/>
                  <a:gd name="connsiteY3" fmla="*/ 0 h 179908"/>
                  <a:gd name="connsiteX4" fmla="*/ 23062 w 324248"/>
                  <a:gd name="connsiteY4" fmla="*/ 179909 h 179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48" h="179908">
                    <a:moveTo>
                      <a:pt x="23062" y="179909"/>
                    </a:moveTo>
                    <a:lnTo>
                      <a:pt x="324248" y="179909"/>
                    </a:lnTo>
                    <a:lnTo>
                      <a:pt x="243297" y="0"/>
                    </a:lnTo>
                    <a:lnTo>
                      <a:pt x="0" y="0"/>
                    </a:lnTo>
                    <a:lnTo>
                      <a:pt x="23062" y="179909"/>
                    </a:lnTo>
                    <a:close/>
                  </a:path>
                </a:pathLst>
              </a:custGeom>
              <a:solidFill>
                <a:srgbClr val="0029ED"/>
              </a:solidFill>
              <a:ln w="21233" cap="flat">
                <a:noFill/>
                <a:prstDash val="solid"/>
                <a:miter/>
              </a:ln>
            </p:spPr>
            <p:txBody>
              <a:bodyPr rtlCol="0" anchor="ctr"/>
              <a:lstStyle/>
              <a:p>
                <a:endParaRPr lang="sv-SE"/>
              </a:p>
            </p:txBody>
          </p:sp>
          <p:sp>
            <p:nvSpPr>
              <p:cNvPr id="133" name="Freeform: Shape 132">
                <a:extLst>
                  <a:ext uri="{FF2B5EF4-FFF2-40B4-BE49-F238E27FC236}">
                    <a16:creationId xmlns:a16="http://schemas.microsoft.com/office/drawing/2014/main" id="{AD8454A4-C99F-8DC8-87EF-2668F074F71C}"/>
                  </a:ext>
                </a:extLst>
              </p:cNvPr>
              <p:cNvSpPr/>
              <p:nvPr/>
            </p:nvSpPr>
            <p:spPr>
              <a:xfrm>
                <a:off x="2679401" y="3935506"/>
                <a:ext cx="317030" cy="153959"/>
              </a:xfrm>
              <a:custGeom>
                <a:avLst/>
                <a:gdLst>
                  <a:gd name="connsiteX0" fmla="*/ 26184 w 420403"/>
                  <a:gd name="connsiteY0" fmla="*/ 204160 h 204160"/>
                  <a:gd name="connsiteX1" fmla="*/ 420403 w 420403"/>
                  <a:gd name="connsiteY1" fmla="*/ 204160 h 204160"/>
                  <a:gd name="connsiteX2" fmla="*/ 328538 w 420403"/>
                  <a:gd name="connsiteY2" fmla="*/ 0 h 204160"/>
                  <a:gd name="connsiteX3" fmla="*/ 0 w 420403"/>
                  <a:gd name="connsiteY3" fmla="*/ 0 h 204160"/>
                  <a:gd name="connsiteX4" fmla="*/ 26184 w 420403"/>
                  <a:gd name="connsiteY4" fmla="*/ 204160 h 204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403" h="204160">
                    <a:moveTo>
                      <a:pt x="26184" y="204160"/>
                    </a:moveTo>
                    <a:lnTo>
                      <a:pt x="420403" y="204160"/>
                    </a:lnTo>
                    <a:lnTo>
                      <a:pt x="328538" y="0"/>
                    </a:lnTo>
                    <a:lnTo>
                      <a:pt x="0" y="0"/>
                    </a:lnTo>
                    <a:lnTo>
                      <a:pt x="26184" y="204160"/>
                    </a:lnTo>
                    <a:close/>
                  </a:path>
                </a:pathLst>
              </a:custGeom>
              <a:solidFill>
                <a:srgbClr val="0029ED"/>
              </a:solidFill>
              <a:ln w="21233" cap="flat">
                <a:noFill/>
                <a:prstDash val="solid"/>
                <a:miter/>
              </a:ln>
            </p:spPr>
            <p:txBody>
              <a:bodyPr rtlCol="0" anchor="ctr"/>
              <a:lstStyle/>
              <a:p>
                <a:endParaRPr lang="sv-SE"/>
              </a:p>
            </p:txBody>
          </p:sp>
          <p:sp>
            <p:nvSpPr>
              <p:cNvPr id="134" name="Freeform: Shape 133">
                <a:extLst>
                  <a:ext uri="{FF2B5EF4-FFF2-40B4-BE49-F238E27FC236}">
                    <a16:creationId xmlns:a16="http://schemas.microsoft.com/office/drawing/2014/main" id="{682B480E-CD3C-78DA-2F71-EE1EE052BB89}"/>
                  </a:ext>
                </a:extLst>
              </p:cNvPr>
              <p:cNvSpPr/>
              <p:nvPr/>
            </p:nvSpPr>
            <p:spPr>
              <a:xfrm>
                <a:off x="2707361" y="4153521"/>
                <a:ext cx="394043" cy="170725"/>
              </a:xfrm>
              <a:custGeom>
                <a:avLst/>
                <a:gdLst>
                  <a:gd name="connsiteX0" fmla="*/ 0 w 522526"/>
                  <a:gd name="connsiteY0" fmla="*/ 0 h 226393"/>
                  <a:gd name="connsiteX1" fmla="*/ 29008 w 522526"/>
                  <a:gd name="connsiteY1" fmla="*/ 226394 h 226393"/>
                  <a:gd name="connsiteX2" fmla="*/ 522505 w 522526"/>
                  <a:gd name="connsiteY2" fmla="*/ 226394 h 226393"/>
                  <a:gd name="connsiteX3" fmla="*/ 522505 w 522526"/>
                  <a:gd name="connsiteY3" fmla="*/ 224377 h 226393"/>
                  <a:gd name="connsiteX4" fmla="*/ 522526 w 522526"/>
                  <a:gd name="connsiteY4" fmla="*/ 224377 h 226393"/>
                  <a:gd name="connsiteX5" fmla="*/ 421550 w 522526"/>
                  <a:gd name="connsiteY5" fmla="*/ 0 h 226393"/>
                  <a:gd name="connsiteX6" fmla="*/ 0 w 522526"/>
                  <a:gd name="connsiteY6" fmla="*/ 0 h 22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2526" h="226393">
                    <a:moveTo>
                      <a:pt x="0" y="0"/>
                    </a:moveTo>
                    <a:lnTo>
                      <a:pt x="29008" y="226394"/>
                    </a:lnTo>
                    <a:lnTo>
                      <a:pt x="522505" y="226394"/>
                    </a:lnTo>
                    <a:lnTo>
                      <a:pt x="522505" y="224377"/>
                    </a:lnTo>
                    <a:lnTo>
                      <a:pt x="522526" y="224377"/>
                    </a:lnTo>
                    <a:lnTo>
                      <a:pt x="421550" y="0"/>
                    </a:lnTo>
                    <a:lnTo>
                      <a:pt x="0" y="0"/>
                    </a:lnTo>
                    <a:close/>
                  </a:path>
                </a:pathLst>
              </a:custGeom>
              <a:solidFill>
                <a:srgbClr val="0029ED"/>
              </a:solidFill>
              <a:ln w="21233" cap="flat">
                <a:noFill/>
                <a:prstDash val="solid"/>
                <a:miter/>
              </a:ln>
            </p:spPr>
            <p:txBody>
              <a:bodyPr rtlCol="0" anchor="ctr"/>
              <a:lstStyle/>
              <a:p>
                <a:endParaRPr lang="sv-SE"/>
              </a:p>
            </p:txBody>
          </p:sp>
          <p:sp>
            <p:nvSpPr>
              <p:cNvPr id="135" name="Freeform: Shape 134">
                <a:extLst>
                  <a:ext uri="{FF2B5EF4-FFF2-40B4-BE49-F238E27FC236}">
                    <a16:creationId xmlns:a16="http://schemas.microsoft.com/office/drawing/2014/main" id="{6398F4E4-E2E0-AAA5-5DAB-9223505346DB}"/>
                  </a:ext>
                </a:extLst>
              </p:cNvPr>
              <p:cNvSpPr/>
              <p:nvPr/>
            </p:nvSpPr>
            <p:spPr>
              <a:xfrm>
                <a:off x="2388713" y="3735778"/>
                <a:ext cx="217903" cy="135671"/>
              </a:xfrm>
              <a:custGeom>
                <a:avLst/>
                <a:gdLst>
                  <a:gd name="connsiteX0" fmla="*/ 0 w 288954"/>
                  <a:gd name="connsiteY0" fmla="*/ 179909 h 179908"/>
                  <a:gd name="connsiteX1" fmla="*/ 288954 w 288954"/>
                  <a:gd name="connsiteY1" fmla="*/ 179909 h 179908"/>
                  <a:gd name="connsiteX2" fmla="*/ 265892 w 288954"/>
                  <a:gd name="connsiteY2" fmla="*/ 0 h 179908"/>
                  <a:gd name="connsiteX3" fmla="*/ 23062 w 288954"/>
                  <a:gd name="connsiteY3" fmla="*/ 0 h 179908"/>
                  <a:gd name="connsiteX4" fmla="*/ 0 w 288954"/>
                  <a:gd name="connsiteY4" fmla="*/ 179909 h 179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954" h="179908">
                    <a:moveTo>
                      <a:pt x="0" y="179909"/>
                    </a:moveTo>
                    <a:lnTo>
                      <a:pt x="288954" y="179909"/>
                    </a:lnTo>
                    <a:lnTo>
                      <a:pt x="265892" y="0"/>
                    </a:lnTo>
                    <a:lnTo>
                      <a:pt x="23062" y="0"/>
                    </a:lnTo>
                    <a:lnTo>
                      <a:pt x="0" y="179909"/>
                    </a:lnTo>
                    <a:close/>
                  </a:path>
                </a:pathLst>
              </a:custGeom>
              <a:solidFill>
                <a:srgbClr val="0029ED"/>
              </a:solidFill>
              <a:ln w="21233" cap="flat">
                <a:noFill/>
                <a:prstDash val="solid"/>
                <a:miter/>
              </a:ln>
            </p:spPr>
            <p:txBody>
              <a:bodyPr rtlCol="0" anchor="ctr"/>
              <a:lstStyle/>
              <a:p>
                <a:endParaRPr lang="sv-SE"/>
              </a:p>
            </p:txBody>
          </p:sp>
          <p:sp>
            <p:nvSpPr>
              <p:cNvPr id="136" name="Freeform: Shape 135">
                <a:extLst>
                  <a:ext uri="{FF2B5EF4-FFF2-40B4-BE49-F238E27FC236}">
                    <a16:creationId xmlns:a16="http://schemas.microsoft.com/office/drawing/2014/main" id="{AE09C027-FEB4-FD90-A6D4-0866FF290E4B}"/>
                  </a:ext>
                </a:extLst>
              </p:cNvPr>
              <p:cNvSpPr/>
              <p:nvPr/>
            </p:nvSpPr>
            <p:spPr>
              <a:xfrm>
                <a:off x="1893941" y="4388304"/>
                <a:ext cx="1207445" cy="351413"/>
              </a:xfrm>
              <a:custGeom>
                <a:avLst/>
                <a:gdLst>
                  <a:gd name="connsiteX0" fmla="*/ 1601152 w 1601151"/>
                  <a:gd name="connsiteY0" fmla="*/ 135441 h 465996"/>
                  <a:gd name="connsiteX1" fmla="*/ 1601152 w 1601151"/>
                  <a:gd name="connsiteY1" fmla="*/ 0 h 465996"/>
                  <a:gd name="connsiteX2" fmla="*/ 0 w 1601151"/>
                  <a:gd name="connsiteY2" fmla="*/ 0 h 465996"/>
                  <a:gd name="connsiteX3" fmla="*/ 0 w 1601151"/>
                  <a:gd name="connsiteY3" fmla="*/ 135441 h 465996"/>
                  <a:gd name="connsiteX4" fmla="*/ 736879 w 1601151"/>
                  <a:gd name="connsiteY4" fmla="*/ 135441 h 465996"/>
                  <a:gd name="connsiteX5" fmla="*/ 736879 w 1601151"/>
                  <a:gd name="connsiteY5" fmla="*/ 338582 h 465996"/>
                  <a:gd name="connsiteX6" fmla="*/ 511484 w 1601151"/>
                  <a:gd name="connsiteY6" fmla="*/ 338582 h 465996"/>
                  <a:gd name="connsiteX7" fmla="*/ 511484 w 1601151"/>
                  <a:gd name="connsiteY7" fmla="*/ 465997 h 465996"/>
                  <a:gd name="connsiteX8" fmla="*/ 1089669 w 1601151"/>
                  <a:gd name="connsiteY8" fmla="*/ 465997 h 465996"/>
                  <a:gd name="connsiteX9" fmla="*/ 1089669 w 1601151"/>
                  <a:gd name="connsiteY9" fmla="*/ 338582 h 465996"/>
                  <a:gd name="connsiteX10" fmla="*/ 864294 w 1601151"/>
                  <a:gd name="connsiteY10" fmla="*/ 338582 h 465996"/>
                  <a:gd name="connsiteX11" fmla="*/ 864294 w 1601151"/>
                  <a:gd name="connsiteY11" fmla="*/ 135441 h 465996"/>
                  <a:gd name="connsiteX12" fmla="*/ 1601152 w 1601151"/>
                  <a:gd name="connsiteY12" fmla="*/ 135441 h 46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1151" h="465996">
                    <a:moveTo>
                      <a:pt x="1601152" y="135441"/>
                    </a:moveTo>
                    <a:lnTo>
                      <a:pt x="1601152" y="0"/>
                    </a:lnTo>
                    <a:lnTo>
                      <a:pt x="0" y="0"/>
                    </a:lnTo>
                    <a:lnTo>
                      <a:pt x="0" y="135441"/>
                    </a:lnTo>
                    <a:lnTo>
                      <a:pt x="736879" y="135441"/>
                    </a:lnTo>
                    <a:lnTo>
                      <a:pt x="736879" y="338582"/>
                    </a:lnTo>
                    <a:lnTo>
                      <a:pt x="511484" y="338582"/>
                    </a:lnTo>
                    <a:lnTo>
                      <a:pt x="511484" y="465997"/>
                    </a:lnTo>
                    <a:lnTo>
                      <a:pt x="1089669" y="465997"/>
                    </a:lnTo>
                    <a:lnTo>
                      <a:pt x="1089669" y="338582"/>
                    </a:lnTo>
                    <a:lnTo>
                      <a:pt x="864294" y="338582"/>
                    </a:lnTo>
                    <a:lnTo>
                      <a:pt x="864294" y="135441"/>
                    </a:lnTo>
                    <a:lnTo>
                      <a:pt x="1601152" y="135441"/>
                    </a:lnTo>
                    <a:close/>
                  </a:path>
                </a:pathLst>
              </a:custGeom>
              <a:solidFill>
                <a:srgbClr val="0029ED"/>
              </a:solidFill>
              <a:ln w="21233" cap="flat">
                <a:noFill/>
                <a:prstDash val="solid"/>
                <a:miter/>
              </a:ln>
            </p:spPr>
            <p:txBody>
              <a:bodyPr rtlCol="0" anchor="ctr"/>
              <a:lstStyle/>
              <a:p>
                <a:endParaRPr lang="sv-SE"/>
              </a:p>
            </p:txBody>
          </p:sp>
          <p:sp>
            <p:nvSpPr>
              <p:cNvPr id="137" name="Freeform: Shape 136">
                <a:extLst>
                  <a:ext uri="{FF2B5EF4-FFF2-40B4-BE49-F238E27FC236}">
                    <a16:creationId xmlns:a16="http://schemas.microsoft.com/office/drawing/2014/main" id="{4D64BB85-97C0-D74F-8E72-4A58C9BF2D24}"/>
                  </a:ext>
                </a:extLst>
              </p:cNvPr>
              <p:cNvSpPr/>
              <p:nvPr/>
            </p:nvSpPr>
            <p:spPr>
              <a:xfrm>
                <a:off x="1998931" y="3935506"/>
                <a:ext cx="317015" cy="153959"/>
              </a:xfrm>
              <a:custGeom>
                <a:avLst/>
                <a:gdLst>
                  <a:gd name="connsiteX0" fmla="*/ 394199 w 420382"/>
                  <a:gd name="connsiteY0" fmla="*/ 204160 h 204160"/>
                  <a:gd name="connsiteX1" fmla="*/ 420382 w 420382"/>
                  <a:gd name="connsiteY1" fmla="*/ 0 h 204160"/>
                  <a:gd name="connsiteX2" fmla="*/ 91866 w 420382"/>
                  <a:gd name="connsiteY2" fmla="*/ 0 h 204160"/>
                  <a:gd name="connsiteX3" fmla="*/ 0 w 420382"/>
                  <a:gd name="connsiteY3" fmla="*/ 204160 h 204160"/>
                  <a:gd name="connsiteX4" fmla="*/ 394199 w 420382"/>
                  <a:gd name="connsiteY4" fmla="*/ 204160 h 204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82" h="204160">
                    <a:moveTo>
                      <a:pt x="394199" y="204160"/>
                    </a:moveTo>
                    <a:lnTo>
                      <a:pt x="420382" y="0"/>
                    </a:lnTo>
                    <a:lnTo>
                      <a:pt x="91866" y="0"/>
                    </a:lnTo>
                    <a:lnTo>
                      <a:pt x="0" y="204160"/>
                    </a:lnTo>
                    <a:lnTo>
                      <a:pt x="394199" y="204160"/>
                    </a:lnTo>
                    <a:close/>
                  </a:path>
                </a:pathLst>
              </a:custGeom>
              <a:solidFill>
                <a:srgbClr val="0029ED"/>
              </a:solidFill>
              <a:ln w="21233" cap="flat">
                <a:noFill/>
                <a:prstDash val="solid"/>
                <a:miter/>
              </a:ln>
            </p:spPr>
            <p:txBody>
              <a:bodyPr rtlCol="0" anchor="ctr"/>
              <a:lstStyle/>
              <a:p>
                <a:endParaRPr lang="sv-SE"/>
              </a:p>
            </p:txBody>
          </p:sp>
          <p:sp>
            <p:nvSpPr>
              <p:cNvPr id="138" name="Freeform: Shape 137">
                <a:extLst>
                  <a:ext uri="{FF2B5EF4-FFF2-40B4-BE49-F238E27FC236}">
                    <a16:creationId xmlns:a16="http://schemas.microsoft.com/office/drawing/2014/main" id="{E0E0055D-58EB-2C9B-9FE0-29C4DBB96CFD}"/>
                  </a:ext>
                </a:extLst>
              </p:cNvPr>
              <p:cNvSpPr/>
              <p:nvPr/>
            </p:nvSpPr>
            <p:spPr>
              <a:xfrm>
                <a:off x="2330678" y="4153521"/>
                <a:ext cx="333990" cy="170725"/>
              </a:xfrm>
              <a:custGeom>
                <a:avLst/>
                <a:gdLst>
                  <a:gd name="connsiteX0" fmla="*/ 442892 w 442892"/>
                  <a:gd name="connsiteY0" fmla="*/ 226394 h 226393"/>
                  <a:gd name="connsiteX1" fmla="*/ 413884 w 442892"/>
                  <a:gd name="connsiteY1" fmla="*/ 0 h 226393"/>
                  <a:gd name="connsiteX2" fmla="*/ 29029 w 442892"/>
                  <a:gd name="connsiteY2" fmla="*/ 0 h 226393"/>
                  <a:gd name="connsiteX3" fmla="*/ 0 w 442892"/>
                  <a:gd name="connsiteY3" fmla="*/ 226394 h 226393"/>
                  <a:gd name="connsiteX4" fmla="*/ 442892 w 442892"/>
                  <a:gd name="connsiteY4" fmla="*/ 226394 h 226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892" h="226393">
                    <a:moveTo>
                      <a:pt x="442892" y="226394"/>
                    </a:moveTo>
                    <a:lnTo>
                      <a:pt x="413884" y="0"/>
                    </a:lnTo>
                    <a:lnTo>
                      <a:pt x="29029" y="0"/>
                    </a:lnTo>
                    <a:lnTo>
                      <a:pt x="0" y="226394"/>
                    </a:lnTo>
                    <a:lnTo>
                      <a:pt x="442892" y="226394"/>
                    </a:lnTo>
                    <a:close/>
                  </a:path>
                </a:pathLst>
              </a:custGeom>
              <a:solidFill>
                <a:srgbClr val="0029ED"/>
              </a:solidFill>
              <a:ln w="21233" cap="flat">
                <a:noFill/>
                <a:prstDash val="solid"/>
                <a:miter/>
              </a:ln>
            </p:spPr>
            <p:txBody>
              <a:bodyPr rtlCol="0" anchor="ctr"/>
              <a:lstStyle/>
              <a:p>
                <a:endParaRPr lang="sv-SE"/>
              </a:p>
            </p:txBody>
          </p:sp>
          <p:sp>
            <p:nvSpPr>
              <p:cNvPr id="139" name="Freeform: Shape 138">
                <a:extLst>
                  <a:ext uri="{FF2B5EF4-FFF2-40B4-BE49-F238E27FC236}">
                    <a16:creationId xmlns:a16="http://schemas.microsoft.com/office/drawing/2014/main" id="{6C5ADC6C-277F-882D-627B-5188667C5228}"/>
                  </a:ext>
                </a:extLst>
              </p:cNvPr>
              <p:cNvSpPr/>
              <p:nvPr/>
            </p:nvSpPr>
            <p:spPr>
              <a:xfrm>
                <a:off x="1893941" y="4153521"/>
                <a:ext cx="394043" cy="170725"/>
              </a:xfrm>
              <a:custGeom>
                <a:avLst/>
                <a:gdLst>
                  <a:gd name="connsiteX0" fmla="*/ 493518 w 522526"/>
                  <a:gd name="connsiteY0" fmla="*/ 226394 h 226393"/>
                  <a:gd name="connsiteX1" fmla="*/ 522526 w 522526"/>
                  <a:gd name="connsiteY1" fmla="*/ 0 h 226393"/>
                  <a:gd name="connsiteX2" fmla="*/ 100997 w 522526"/>
                  <a:gd name="connsiteY2" fmla="*/ 0 h 226393"/>
                  <a:gd name="connsiteX3" fmla="*/ 0 w 522526"/>
                  <a:gd name="connsiteY3" fmla="*/ 224377 h 226393"/>
                  <a:gd name="connsiteX4" fmla="*/ 0 w 522526"/>
                  <a:gd name="connsiteY4" fmla="*/ 226394 h 226393"/>
                  <a:gd name="connsiteX5" fmla="*/ 493518 w 522526"/>
                  <a:gd name="connsiteY5" fmla="*/ 226394 h 22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526" h="226393">
                    <a:moveTo>
                      <a:pt x="493518" y="226394"/>
                    </a:moveTo>
                    <a:lnTo>
                      <a:pt x="522526" y="0"/>
                    </a:lnTo>
                    <a:lnTo>
                      <a:pt x="100997" y="0"/>
                    </a:lnTo>
                    <a:lnTo>
                      <a:pt x="0" y="224377"/>
                    </a:lnTo>
                    <a:lnTo>
                      <a:pt x="0" y="226394"/>
                    </a:lnTo>
                    <a:lnTo>
                      <a:pt x="493518" y="226394"/>
                    </a:lnTo>
                    <a:close/>
                  </a:path>
                </a:pathLst>
              </a:custGeom>
              <a:solidFill>
                <a:srgbClr val="0029ED"/>
              </a:solidFill>
              <a:ln w="21233" cap="flat">
                <a:noFill/>
                <a:prstDash val="solid"/>
                <a:miter/>
              </a:ln>
            </p:spPr>
            <p:txBody>
              <a:bodyPr rtlCol="0" anchor="ctr"/>
              <a:lstStyle/>
              <a:p>
                <a:endParaRPr lang="sv-SE"/>
              </a:p>
            </p:txBody>
          </p:sp>
          <p:sp>
            <p:nvSpPr>
              <p:cNvPr id="140" name="Freeform: Shape 139">
                <a:extLst>
                  <a:ext uri="{FF2B5EF4-FFF2-40B4-BE49-F238E27FC236}">
                    <a16:creationId xmlns:a16="http://schemas.microsoft.com/office/drawing/2014/main" id="{30C550E9-295F-AE66-8A52-00A537AE2F65}"/>
                  </a:ext>
                </a:extLst>
              </p:cNvPr>
              <p:cNvSpPr/>
              <p:nvPr/>
            </p:nvSpPr>
            <p:spPr>
              <a:xfrm>
                <a:off x="2097033" y="3735778"/>
                <a:ext cx="244502" cy="135671"/>
              </a:xfrm>
              <a:custGeom>
                <a:avLst/>
                <a:gdLst>
                  <a:gd name="connsiteX0" fmla="*/ 301165 w 324226"/>
                  <a:gd name="connsiteY0" fmla="*/ 179909 h 179908"/>
                  <a:gd name="connsiteX1" fmla="*/ 324227 w 324226"/>
                  <a:gd name="connsiteY1" fmla="*/ 0 h 179908"/>
                  <a:gd name="connsiteX2" fmla="*/ 80972 w 324226"/>
                  <a:gd name="connsiteY2" fmla="*/ 0 h 179908"/>
                  <a:gd name="connsiteX3" fmla="*/ 0 w 324226"/>
                  <a:gd name="connsiteY3" fmla="*/ 179909 h 179908"/>
                  <a:gd name="connsiteX4" fmla="*/ 301165 w 324226"/>
                  <a:gd name="connsiteY4" fmla="*/ 179909 h 179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26" h="179908">
                    <a:moveTo>
                      <a:pt x="301165" y="179909"/>
                    </a:moveTo>
                    <a:lnTo>
                      <a:pt x="324227" y="0"/>
                    </a:lnTo>
                    <a:lnTo>
                      <a:pt x="80972" y="0"/>
                    </a:lnTo>
                    <a:lnTo>
                      <a:pt x="0" y="179909"/>
                    </a:lnTo>
                    <a:lnTo>
                      <a:pt x="301165" y="179909"/>
                    </a:lnTo>
                    <a:close/>
                  </a:path>
                </a:pathLst>
              </a:custGeom>
              <a:solidFill>
                <a:srgbClr val="0029ED"/>
              </a:solidFill>
              <a:ln w="21233" cap="flat">
                <a:noFill/>
                <a:prstDash val="solid"/>
                <a:miter/>
              </a:ln>
            </p:spPr>
            <p:txBody>
              <a:bodyPr rtlCol="0" anchor="ctr"/>
              <a:lstStyle/>
              <a:p>
                <a:endParaRPr lang="sv-SE"/>
              </a:p>
            </p:txBody>
          </p:sp>
        </p:grpSp>
        <p:grpSp>
          <p:nvGrpSpPr>
            <p:cNvPr id="120" name="Group 119">
              <a:extLst>
                <a:ext uri="{FF2B5EF4-FFF2-40B4-BE49-F238E27FC236}">
                  <a16:creationId xmlns:a16="http://schemas.microsoft.com/office/drawing/2014/main" id="{AA503822-D161-DC83-553E-75FE7EC238B3}"/>
                </a:ext>
              </a:extLst>
            </p:cNvPr>
            <p:cNvGrpSpPr/>
            <p:nvPr/>
          </p:nvGrpSpPr>
          <p:grpSpPr>
            <a:xfrm>
              <a:off x="1725199" y="2837284"/>
              <a:ext cx="761825" cy="758372"/>
              <a:chOff x="8400879" y="601519"/>
              <a:chExt cx="538907" cy="536465"/>
            </a:xfrm>
          </p:grpSpPr>
          <p:sp>
            <p:nvSpPr>
              <p:cNvPr id="122" name="Freeform: Shape 121">
                <a:extLst>
                  <a:ext uri="{FF2B5EF4-FFF2-40B4-BE49-F238E27FC236}">
                    <a16:creationId xmlns:a16="http://schemas.microsoft.com/office/drawing/2014/main" id="{F0F0D0A7-CD55-878C-1298-58FEF92B1837}"/>
                  </a:ext>
                </a:extLst>
              </p:cNvPr>
              <p:cNvSpPr/>
              <p:nvPr/>
            </p:nvSpPr>
            <p:spPr>
              <a:xfrm rot="2700000">
                <a:off x="8460439" y="689985"/>
                <a:ext cx="106178" cy="42471"/>
              </a:xfrm>
              <a:custGeom>
                <a:avLst/>
                <a:gdLst>
                  <a:gd name="connsiteX0" fmla="*/ 0 w 106178"/>
                  <a:gd name="connsiteY0" fmla="*/ 0 h 42471"/>
                  <a:gd name="connsiteX1" fmla="*/ 106179 w 106178"/>
                  <a:gd name="connsiteY1" fmla="*/ 0 h 42471"/>
                  <a:gd name="connsiteX2" fmla="*/ 106179 w 106178"/>
                  <a:gd name="connsiteY2" fmla="*/ 42471 h 42471"/>
                  <a:gd name="connsiteX3" fmla="*/ 0 w 106178"/>
                  <a:gd name="connsiteY3" fmla="*/ 42471 h 42471"/>
                </a:gdLst>
                <a:ahLst/>
                <a:cxnLst>
                  <a:cxn ang="0">
                    <a:pos x="connsiteX0" y="connsiteY0"/>
                  </a:cxn>
                  <a:cxn ang="0">
                    <a:pos x="connsiteX1" y="connsiteY1"/>
                  </a:cxn>
                  <a:cxn ang="0">
                    <a:pos x="connsiteX2" y="connsiteY2"/>
                  </a:cxn>
                  <a:cxn ang="0">
                    <a:pos x="connsiteX3" y="connsiteY3"/>
                  </a:cxn>
                </a:cxnLst>
                <a:rect l="l" t="t" r="r" b="b"/>
                <a:pathLst>
                  <a:path w="106178" h="42471">
                    <a:moveTo>
                      <a:pt x="0" y="0"/>
                    </a:moveTo>
                    <a:lnTo>
                      <a:pt x="106179" y="0"/>
                    </a:lnTo>
                    <a:lnTo>
                      <a:pt x="106179" y="42471"/>
                    </a:lnTo>
                    <a:lnTo>
                      <a:pt x="0" y="42471"/>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123" name="Freeform: Shape 122">
                <a:extLst>
                  <a:ext uri="{FF2B5EF4-FFF2-40B4-BE49-F238E27FC236}">
                    <a16:creationId xmlns:a16="http://schemas.microsoft.com/office/drawing/2014/main" id="{C0A5D64F-69EA-ED04-14F8-902EB9F676CE}"/>
                  </a:ext>
                </a:extLst>
              </p:cNvPr>
              <p:cNvSpPr/>
              <p:nvPr/>
            </p:nvSpPr>
            <p:spPr>
              <a:xfrm rot="2700000">
                <a:off x="8618795" y="600298"/>
                <a:ext cx="103736" cy="106178"/>
              </a:xfrm>
              <a:custGeom>
                <a:avLst/>
                <a:gdLst>
                  <a:gd name="connsiteX0" fmla="*/ 73709 w 103736"/>
                  <a:gd name="connsiteY0" fmla="*/ 106179 h 106178"/>
                  <a:gd name="connsiteX1" fmla="*/ 0 w 103736"/>
                  <a:gd name="connsiteY1" fmla="*/ 30728 h 106178"/>
                  <a:gd name="connsiteX2" fmla="*/ 30027 w 103736"/>
                  <a:gd name="connsiteY2" fmla="*/ 0 h 106178"/>
                  <a:gd name="connsiteX3" fmla="*/ 103736 w 103736"/>
                  <a:gd name="connsiteY3" fmla="*/ 75429 h 106178"/>
                  <a:gd name="connsiteX4" fmla="*/ 73709 w 103736"/>
                  <a:gd name="connsiteY4" fmla="*/ 106179 h 106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36" h="106178">
                    <a:moveTo>
                      <a:pt x="73709" y="106179"/>
                    </a:moveTo>
                    <a:lnTo>
                      <a:pt x="0" y="30728"/>
                    </a:lnTo>
                    <a:lnTo>
                      <a:pt x="30027" y="0"/>
                    </a:lnTo>
                    <a:lnTo>
                      <a:pt x="103736" y="75429"/>
                    </a:lnTo>
                    <a:lnTo>
                      <a:pt x="73709" y="106179"/>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124" name="Freeform: Shape 123">
                <a:extLst>
                  <a:ext uri="{FF2B5EF4-FFF2-40B4-BE49-F238E27FC236}">
                    <a16:creationId xmlns:a16="http://schemas.microsoft.com/office/drawing/2014/main" id="{75DD858F-E3F2-1F10-B45E-059E23842B1C}"/>
                  </a:ext>
                </a:extLst>
              </p:cNvPr>
              <p:cNvSpPr/>
              <p:nvPr/>
            </p:nvSpPr>
            <p:spPr>
              <a:xfrm rot="2700000">
                <a:off x="8542054" y="743201"/>
                <a:ext cx="254828" cy="254828"/>
              </a:xfrm>
              <a:custGeom>
                <a:avLst/>
                <a:gdLst>
                  <a:gd name="connsiteX0" fmla="*/ 254829 w 254828"/>
                  <a:gd name="connsiteY0" fmla="*/ 127414 h 254828"/>
                  <a:gd name="connsiteX1" fmla="*/ 127414 w 254828"/>
                  <a:gd name="connsiteY1" fmla="*/ 254829 h 254828"/>
                  <a:gd name="connsiteX2" fmla="*/ 0 w 254828"/>
                  <a:gd name="connsiteY2" fmla="*/ 127414 h 254828"/>
                  <a:gd name="connsiteX3" fmla="*/ 127414 w 254828"/>
                  <a:gd name="connsiteY3" fmla="*/ 0 h 254828"/>
                  <a:gd name="connsiteX4" fmla="*/ 254829 w 254828"/>
                  <a:gd name="connsiteY4" fmla="*/ 127414 h 25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828" h="254828">
                    <a:moveTo>
                      <a:pt x="254829" y="127414"/>
                    </a:moveTo>
                    <a:cubicBezTo>
                      <a:pt x="254829" y="197783"/>
                      <a:pt x="197783" y="254829"/>
                      <a:pt x="127414" y="254829"/>
                    </a:cubicBezTo>
                    <a:cubicBezTo>
                      <a:pt x="57045" y="254829"/>
                      <a:pt x="0" y="197783"/>
                      <a:pt x="0" y="127414"/>
                    </a:cubicBezTo>
                    <a:cubicBezTo>
                      <a:pt x="0" y="57045"/>
                      <a:pt x="57045" y="0"/>
                      <a:pt x="127414" y="0"/>
                    </a:cubicBezTo>
                    <a:cubicBezTo>
                      <a:pt x="197783" y="0"/>
                      <a:pt x="254829" y="57045"/>
                      <a:pt x="254829" y="127414"/>
                    </a:cubicBez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125" name="Freeform: Shape 124">
                <a:extLst>
                  <a:ext uri="{FF2B5EF4-FFF2-40B4-BE49-F238E27FC236}">
                    <a16:creationId xmlns:a16="http://schemas.microsoft.com/office/drawing/2014/main" id="{B4B63E02-215D-7923-2B25-D9305CE3B540}"/>
                  </a:ext>
                </a:extLst>
              </p:cNvPr>
              <p:cNvSpPr/>
              <p:nvPr/>
            </p:nvSpPr>
            <p:spPr>
              <a:xfrm rot="2700000">
                <a:off x="8807627" y="658132"/>
                <a:ext cx="42471" cy="106178"/>
              </a:xfrm>
              <a:custGeom>
                <a:avLst/>
                <a:gdLst>
                  <a:gd name="connsiteX0" fmla="*/ 0 w 42471"/>
                  <a:gd name="connsiteY0" fmla="*/ 0 h 106178"/>
                  <a:gd name="connsiteX1" fmla="*/ 42471 w 42471"/>
                  <a:gd name="connsiteY1" fmla="*/ 0 h 106178"/>
                  <a:gd name="connsiteX2" fmla="*/ 42471 w 42471"/>
                  <a:gd name="connsiteY2" fmla="*/ 106179 h 106178"/>
                  <a:gd name="connsiteX3" fmla="*/ 0 w 42471"/>
                  <a:gd name="connsiteY3" fmla="*/ 106179 h 106178"/>
                </a:gdLst>
                <a:ahLst/>
                <a:cxnLst>
                  <a:cxn ang="0">
                    <a:pos x="connsiteX0" y="connsiteY0"/>
                  </a:cxn>
                  <a:cxn ang="0">
                    <a:pos x="connsiteX1" y="connsiteY1"/>
                  </a:cxn>
                  <a:cxn ang="0">
                    <a:pos x="connsiteX2" y="connsiteY2"/>
                  </a:cxn>
                  <a:cxn ang="0">
                    <a:pos x="connsiteX3" y="connsiteY3"/>
                  </a:cxn>
                </a:cxnLst>
                <a:rect l="l" t="t" r="r" b="b"/>
                <a:pathLst>
                  <a:path w="42471" h="106178">
                    <a:moveTo>
                      <a:pt x="0" y="0"/>
                    </a:moveTo>
                    <a:lnTo>
                      <a:pt x="42471" y="0"/>
                    </a:lnTo>
                    <a:lnTo>
                      <a:pt x="42471" y="106179"/>
                    </a:lnTo>
                    <a:lnTo>
                      <a:pt x="0" y="106179"/>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126" name="Freeform: Shape 125">
                <a:extLst>
                  <a:ext uri="{FF2B5EF4-FFF2-40B4-BE49-F238E27FC236}">
                    <a16:creationId xmlns:a16="http://schemas.microsoft.com/office/drawing/2014/main" id="{461B7EA8-519C-5C29-E4F4-927757DEB2AE}"/>
                  </a:ext>
                </a:extLst>
              </p:cNvPr>
              <p:cNvSpPr/>
              <p:nvPr/>
            </p:nvSpPr>
            <p:spPr>
              <a:xfrm rot="2700000">
                <a:off x="8775774" y="1005319"/>
                <a:ext cx="106178" cy="42471"/>
              </a:xfrm>
              <a:custGeom>
                <a:avLst/>
                <a:gdLst>
                  <a:gd name="connsiteX0" fmla="*/ 0 w 106178"/>
                  <a:gd name="connsiteY0" fmla="*/ 0 h 42471"/>
                  <a:gd name="connsiteX1" fmla="*/ 106179 w 106178"/>
                  <a:gd name="connsiteY1" fmla="*/ 0 h 42471"/>
                  <a:gd name="connsiteX2" fmla="*/ 106179 w 106178"/>
                  <a:gd name="connsiteY2" fmla="*/ 42471 h 42471"/>
                  <a:gd name="connsiteX3" fmla="*/ 0 w 106178"/>
                  <a:gd name="connsiteY3" fmla="*/ 42471 h 42471"/>
                </a:gdLst>
                <a:ahLst/>
                <a:cxnLst>
                  <a:cxn ang="0">
                    <a:pos x="connsiteX0" y="connsiteY0"/>
                  </a:cxn>
                  <a:cxn ang="0">
                    <a:pos x="connsiteX1" y="connsiteY1"/>
                  </a:cxn>
                  <a:cxn ang="0">
                    <a:pos x="connsiteX2" y="connsiteY2"/>
                  </a:cxn>
                  <a:cxn ang="0">
                    <a:pos x="connsiteX3" y="connsiteY3"/>
                  </a:cxn>
                </a:cxnLst>
                <a:rect l="l" t="t" r="r" b="b"/>
                <a:pathLst>
                  <a:path w="106178" h="42471">
                    <a:moveTo>
                      <a:pt x="0" y="0"/>
                    </a:moveTo>
                    <a:lnTo>
                      <a:pt x="106179" y="0"/>
                    </a:lnTo>
                    <a:lnTo>
                      <a:pt x="106179" y="42471"/>
                    </a:lnTo>
                    <a:lnTo>
                      <a:pt x="0" y="42471"/>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127" name="Freeform: Shape 126">
                <a:extLst>
                  <a:ext uri="{FF2B5EF4-FFF2-40B4-BE49-F238E27FC236}">
                    <a16:creationId xmlns:a16="http://schemas.microsoft.com/office/drawing/2014/main" id="{3228172D-A82F-8B8C-A461-9F8D248F485B}"/>
                  </a:ext>
                </a:extLst>
              </p:cNvPr>
              <p:cNvSpPr/>
              <p:nvPr/>
            </p:nvSpPr>
            <p:spPr>
              <a:xfrm rot="2700000">
                <a:off x="8834829" y="816332"/>
                <a:ext cx="103736" cy="106178"/>
              </a:xfrm>
              <a:custGeom>
                <a:avLst/>
                <a:gdLst>
                  <a:gd name="connsiteX0" fmla="*/ 30027 w 103736"/>
                  <a:gd name="connsiteY0" fmla="*/ 106179 h 106178"/>
                  <a:gd name="connsiteX1" fmla="*/ 103736 w 103736"/>
                  <a:gd name="connsiteY1" fmla="*/ 30728 h 106178"/>
                  <a:gd name="connsiteX2" fmla="*/ 73709 w 103736"/>
                  <a:gd name="connsiteY2" fmla="*/ 0 h 106178"/>
                  <a:gd name="connsiteX3" fmla="*/ 0 w 103736"/>
                  <a:gd name="connsiteY3" fmla="*/ 75429 h 106178"/>
                  <a:gd name="connsiteX4" fmla="*/ 30027 w 103736"/>
                  <a:gd name="connsiteY4" fmla="*/ 106179 h 106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36" h="106178">
                    <a:moveTo>
                      <a:pt x="30027" y="106179"/>
                    </a:moveTo>
                    <a:lnTo>
                      <a:pt x="103736" y="30728"/>
                    </a:lnTo>
                    <a:lnTo>
                      <a:pt x="73709" y="0"/>
                    </a:lnTo>
                    <a:lnTo>
                      <a:pt x="0" y="75429"/>
                    </a:lnTo>
                    <a:lnTo>
                      <a:pt x="30027" y="106179"/>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128" name="Freeform: Shape 127">
                <a:extLst>
                  <a:ext uri="{FF2B5EF4-FFF2-40B4-BE49-F238E27FC236}">
                    <a16:creationId xmlns:a16="http://schemas.microsoft.com/office/drawing/2014/main" id="{B9AC99AE-A050-F2F5-BD4D-063422ECADB3}"/>
                  </a:ext>
                </a:extLst>
              </p:cNvPr>
              <p:cNvSpPr/>
              <p:nvPr/>
            </p:nvSpPr>
            <p:spPr>
              <a:xfrm rot="2700000">
                <a:off x="8402100" y="816993"/>
                <a:ext cx="103736" cy="106178"/>
              </a:xfrm>
              <a:custGeom>
                <a:avLst/>
                <a:gdLst>
                  <a:gd name="connsiteX0" fmla="*/ 73709 w 103736"/>
                  <a:gd name="connsiteY0" fmla="*/ 0 h 106178"/>
                  <a:gd name="connsiteX1" fmla="*/ 0 w 103736"/>
                  <a:gd name="connsiteY1" fmla="*/ 75451 h 106178"/>
                  <a:gd name="connsiteX2" fmla="*/ 30027 w 103736"/>
                  <a:gd name="connsiteY2" fmla="*/ 106179 h 106178"/>
                  <a:gd name="connsiteX3" fmla="*/ 103736 w 103736"/>
                  <a:gd name="connsiteY3" fmla="*/ 30749 h 106178"/>
                  <a:gd name="connsiteX4" fmla="*/ 73709 w 103736"/>
                  <a:gd name="connsiteY4" fmla="*/ 0 h 106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36" h="106178">
                    <a:moveTo>
                      <a:pt x="73709" y="0"/>
                    </a:moveTo>
                    <a:lnTo>
                      <a:pt x="0" y="75451"/>
                    </a:lnTo>
                    <a:lnTo>
                      <a:pt x="30027" y="106179"/>
                    </a:lnTo>
                    <a:lnTo>
                      <a:pt x="103736" y="30749"/>
                    </a:lnTo>
                    <a:lnTo>
                      <a:pt x="73709" y="0"/>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129" name="Freeform: Shape 128">
                <a:extLst>
                  <a:ext uri="{FF2B5EF4-FFF2-40B4-BE49-F238E27FC236}">
                    <a16:creationId xmlns:a16="http://schemas.microsoft.com/office/drawing/2014/main" id="{5159EAA3-A2CD-6A99-3A6A-26B2C118A4F2}"/>
                  </a:ext>
                </a:extLst>
              </p:cNvPr>
              <p:cNvSpPr/>
              <p:nvPr/>
            </p:nvSpPr>
            <p:spPr>
              <a:xfrm rot="2700000">
                <a:off x="8490566" y="975193"/>
                <a:ext cx="42471" cy="106178"/>
              </a:xfrm>
              <a:custGeom>
                <a:avLst/>
                <a:gdLst>
                  <a:gd name="connsiteX0" fmla="*/ 0 w 42471"/>
                  <a:gd name="connsiteY0" fmla="*/ 0 h 106178"/>
                  <a:gd name="connsiteX1" fmla="*/ 42471 w 42471"/>
                  <a:gd name="connsiteY1" fmla="*/ 0 h 106178"/>
                  <a:gd name="connsiteX2" fmla="*/ 42471 w 42471"/>
                  <a:gd name="connsiteY2" fmla="*/ 106179 h 106178"/>
                  <a:gd name="connsiteX3" fmla="*/ 0 w 42471"/>
                  <a:gd name="connsiteY3" fmla="*/ 106179 h 106178"/>
                </a:gdLst>
                <a:ahLst/>
                <a:cxnLst>
                  <a:cxn ang="0">
                    <a:pos x="connsiteX0" y="connsiteY0"/>
                  </a:cxn>
                  <a:cxn ang="0">
                    <a:pos x="connsiteX1" y="connsiteY1"/>
                  </a:cxn>
                  <a:cxn ang="0">
                    <a:pos x="connsiteX2" y="connsiteY2"/>
                  </a:cxn>
                  <a:cxn ang="0">
                    <a:pos x="connsiteX3" y="connsiteY3"/>
                  </a:cxn>
                </a:cxnLst>
                <a:rect l="l" t="t" r="r" b="b"/>
                <a:pathLst>
                  <a:path w="42471" h="106178">
                    <a:moveTo>
                      <a:pt x="0" y="0"/>
                    </a:moveTo>
                    <a:lnTo>
                      <a:pt x="42471" y="0"/>
                    </a:lnTo>
                    <a:lnTo>
                      <a:pt x="42471" y="106179"/>
                    </a:lnTo>
                    <a:lnTo>
                      <a:pt x="0" y="106179"/>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sp>
            <p:nvSpPr>
              <p:cNvPr id="130" name="Freeform: Shape 129">
                <a:extLst>
                  <a:ext uri="{FF2B5EF4-FFF2-40B4-BE49-F238E27FC236}">
                    <a16:creationId xmlns:a16="http://schemas.microsoft.com/office/drawing/2014/main" id="{A8DFDEF9-6605-E688-C17A-7C142E11B116}"/>
                  </a:ext>
                </a:extLst>
              </p:cNvPr>
              <p:cNvSpPr/>
              <p:nvPr/>
            </p:nvSpPr>
            <p:spPr>
              <a:xfrm rot="2700000">
                <a:off x="8618134" y="1033027"/>
                <a:ext cx="103736" cy="106178"/>
              </a:xfrm>
              <a:custGeom>
                <a:avLst/>
                <a:gdLst>
                  <a:gd name="connsiteX0" fmla="*/ 30027 w 103736"/>
                  <a:gd name="connsiteY0" fmla="*/ 0 h 106178"/>
                  <a:gd name="connsiteX1" fmla="*/ 103736 w 103736"/>
                  <a:gd name="connsiteY1" fmla="*/ 75451 h 106178"/>
                  <a:gd name="connsiteX2" fmla="*/ 73709 w 103736"/>
                  <a:gd name="connsiteY2" fmla="*/ 106179 h 106178"/>
                  <a:gd name="connsiteX3" fmla="*/ 0 w 103736"/>
                  <a:gd name="connsiteY3" fmla="*/ 30749 h 106178"/>
                  <a:gd name="connsiteX4" fmla="*/ 30027 w 103736"/>
                  <a:gd name="connsiteY4" fmla="*/ 0 h 106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36" h="106178">
                    <a:moveTo>
                      <a:pt x="30027" y="0"/>
                    </a:moveTo>
                    <a:lnTo>
                      <a:pt x="103736" y="75451"/>
                    </a:lnTo>
                    <a:lnTo>
                      <a:pt x="73709" y="106179"/>
                    </a:lnTo>
                    <a:lnTo>
                      <a:pt x="0" y="30749"/>
                    </a:lnTo>
                    <a:lnTo>
                      <a:pt x="30027" y="0"/>
                    </a:lnTo>
                    <a:close/>
                  </a:path>
                </a:pathLst>
              </a:custGeom>
              <a:solidFill>
                <a:srgbClr val="FFFF00"/>
              </a:solidFill>
              <a:ln w="3175" cap="flat">
                <a:solidFill>
                  <a:schemeClr val="tx1">
                    <a:lumMod val="50000"/>
                    <a:lumOff val="50000"/>
                  </a:schemeClr>
                </a:solidFill>
                <a:prstDash val="solid"/>
                <a:miter/>
              </a:ln>
            </p:spPr>
            <p:txBody>
              <a:bodyPr rtlCol="0" anchor="ctr"/>
              <a:lstStyle/>
              <a:p>
                <a:endParaRPr lang="sv-SE"/>
              </a:p>
            </p:txBody>
          </p:sp>
        </p:grpSp>
        <p:pic>
          <p:nvPicPr>
            <p:cNvPr id="149" name="Graphic 148" descr="Lightning bolt with solid fill">
              <a:extLst>
                <a:ext uri="{FF2B5EF4-FFF2-40B4-BE49-F238E27FC236}">
                  <a16:creationId xmlns:a16="http://schemas.microsoft.com/office/drawing/2014/main" id="{66187B0A-7398-DB52-20DB-5195B39402A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59186" y="3809501"/>
              <a:ext cx="717036" cy="717036"/>
            </a:xfrm>
            <a:prstGeom prst="rect">
              <a:avLst/>
            </a:prstGeom>
          </p:spPr>
        </p:pic>
      </p:grpSp>
      <p:sp>
        <p:nvSpPr>
          <p:cNvPr id="150" name="Rectangle: Rounded Corners 149">
            <a:extLst>
              <a:ext uri="{FF2B5EF4-FFF2-40B4-BE49-F238E27FC236}">
                <a16:creationId xmlns:a16="http://schemas.microsoft.com/office/drawing/2014/main" id="{46B5265F-5263-B980-EDDA-27759FD29DA5}"/>
              </a:ext>
            </a:extLst>
          </p:cNvPr>
          <p:cNvSpPr/>
          <p:nvPr/>
        </p:nvSpPr>
        <p:spPr>
          <a:xfrm>
            <a:off x="8848725" y="1908373"/>
            <a:ext cx="3105016" cy="758372"/>
          </a:xfrm>
          <a:prstGeom prst="roundRect">
            <a:avLst/>
          </a:prstGeom>
          <a:solidFill>
            <a:srgbClr val="00006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Combined Controller</a:t>
            </a:r>
          </a:p>
        </p:txBody>
      </p:sp>
      <p:pic>
        <p:nvPicPr>
          <p:cNvPr id="151" name="Graphic 150" descr="Dollar with solid fill">
            <a:extLst>
              <a:ext uri="{FF2B5EF4-FFF2-40B4-BE49-F238E27FC236}">
                <a16:creationId xmlns:a16="http://schemas.microsoft.com/office/drawing/2014/main" id="{5D436694-5B85-89A2-C6A5-F8729649F79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35190" y="2843631"/>
            <a:ext cx="540000" cy="540000"/>
          </a:xfrm>
          <a:prstGeom prst="rect">
            <a:avLst/>
          </a:prstGeom>
        </p:spPr>
      </p:pic>
      <p:pic>
        <p:nvPicPr>
          <p:cNvPr id="152" name="Graphic 151" descr="Open hand with plant with solid fill">
            <a:extLst>
              <a:ext uri="{FF2B5EF4-FFF2-40B4-BE49-F238E27FC236}">
                <a16:creationId xmlns:a16="http://schemas.microsoft.com/office/drawing/2014/main" id="{7080BB7A-6172-6801-8484-BB2DFA3A74E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960630" y="2843631"/>
            <a:ext cx="540000" cy="540000"/>
          </a:xfrm>
          <a:prstGeom prst="rect">
            <a:avLst/>
          </a:prstGeom>
        </p:spPr>
      </p:pic>
      <p:pic>
        <p:nvPicPr>
          <p:cNvPr id="153" name="Graphic 152" descr="Thermometer with solid fill">
            <a:extLst>
              <a:ext uri="{FF2B5EF4-FFF2-40B4-BE49-F238E27FC236}">
                <a16:creationId xmlns:a16="http://schemas.microsoft.com/office/drawing/2014/main" id="{1171E6E1-3E01-13C2-AB68-59B9371D572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203990" y="2843631"/>
            <a:ext cx="540000" cy="540000"/>
          </a:xfrm>
          <a:prstGeom prst="rect">
            <a:avLst/>
          </a:prstGeom>
        </p:spPr>
      </p:pic>
      <p:pic>
        <p:nvPicPr>
          <p:cNvPr id="154" name="Graphic 153" descr="Badge Follow with solid fill">
            <a:extLst>
              <a:ext uri="{FF2B5EF4-FFF2-40B4-BE49-F238E27FC236}">
                <a16:creationId xmlns:a16="http://schemas.microsoft.com/office/drawing/2014/main" id="{17CA1BCC-4F11-56D8-741D-53021BF4774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611364" y="3120154"/>
            <a:ext cx="540000" cy="540000"/>
          </a:xfrm>
          <a:prstGeom prst="rect">
            <a:avLst/>
          </a:prstGeom>
        </p:spPr>
      </p:pic>
      <p:pic>
        <p:nvPicPr>
          <p:cNvPr id="157" name="Graphic 156" descr="Badge Follow with solid fill">
            <a:extLst>
              <a:ext uri="{FF2B5EF4-FFF2-40B4-BE49-F238E27FC236}">
                <a16:creationId xmlns:a16="http://schemas.microsoft.com/office/drawing/2014/main" id="{9B0BE444-14BD-7BD1-4185-B5AD756013D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446492" y="3120154"/>
            <a:ext cx="540000" cy="540000"/>
          </a:xfrm>
          <a:prstGeom prst="rect">
            <a:avLst/>
          </a:prstGeom>
        </p:spPr>
      </p:pic>
      <p:pic>
        <p:nvPicPr>
          <p:cNvPr id="158" name="Graphic 157" descr="Badge Follow with solid fill">
            <a:extLst>
              <a:ext uri="{FF2B5EF4-FFF2-40B4-BE49-F238E27FC236}">
                <a16:creationId xmlns:a16="http://schemas.microsoft.com/office/drawing/2014/main" id="{215ADBE7-6B35-339F-75BD-56FB448CDE0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1281619" y="3120154"/>
            <a:ext cx="540000" cy="540000"/>
          </a:xfrm>
          <a:prstGeom prst="rect">
            <a:avLst/>
          </a:prstGeom>
        </p:spPr>
      </p:pic>
      <p:grpSp>
        <p:nvGrpSpPr>
          <p:cNvPr id="169" name="Group 168">
            <a:extLst>
              <a:ext uri="{FF2B5EF4-FFF2-40B4-BE49-F238E27FC236}">
                <a16:creationId xmlns:a16="http://schemas.microsoft.com/office/drawing/2014/main" id="{476873A3-46E7-63E8-E79A-31F333C7E89B}"/>
              </a:ext>
            </a:extLst>
          </p:cNvPr>
          <p:cNvGrpSpPr/>
          <p:nvPr/>
        </p:nvGrpSpPr>
        <p:grpSpPr>
          <a:xfrm>
            <a:off x="369631" y="4683542"/>
            <a:ext cx="4340955" cy="2190107"/>
            <a:chOff x="369631" y="987842"/>
            <a:chExt cx="4340955" cy="2190107"/>
          </a:xfrm>
        </p:grpSpPr>
        <p:grpSp>
          <p:nvGrpSpPr>
            <p:cNvPr id="25" name="Group 24">
              <a:extLst>
                <a:ext uri="{FF2B5EF4-FFF2-40B4-BE49-F238E27FC236}">
                  <a16:creationId xmlns:a16="http://schemas.microsoft.com/office/drawing/2014/main" id="{0CC0108D-7733-2897-0C7C-CDE593C6D88E}"/>
                </a:ext>
              </a:extLst>
            </p:cNvPr>
            <p:cNvGrpSpPr/>
            <p:nvPr/>
          </p:nvGrpSpPr>
          <p:grpSpPr>
            <a:xfrm>
              <a:off x="369631" y="1183303"/>
              <a:ext cx="3567790" cy="1994646"/>
              <a:chOff x="425745" y="992803"/>
              <a:chExt cx="6808356" cy="3806349"/>
            </a:xfrm>
          </p:grpSpPr>
          <p:grpSp>
            <p:nvGrpSpPr>
              <p:cNvPr id="13" name="Group 12">
                <a:extLst>
                  <a:ext uri="{FF2B5EF4-FFF2-40B4-BE49-F238E27FC236}">
                    <a16:creationId xmlns:a16="http://schemas.microsoft.com/office/drawing/2014/main" id="{42FE336E-3351-48B8-9A68-92FF6C9CB769}"/>
                  </a:ext>
                </a:extLst>
              </p:cNvPr>
              <p:cNvGrpSpPr/>
              <p:nvPr/>
            </p:nvGrpSpPr>
            <p:grpSpPr>
              <a:xfrm>
                <a:off x="425745" y="992803"/>
                <a:ext cx="6808356" cy="3806349"/>
                <a:chOff x="137036" y="2776464"/>
                <a:chExt cx="7079046" cy="3929866"/>
              </a:xfrm>
            </p:grpSpPr>
            <p:pic>
              <p:nvPicPr>
                <p:cNvPr id="14" name="Picture 13">
                  <a:extLst>
                    <a:ext uri="{FF2B5EF4-FFF2-40B4-BE49-F238E27FC236}">
                      <a16:creationId xmlns:a16="http://schemas.microsoft.com/office/drawing/2014/main" id="{39A1F554-7DC6-38A9-4E2F-4D58A52DECD4}"/>
                    </a:ext>
                  </a:extLst>
                </p:cNvPr>
                <p:cNvPicPr>
                  <a:picLocks noChangeAspect="1"/>
                </p:cNvPicPr>
                <p:nvPr/>
              </p:nvPicPr>
              <p:blipFill>
                <a:blip r:embed="rId17"/>
                <a:srcRect b="18345"/>
                <a:stretch>
                  <a:fillRect/>
                </a:stretch>
              </p:blipFill>
              <p:spPr>
                <a:xfrm>
                  <a:off x="291887" y="2776464"/>
                  <a:ext cx="6718514" cy="3094761"/>
                </a:xfrm>
                <a:prstGeom prst="rect">
                  <a:avLst/>
                </a:prstGeom>
              </p:spPr>
            </p:pic>
            <p:sp>
              <p:nvSpPr>
                <p:cNvPr id="15" name="TextBox 14">
                  <a:extLst>
                    <a:ext uri="{FF2B5EF4-FFF2-40B4-BE49-F238E27FC236}">
                      <a16:creationId xmlns:a16="http://schemas.microsoft.com/office/drawing/2014/main" id="{E0CA7DB3-7073-56E7-2A09-D13BB0AB7C1A}"/>
                    </a:ext>
                  </a:extLst>
                </p:cNvPr>
                <p:cNvSpPr txBox="1"/>
                <p:nvPr/>
              </p:nvSpPr>
              <p:spPr>
                <a:xfrm>
                  <a:off x="137036" y="5978669"/>
                  <a:ext cx="670257" cy="727661"/>
                </a:xfrm>
                <a:prstGeom prst="rect">
                  <a:avLst/>
                </a:prstGeom>
                <a:noFill/>
              </p:spPr>
              <p:txBody>
                <a:bodyPr wrap="square">
                  <a:spAutoFit/>
                </a:bodyPr>
                <a:lstStyle/>
                <a:p>
                  <a:r>
                    <a:rPr lang="de-DE"/>
                    <a:t>0 </a:t>
                  </a:r>
                </a:p>
              </p:txBody>
            </p:sp>
            <p:sp>
              <p:nvSpPr>
                <p:cNvPr id="19" name="TextBox 18">
                  <a:extLst>
                    <a:ext uri="{FF2B5EF4-FFF2-40B4-BE49-F238E27FC236}">
                      <a16:creationId xmlns:a16="http://schemas.microsoft.com/office/drawing/2014/main" id="{B548CD13-FA07-9E6E-F97D-218D913BC608}"/>
                    </a:ext>
                  </a:extLst>
                </p:cNvPr>
                <p:cNvSpPr txBox="1"/>
                <p:nvPr/>
              </p:nvSpPr>
              <p:spPr>
                <a:xfrm>
                  <a:off x="6582125" y="5978669"/>
                  <a:ext cx="633957" cy="727661"/>
                </a:xfrm>
                <a:prstGeom prst="rect">
                  <a:avLst/>
                </a:prstGeom>
                <a:noFill/>
              </p:spPr>
              <p:txBody>
                <a:bodyPr wrap="square">
                  <a:spAutoFit/>
                </a:bodyPr>
                <a:lstStyle/>
                <a:p>
                  <a:r>
                    <a:rPr lang="de-DE"/>
                    <a:t>1 </a:t>
                  </a:r>
                </a:p>
              </p:txBody>
            </p:sp>
            <p:cxnSp>
              <p:nvCxnSpPr>
                <p:cNvPr id="20" name="Straight Arrow Connector 19">
                  <a:extLst>
                    <a:ext uri="{FF2B5EF4-FFF2-40B4-BE49-F238E27FC236}">
                      <a16:creationId xmlns:a16="http://schemas.microsoft.com/office/drawing/2014/main" id="{98925B55-2A35-F2E4-F0FC-5687033D6F35}"/>
                    </a:ext>
                  </a:extLst>
                </p:cNvPr>
                <p:cNvCxnSpPr/>
                <p:nvPr/>
              </p:nvCxnSpPr>
              <p:spPr>
                <a:xfrm>
                  <a:off x="1098444" y="6359197"/>
                  <a:ext cx="51054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3" name="Straight Arrow Connector 22">
                <a:extLst>
                  <a:ext uri="{FF2B5EF4-FFF2-40B4-BE49-F238E27FC236}">
                    <a16:creationId xmlns:a16="http://schemas.microsoft.com/office/drawing/2014/main" id="{A261C9BE-1915-EEFB-8D43-83C4FE6CB156}"/>
                  </a:ext>
                </a:extLst>
              </p:cNvPr>
              <p:cNvCxnSpPr/>
              <p:nvPr/>
            </p:nvCxnSpPr>
            <p:spPr>
              <a:xfrm flipH="1">
                <a:off x="837386" y="1509662"/>
                <a:ext cx="273157" cy="28448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DB749C79-CA6A-26A9-092E-0632AFA06D7F}"/>
                  </a:ext>
                </a:extLst>
              </p:cNvPr>
              <p:cNvSpPr/>
              <p:nvPr/>
            </p:nvSpPr>
            <p:spPr>
              <a:xfrm>
                <a:off x="3773268" y="1794143"/>
                <a:ext cx="3411559" cy="2305830"/>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159" name="TextBox 158">
              <a:extLst>
                <a:ext uri="{FF2B5EF4-FFF2-40B4-BE49-F238E27FC236}">
                  <a16:creationId xmlns:a16="http://schemas.microsoft.com/office/drawing/2014/main" id="{3BA964A5-6E85-4FFE-00DF-3E9866EAC014}"/>
                </a:ext>
              </a:extLst>
            </p:cNvPr>
            <p:cNvSpPr txBox="1"/>
            <p:nvPr/>
          </p:nvSpPr>
          <p:spPr>
            <a:xfrm>
              <a:off x="666380" y="987842"/>
              <a:ext cx="4044206" cy="461665"/>
            </a:xfrm>
            <a:prstGeom prst="rect">
              <a:avLst/>
            </a:prstGeom>
            <a:solidFill>
              <a:srgbClr val="DEF0FF"/>
            </a:solidFill>
          </p:spPr>
          <p:txBody>
            <a:bodyPr wrap="square" rtlCol="0">
              <a:spAutoFit/>
            </a:bodyPr>
            <a:lstStyle/>
            <a:p>
              <a:r>
                <a:rPr lang="sv-SE" sz="1200"/>
                <a:t>Relative </a:t>
              </a:r>
              <a:r>
                <a:rPr lang="sv-SE" sz="1200" err="1"/>
                <a:t>prices</a:t>
              </a:r>
              <a:r>
                <a:rPr lang="sv-SE" sz="1200"/>
                <a:t> </a:t>
              </a:r>
              <a:r>
                <a:rPr lang="sv-SE" sz="1200" err="1"/>
                <a:t>divided</a:t>
              </a:r>
              <a:r>
                <a:rPr lang="sv-SE" sz="1200"/>
                <a:t> </a:t>
              </a:r>
              <a:r>
                <a:rPr lang="sv-SE" sz="1200" err="1"/>
                <a:t>into</a:t>
              </a:r>
              <a:r>
                <a:rPr lang="sv-SE" sz="1200"/>
                <a:t> bins </a:t>
              </a:r>
              <a:r>
                <a:rPr lang="sv-SE" sz="1200" err="1"/>
                <a:t>depending</a:t>
              </a:r>
              <a:r>
                <a:rPr lang="sv-SE" sz="1200"/>
                <a:t> on </a:t>
              </a:r>
              <a:r>
                <a:rPr lang="sv-SE" sz="1200" err="1"/>
                <a:t>how</a:t>
              </a:r>
              <a:r>
                <a:rPr lang="sv-SE" sz="1200"/>
                <a:t> </a:t>
              </a:r>
              <a:r>
                <a:rPr lang="sv-SE" sz="1200" err="1"/>
                <a:t>expensive</a:t>
              </a:r>
              <a:r>
                <a:rPr lang="sv-SE" sz="1200"/>
                <a:t> the </a:t>
              </a:r>
              <a:r>
                <a:rPr lang="sv-SE" sz="1200" err="1"/>
                <a:t>price</a:t>
              </a:r>
              <a:r>
                <a:rPr lang="sv-SE" sz="1200"/>
                <a:t> is</a:t>
              </a:r>
            </a:p>
          </p:txBody>
        </p:sp>
      </p:grpSp>
      <p:sp>
        <p:nvSpPr>
          <p:cNvPr id="160" name="Title 1">
            <a:extLst>
              <a:ext uri="{FF2B5EF4-FFF2-40B4-BE49-F238E27FC236}">
                <a16:creationId xmlns:a16="http://schemas.microsoft.com/office/drawing/2014/main" id="{8E398CAD-BBC1-67E4-0EFD-DD89CF295E64}"/>
              </a:ext>
            </a:extLst>
          </p:cNvPr>
          <p:cNvSpPr>
            <a:spLocks noGrp="1"/>
          </p:cNvSpPr>
          <p:nvPr>
            <p:ph type="title"/>
          </p:nvPr>
        </p:nvSpPr>
        <p:spPr>
          <a:xfrm>
            <a:off x="2778356" y="289897"/>
            <a:ext cx="9413644" cy="568412"/>
          </a:xfrm>
        </p:spPr>
        <p:txBody>
          <a:bodyPr/>
          <a:lstStyle/>
          <a:p>
            <a:r>
              <a:rPr lang="de-DE" err="1"/>
              <a:t>Optimising</a:t>
            </a:r>
            <a:r>
              <a:rPr lang="de-DE"/>
              <a:t> House 1012:</a:t>
            </a:r>
          </a:p>
        </p:txBody>
      </p:sp>
      <p:sp>
        <p:nvSpPr>
          <p:cNvPr id="161" name="Rectangle: Rounded Corners 160">
            <a:extLst>
              <a:ext uri="{FF2B5EF4-FFF2-40B4-BE49-F238E27FC236}">
                <a16:creationId xmlns:a16="http://schemas.microsoft.com/office/drawing/2014/main" id="{D5C2CEEA-2249-B96E-5BDE-C9DA49AF27ED}"/>
              </a:ext>
            </a:extLst>
          </p:cNvPr>
          <p:cNvSpPr/>
          <p:nvPr/>
        </p:nvSpPr>
        <p:spPr>
          <a:xfrm>
            <a:off x="8092440" y="147380"/>
            <a:ext cx="4988560" cy="845423"/>
          </a:xfrm>
          <a:prstGeom prst="roundRect">
            <a:avLst/>
          </a:prstGeom>
          <a:solidFill>
            <a:srgbClr val="0029ED"/>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de-DE" sz="3600" b="1"/>
              <a:t>  Heat Pump</a:t>
            </a:r>
          </a:p>
        </p:txBody>
      </p:sp>
      <p:pic>
        <p:nvPicPr>
          <p:cNvPr id="163" name="Picture 2" descr="Heat Pump Icons - Free SVG &amp; PNG Heat Pump Images - Noun Project">
            <a:extLst>
              <a:ext uri="{FF2B5EF4-FFF2-40B4-BE49-F238E27FC236}">
                <a16:creationId xmlns:a16="http://schemas.microsoft.com/office/drawing/2014/main" id="{5BAD7169-1FA4-C4AA-0A58-068E9082A5CC}"/>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11119212" y="186785"/>
            <a:ext cx="772995" cy="772995"/>
          </a:xfrm>
          <a:prstGeom prst="rect">
            <a:avLst/>
          </a:prstGeom>
          <a:noFill/>
          <a:extLst>
            <a:ext uri="{909E8E84-426E-40DD-AFC4-6F175D3DCCD1}">
              <a14:hiddenFill xmlns:a14="http://schemas.microsoft.com/office/drawing/2010/main">
                <a:solidFill>
                  <a:srgbClr val="FFFFFF"/>
                </a:solidFill>
              </a14:hiddenFill>
            </a:ext>
          </a:extLst>
        </p:spPr>
      </p:pic>
      <p:sp>
        <p:nvSpPr>
          <p:cNvPr id="251" name="Oval 250">
            <a:extLst>
              <a:ext uri="{FF2B5EF4-FFF2-40B4-BE49-F238E27FC236}">
                <a16:creationId xmlns:a16="http://schemas.microsoft.com/office/drawing/2014/main" id="{54C85A90-75F3-ADD0-AF2B-934BB31164F6}"/>
              </a:ext>
            </a:extLst>
          </p:cNvPr>
          <p:cNvSpPr/>
          <p:nvPr/>
        </p:nvSpPr>
        <p:spPr>
          <a:xfrm>
            <a:off x="7121057" y="1217753"/>
            <a:ext cx="594360" cy="5943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b="1">
                <a:solidFill>
                  <a:sysClr val="windowText" lastClr="000000"/>
                </a:solidFill>
              </a:rPr>
              <a:t>1.</a:t>
            </a:r>
          </a:p>
        </p:txBody>
      </p:sp>
      <p:sp>
        <p:nvSpPr>
          <p:cNvPr id="252" name="Oval 251">
            <a:extLst>
              <a:ext uri="{FF2B5EF4-FFF2-40B4-BE49-F238E27FC236}">
                <a16:creationId xmlns:a16="http://schemas.microsoft.com/office/drawing/2014/main" id="{D138EE6F-DCDA-0235-44E8-064D9A26A5FF}"/>
              </a:ext>
            </a:extLst>
          </p:cNvPr>
          <p:cNvSpPr/>
          <p:nvPr/>
        </p:nvSpPr>
        <p:spPr>
          <a:xfrm>
            <a:off x="7121057" y="3015938"/>
            <a:ext cx="594360" cy="5943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b="1">
                <a:solidFill>
                  <a:sysClr val="windowText" lastClr="000000"/>
                </a:solidFill>
              </a:rPr>
              <a:t>2.</a:t>
            </a:r>
          </a:p>
        </p:txBody>
      </p:sp>
      <p:sp>
        <p:nvSpPr>
          <p:cNvPr id="253" name="Oval 252">
            <a:extLst>
              <a:ext uri="{FF2B5EF4-FFF2-40B4-BE49-F238E27FC236}">
                <a16:creationId xmlns:a16="http://schemas.microsoft.com/office/drawing/2014/main" id="{E452C379-2D21-DDA7-28CA-3E1FE5660231}"/>
              </a:ext>
            </a:extLst>
          </p:cNvPr>
          <p:cNvSpPr/>
          <p:nvPr/>
        </p:nvSpPr>
        <p:spPr>
          <a:xfrm>
            <a:off x="7121057" y="4998008"/>
            <a:ext cx="594360" cy="5943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b="1">
                <a:solidFill>
                  <a:sysClr val="windowText" lastClr="000000"/>
                </a:solidFill>
              </a:rPr>
              <a:t>3.</a:t>
            </a:r>
          </a:p>
        </p:txBody>
      </p:sp>
      <p:sp>
        <p:nvSpPr>
          <p:cNvPr id="254" name="Oval 253">
            <a:extLst>
              <a:ext uri="{FF2B5EF4-FFF2-40B4-BE49-F238E27FC236}">
                <a16:creationId xmlns:a16="http://schemas.microsoft.com/office/drawing/2014/main" id="{EBDC0B87-B928-DBE1-A36B-195E6C90E332}"/>
              </a:ext>
            </a:extLst>
          </p:cNvPr>
          <p:cNvSpPr>
            <a:spLocks noChangeAspect="1"/>
          </p:cNvSpPr>
          <p:nvPr/>
        </p:nvSpPr>
        <p:spPr>
          <a:xfrm>
            <a:off x="9484947" y="3863818"/>
            <a:ext cx="1408430" cy="1394644"/>
          </a:xfrm>
          <a:prstGeom prst="ellipse">
            <a:avLst/>
          </a:prstGeom>
          <a:solidFill>
            <a:srgbClr val="43AEE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sv-SE" sz="1400"/>
              <a:t>Comfort: </a:t>
            </a:r>
          </a:p>
          <a:p>
            <a:pPr algn="ctr"/>
            <a:r>
              <a:rPr lang="sv-SE" sz="2000" b="1"/>
              <a:t>+15 %</a:t>
            </a:r>
          </a:p>
        </p:txBody>
      </p:sp>
      <p:sp>
        <p:nvSpPr>
          <p:cNvPr id="255" name="Oval 254">
            <a:extLst>
              <a:ext uri="{FF2B5EF4-FFF2-40B4-BE49-F238E27FC236}">
                <a16:creationId xmlns:a16="http://schemas.microsoft.com/office/drawing/2014/main" id="{23751B1C-5EAE-E64E-9354-2394F683ABA5}"/>
              </a:ext>
            </a:extLst>
          </p:cNvPr>
          <p:cNvSpPr>
            <a:spLocks noChangeAspect="1"/>
          </p:cNvSpPr>
          <p:nvPr/>
        </p:nvSpPr>
        <p:spPr>
          <a:xfrm>
            <a:off x="10570457" y="4458619"/>
            <a:ext cx="1408430" cy="139464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sz="1400"/>
              <a:t>CO2:</a:t>
            </a:r>
          </a:p>
          <a:p>
            <a:pPr algn="ctr"/>
            <a:r>
              <a:rPr lang="sv-SE" sz="2000" b="1"/>
              <a:t>- 4.8 %</a:t>
            </a:r>
          </a:p>
        </p:txBody>
      </p:sp>
      <p:sp>
        <p:nvSpPr>
          <p:cNvPr id="256" name="Oval 255">
            <a:extLst>
              <a:ext uri="{FF2B5EF4-FFF2-40B4-BE49-F238E27FC236}">
                <a16:creationId xmlns:a16="http://schemas.microsoft.com/office/drawing/2014/main" id="{EDAE816E-91A1-1580-B527-50F0C016907A}"/>
              </a:ext>
            </a:extLst>
          </p:cNvPr>
          <p:cNvSpPr>
            <a:spLocks noChangeAspect="1"/>
          </p:cNvSpPr>
          <p:nvPr/>
        </p:nvSpPr>
        <p:spPr>
          <a:xfrm>
            <a:off x="8655006" y="4907467"/>
            <a:ext cx="1578898" cy="1563443"/>
          </a:xfrm>
          <a:prstGeom prst="ellipse">
            <a:avLst/>
          </a:prstGeom>
          <a:solidFill>
            <a:srgbClr val="7E350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sv-SE" sz="1400"/>
              <a:t>NPV:</a:t>
            </a:r>
          </a:p>
          <a:p>
            <a:pPr algn="ctr"/>
            <a:r>
              <a:rPr lang="sv-SE" sz="2000" b="1"/>
              <a:t>+5.2 %</a:t>
            </a:r>
          </a:p>
        </p:txBody>
      </p:sp>
      <p:grpSp>
        <p:nvGrpSpPr>
          <p:cNvPr id="21" name="Group 20">
            <a:extLst>
              <a:ext uri="{FF2B5EF4-FFF2-40B4-BE49-F238E27FC236}">
                <a16:creationId xmlns:a16="http://schemas.microsoft.com/office/drawing/2014/main" id="{49DCFE26-0AE3-FAC5-C3ED-3FCD16FDCE50}"/>
              </a:ext>
            </a:extLst>
          </p:cNvPr>
          <p:cNvGrpSpPr/>
          <p:nvPr/>
        </p:nvGrpSpPr>
        <p:grpSpPr>
          <a:xfrm>
            <a:off x="1107342" y="1190701"/>
            <a:ext cx="1124126" cy="1287612"/>
            <a:chOff x="314409" y="1259402"/>
            <a:chExt cx="1124126" cy="1287612"/>
          </a:xfrm>
        </p:grpSpPr>
        <p:pic>
          <p:nvPicPr>
            <p:cNvPr id="51" name="Graphic 50" descr="Electric car with solid fill">
              <a:extLst>
                <a:ext uri="{FF2B5EF4-FFF2-40B4-BE49-F238E27FC236}">
                  <a16:creationId xmlns:a16="http://schemas.microsoft.com/office/drawing/2014/main" id="{2DCCB933-DC59-553E-21E9-94A3C6150B3E}"/>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314409" y="1422888"/>
              <a:ext cx="1124126" cy="1124126"/>
            </a:xfrm>
            <a:prstGeom prst="rect">
              <a:avLst/>
            </a:prstGeom>
          </p:spPr>
        </p:pic>
        <p:pic>
          <p:nvPicPr>
            <p:cNvPr id="53" name="Graphic 52" descr="Lightning bolt with solid fill">
              <a:extLst>
                <a:ext uri="{FF2B5EF4-FFF2-40B4-BE49-F238E27FC236}">
                  <a16:creationId xmlns:a16="http://schemas.microsoft.com/office/drawing/2014/main" id="{ACE02678-32CD-81AD-27B6-5B74C462344E}"/>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14409" y="1259402"/>
              <a:ext cx="679351" cy="679351"/>
            </a:xfrm>
            <a:prstGeom prst="rect">
              <a:avLst/>
            </a:prstGeom>
          </p:spPr>
        </p:pic>
      </p:grpSp>
      <p:grpSp>
        <p:nvGrpSpPr>
          <p:cNvPr id="17" name="Group 16">
            <a:extLst>
              <a:ext uri="{FF2B5EF4-FFF2-40B4-BE49-F238E27FC236}">
                <a16:creationId xmlns:a16="http://schemas.microsoft.com/office/drawing/2014/main" id="{05C6F52C-BAE0-66E1-C849-34A0B61C265E}"/>
              </a:ext>
            </a:extLst>
          </p:cNvPr>
          <p:cNvGrpSpPr/>
          <p:nvPr/>
        </p:nvGrpSpPr>
        <p:grpSpPr>
          <a:xfrm>
            <a:off x="2785987" y="1242735"/>
            <a:ext cx="1003772" cy="1031854"/>
            <a:chOff x="3222586" y="1413686"/>
            <a:chExt cx="1003772" cy="1031854"/>
          </a:xfrm>
        </p:grpSpPr>
        <p:pic>
          <p:nvPicPr>
            <p:cNvPr id="6" name="Graphic 5" descr="Washing Machine with solid fill">
              <a:extLst>
                <a:ext uri="{FF2B5EF4-FFF2-40B4-BE49-F238E27FC236}">
                  <a16:creationId xmlns:a16="http://schemas.microsoft.com/office/drawing/2014/main" id="{87C78334-92A2-28FF-9611-EE22EC2C1F7F}"/>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3222586" y="1687168"/>
              <a:ext cx="758372" cy="758372"/>
            </a:xfrm>
            <a:prstGeom prst="rect">
              <a:avLst/>
            </a:prstGeom>
          </p:spPr>
        </p:pic>
        <p:pic>
          <p:nvPicPr>
            <p:cNvPr id="80" name="Graphic 79" descr="Lightning bolt with solid fill">
              <a:extLst>
                <a:ext uri="{FF2B5EF4-FFF2-40B4-BE49-F238E27FC236}">
                  <a16:creationId xmlns:a16="http://schemas.microsoft.com/office/drawing/2014/main" id="{A2A12BE9-C963-F468-134C-BBE8644EA410}"/>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547007" y="1413686"/>
              <a:ext cx="679351" cy="679351"/>
            </a:xfrm>
            <a:prstGeom prst="rect">
              <a:avLst/>
            </a:prstGeom>
          </p:spPr>
        </p:pic>
      </p:grpSp>
      <p:pic>
        <p:nvPicPr>
          <p:cNvPr id="3" name="Graphic 2" descr="Badge Follow with solid fill">
            <a:extLst>
              <a:ext uri="{FF2B5EF4-FFF2-40B4-BE49-F238E27FC236}">
                <a16:creationId xmlns:a16="http://schemas.microsoft.com/office/drawing/2014/main" id="{95E904EE-2422-F7C3-B8C6-5FD60DF6703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353822" y="6198506"/>
            <a:ext cx="540000" cy="540000"/>
          </a:xfrm>
          <a:prstGeom prst="rect">
            <a:avLst/>
          </a:prstGeom>
        </p:spPr>
      </p:pic>
      <p:pic>
        <p:nvPicPr>
          <p:cNvPr id="8" name="Graphic 7" descr="Badge Follow with solid fill">
            <a:extLst>
              <a:ext uri="{FF2B5EF4-FFF2-40B4-BE49-F238E27FC236}">
                <a16:creationId xmlns:a16="http://schemas.microsoft.com/office/drawing/2014/main" id="{6BA65331-5248-B7B2-A888-3999C89B2E7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915631" y="4356699"/>
            <a:ext cx="540000" cy="540000"/>
          </a:xfrm>
          <a:prstGeom prst="rect">
            <a:avLst/>
          </a:prstGeom>
        </p:spPr>
      </p:pic>
      <p:pic>
        <p:nvPicPr>
          <p:cNvPr id="7" name="Picture 6">
            <a:extLst>
              <a:ext uri="{FF2B5EF4-FFF2-40B4-BE49-F238E27FC236}">
                <a16:creationId xmlns:a16="http://schemas.microsoft.com/office/drawing/2014/main" id="{4B99B7E6-6BAE-D785-1700-DC5A72B6AA4D}"/>
              </a:ext>
            </a:extLst>
          </p:cNvPr>
          <p:cNvPicPr>
            <a:picLocks noChangeAspect="1"/>
          </p:cNvPicPr>
          <p:nvPr/>
        </p:nvPicPr>
        <p:blipFill>
          <a:blip r:embed="rId14">
            <a:duotone>
              <a:schemeClr val="bg2">
                <a:shade val="45000"/>
                <a:satMod val="135000"/>
              </a:schemeClr>
              <a:prstClr val="white"/>
            </a:duotone>
          </a:blip>
          <a:stretch>
            <a:fillRect/>
          </a:stretch>
        </p:blipFill>
        <p:spPr>
          <a:xfrm>
            <a:off x="5395256" y="4411830"/>
            <a:ext cx="430817" cy="429739"/>
          </a:xfrm>
          <a:prstGeom prst="rect">
            <a:avLst/>
          </a:prstGeom>
        </p:spPr>
      </p:pic>
    </p:spTree>
    <p:extLst>
      <p:ext uri="{BB962C8B-B14F-4D97-AF65-F5344CB8AC3E}">
        <p14:creationId xmlns:p14="http://schemas.microsoft.com/office/powerpoint/2010/main" val="3265593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9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9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0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1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1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0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5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5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5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6"/>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03"/>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1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50"/>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51"/>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54"/>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53"/>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57"/>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52"/>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58"/>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256"/>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254"/>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2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85" grpId="0" animBg="1"/>
      <p:bldP spid="107" grpId="0" animBg="1"/>
      <p:bldP spid="150" grpId="0" animBg="1"/>
      <p:bldP spid="251" grpId="0" animBg="1"/>
      <p:bldP spid="252" grpId="0" animBg="1"/>
      <p:bldP spid="253" grpId="0" animBg="1"/>
      <p:bldP spid="254" grpId="0" animBg="1"/>
      <p:bldP spid="255" grpId="0" animBg="1"/>
      <p:bldP spid="25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03A3C-7B65-CABC-2E54-2445313293E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66D4FF1-8BF0-5A57-6AB7-4CBA02DD5DF5}"/>
              </a:ext>
            </a:extLst>
          </p:cNvPr>
          <p:cNvSpPr/>
          <p:nvPr/>
        </p:nvSpPr>
        <p:spPr>
          <a:xfrm>
            <a:off x="8092440" y="147380"/>
            <a:ext cx="4988560" cy="845423"/>
          </a:xfrm>
          <a:prstGeom prst="roundRect">
            <a:avLst/>
          </a:prstGeom>
          <a:solidFill>
            <a:srgbClr val="0029ED"/>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de-DE" sz="3600" b="1"/>
              <a:t>  </a:t>
            </a:r>
            <a:r>
              <a:rPr lang="de-DE" sz="3600" b="1" err="1"/>
              <a:t>Battery</a:t>
            </a:r>
            <a:endParaRPr lang="de-DE" sz="3600" b="1"/>
          </a:p>
        </p:txBody>
      </p:sp>
      <p:sp>
        <p:nvSpPr>
          <p:cNvPr id="2" name="Slide Number Placeholder 1">
            <a:extLst>
              <a:ext uri="{FF2B5EF4-FFF2-40B4-BE49-F238E27FC236}">
                <a16:creationId xmlns:a16="http://schemas.microsoft.com/office/drawing/2014/main" id="{40F3BD7A-5F84-DF24-9B80-2169775DC43C}"/>
              </a:ext>
            </a:extLst>
          </p:cNvPr>
          <p:cNvSpPr>
            <a:spLocks noGrp="1"/>
          </p:cNvSpPr>
          <p:nvPr>
            <p:ph type="sldNum" sz="quarter" idx="12"/>
          </p:nvPr>
        </p:nvSpPr>
        <p:spPr/>
        <p:txBody>
          <a:bodyPr/>
          <a:lstStyle/>
          <a:p>
            <a:fld id="{B716C8F4-20CD-364A-8A8E-DE130115B178}" type="slidenum">
              <a:rPr lang="sv-SE" smtClean="0"/>
              <a:t>6</a:t>
            </a:fld>
            <a:endParaRPr lang="sv-SE"/>
          </a:p>
        </p:txBody>
      </p:sp>
      <p:sp>
        <p:nvSpPr>
          <p:cNvPr id="160" name="Title 1">
            <a:extLst>
              <a:ext uri="{FF2B5EF4-FFF2-40B4-BE49-F238E27FC236}">
                <a16:creationId xmlns:a16="http://schemas.microsoft.com/office/drawing/2014/main" id="{85D2FCCE-CFF1-C3F1-8036-F52AD27AF08E}"/>
              </a:ext>
            </a:extLst>
          </p:cNvPr>
          <p:cNvSpPr>
            <a:spLocks noGrp="1"/>
          </p:cNvSpPr>
          <p:nvPr>
            <p:ph type="title"/>
          </p:nvPr>
        </p:nvSpPr>
        <p:spPr>
          <a:xfrm>
            <a:off x="2778356" y="289897"/>
            <a:ext cx="9413644" cy="568412"/>
          </a:xfrm>
        </p:spPr>
        <p:txBody>
          <a:bodyPr/>
          <a:lstStyle/>
          <a:p>
            <a:r>
              <a:rPr lang="de-DE" err="1"/>
              <a:t>Optimising</a:t>
            </a:r>
            <a:r>
              <a:rPr lang="de-DE"/>
              <a:t> House 1012: </a:t>
            </a:r>
          </a:p>
        </p:txBody>
      </p:sp>
      <p:pic>
        <p:nvPicPr>
          <p:cNvPr id="5" name="Graphic 4" descr="Battery with solid fill">
            <a:extLst>
              <a:ext uri="{FF2B5EF4-FFF2-40B4-BE49-F238E27FC236}">
                <a16:creationId xmlns:a16="http://schemas.microsoft.com/office/drawing/2014/main" id="{54747C5F-0D9A-7D44-DA2A-B6167A2ABB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97046" y="108868"/>
            <a:ext cx="914400" cy="914400"/>
          </a:xfrm>
          <a:prstGeom prst="rect">
            <a:avLst/>
          </a:prstGeom>
        </p:spPr>
      </p:pic>
      <p:sp>
        <p:nvSpPr>
          <p:cNvPr id="9" name="Rectangle: Rounded Corners 5">
            <a:extLst>
              <a:ext uri="{FF2B5EF4-FFF2-40B4-BE49-F238E27FC236}">
                <a16:creationId xmlns:a16="http://schemas.microsoft.com/office/drawing/2014/main" id="{B4443694-B45D-7304-910F-F4D3BC596020}"/>
              </a:ext>
            </a:extLst>
          </p:cNvPr>
          <p:cNvSpPr/>
          <p:nvPr/>
        </p:nvSpPr>
        <p:spPr>
          <a:xfrm>
            <a:off x="198967" y="1803400"/>
            <a:ext cx="7977293" cy="281305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15">
            <a:extLst>
              <a:ext uri="{FF2B5EF4-FFF2-40B4-BE49-F238E27FC236}">
                <a16:creationId xmlns:a16="http://schemas.microsoft.com/office/drawing/2014/main" id="{87974E97-21D5-847F-E3D3-3713CEB177C6}"/>
              </a:ext>
            </a:extLst>
          </p:cNvPr>
          <p:cNvSpPr/>
          <p:nvPr/>
        </p:nvSpPr>
        <p:spPr>
          <a:xfrm>
            <a:off x="781473" y="5216694"/>
            <a:ext cx="6812280" cy="963930"/>
          </a:xfrm>
          <a:prstGeom prst="round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b="1" err="1"/>
              <a:t>Without</a:t>
            </a:r>
            <a:r>
              <a:rPr lang="de-DE" b="1"/>
              <a:t> </a:t>
            </a:r>
            <a:r>
              <a:rPr lang="de-DE" b="1" err="1"/>
              <a:t>subsidies</a:t>
            </a:r>
            <a:r>
              <a:rPr lang="de-DE" b="1"/>
              <a:t> </a:t>
            </a:r>
            <a:r>
              <a:rPr lang="de-DE" b="1" err="1"/>
              <a:t>economically</a:t>
            </a:r>
            <a:r>
              <a:rPr lang="de-DE" b="1"/>
              <a:t> not viable!</a:t>
            </a:r>
          </a:p>
        </p:txBody>
      </p:sp>
      <p:grpSp>
        <p:nvGrpSpPr>
          <p:cNvPr id="30" name="Gruppieren 20">
            <a:extLst>
              <a:ext uri="{FF2B5EF4-FFF2-40B4-BE49-F238E27FC236}">
                <a16:creationId xmlns:a16="http://schemas.microsoft.com/office/drawing/2014/main" id="{28191196-1CF2-4E10-DB3F-CC6ECED2D9C2}"/>
              </a:ext>
            </a:extLst>
          </p:cNvPr>
          <p:cNvGrpSpPr/>
          <p:nvPr/>
        </p:nvGrpSpPr>
        <p:grpSpPr>
          <a:xfrm>
            <a:off x="8321040" y="1305240"/>
            <a:ext cx="3701824" cy="2993080"/>
            <a:chOff x="7951215" y="3161378"/>
            <a:chExt cx="4071649" cy="2993080"/>
          </a:xfrm>
        </p:grpSpPr>
        <p:sp>
          <p:nvSpPr>
            <p:cNvPr id="31" name="Rectangle: Rounded Corners 5">
              <a:extLst>
                <a:ext uri="{FF2B5EF4-FFF2-40B4-BE49-F238E27FC236}">
                  <a16:creationId xmlns:a16="http://schemas.microsoft.com/office/drawing/2014/main" id="{B4C34040-42A3-9913-AC9C-00E9F2B5B945}"/>
                </a:ext>
              </a:extLst>
            </p:cNvPr>
            <p:cNvSpPr/>
            <p:nvPr/>
          </p:nvSpPr>
          <p:spPr>
            <a:xfrm>
              <a:off x="7951215" y="3215751"/>
              <a:ext cx="4071649" cy="281305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2" name="Chart 7">
              <a:extLst>
                <a:ext uri="{FF2B5EF4-FFF2-40B4-BE49-F238E27FC236}">
                  <a16:creationId xmlns:a16="http://schemas.microsoft.com/office/drawing/2014/main" id="{70B02654-1AF4-23E8-1E10-4F3FC4839FF9}"/>
                </a:ext>
              </a:extLst>
            </p:cNvPr>
            <p:cNvGraphicFramePr>
              <a:graphicFrameLocks/>
            </p:cNvGraphicFramePr>
            <p:nvPr>
              <p:extLst>
                <p:ext uri="{D42A27DB-BD31-4B8C-83A1-F6EECF244321}">
                  <p14:modId xmlns:p14="http://schemas.microsoft.com/office/powerpoint/2010/main" val="169986745"/>
                </p:ext>
              </p:extLst>
            </p:nvPr>
          </p:nvGraphicFramePr>
          <p:xfrm>
            <a:off x="7993385" y="3161378"/>
            <a:ext cx="3863948" cy="2993080"/>
          </p:xfrm>
          <a:graphic>
            <a:graphicData uri="http://schemas.openxmlformats.org/drawingml/2006/chart">
              <c:chart xmlns:c="http://schemas.openxmlformats.org/drawingml/2006/chart" xmlns:r="http://schemas.openxmlformats.org/officeDocument/2006/relationships" r:id="rId5"/>
            </a:graphicData>
          </a:graphic>
        </p:graphicFrame>
      </p:grpSp>
      <p:sp>
        <p:nvSpPr>
          <p:cNvPr id="34" name="Oval 33">
            <a:extLst>
              <a:ext uri="{FF2B5EF4-FFF2-40B4-BE49-F238E27FC236}">
                <a16:creationId xmlns:a16="http://schemas.microsoft.com/office/drawing/2014/main" id="{1B0CA9DB-AA90-9305-E306-86E1C6F65505}"/>
              </a:ext>
            </a:extLst>
          </p:cNvPr>
          <p:cNvSpPr>
            <a:spLocks noChangeAspect="1"/>
          </p:cNvSpPr>
          <p:nvPr/>
        </p:nvSpPr>
        <p:spPr>
          <a:xfrm>
            <a:off x="9467737" y="4375667"/>
            <a:ext cx="1408430" cy="1394644"/>
          </a:xfrm>
          <a:prstGeom prst="ellipse">
            <a:avLst/>
          </a:prstGeom>
          <a:solidFill>
            <a:srgbClr val="7E350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sz="1400"/>
              <a:t>NPV:</a:t>
            </a:r>
          </a:p>
          <a:p>
            <a:pPr algn="ctr"/>
            <a:r>
              <a:rPr lang="sv-SE" sz="2000" b="1"/>
              <a:t>+2.3 %</a:t>
            </a:r>
          </a:p>
        </p:txBody>
      </p:sp>
      <p:sp>
        <p:nvSpPr>
          <p:cNvPr id="35" name="Oval 34">
            <a:extLst>
              <a:ext uri="{FF2B5EF4-FFF2-40B4-BE49-F238E27FC236}">
                <a16:creationId xmlns:a16="http://schemas.microsoft.com/office/drawing/2014/main" id="{F0154A74-3C3A-87CB-6586-3ED1BFACDFC2}"/>
              </a:ext>
            </a:extLst>
          </p:cNvPr>
          <p:cNvSpPr>
            <a:spLocks noChangeAspect="1"/>
          </p:cNvSpPr>
          <p:nvPr/>
        </p:nvSpPr>
        <p:spPr>
          <a:xfrm>
            <a:off x="10586720" y="5001337"/>
            <a:ext cx="1408430" cy="139464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sz="1400"/>
              <a:t>CO2:</a:t>
            </a:r>
          </a:p>
          <a:p>
            <a:pPr algn="ctr"/>
            <a:r>
              <a:rPr lang="sv-SE" sz="2000" b="1"/>
              <a:t>- 3.6 %</a:t>
            </a:r>
          </a:p>
        </p:txBody>
      </p:sp>
      <p:sp>
        <p:nvSpPr>
          <p:cNvPr id="36" name="Oval 35">
            <a:extLst>
              <a:ext uri="{FF2B5EF4-FFF2-40B4-BE49-F238E27FC236}">
                <a16:creationId xmlns:a16="http://schemas.microsoft.com/office/drawing/2014/main" id="{B3C690DF-1757-ABC0-FBB7-E76B4661DF54}"/>
              </a:ext>
            </a:extLst>
          </p:cNvPr>
          <p:cNvSpPr>
            <a:spLocks noChangeAspect="1"/>
          </p:cNvSpPr>
          <p:nvPr/>
        </p:nvSpPr>
        <p:spPr>
          <a:xfrm>
            <a:off x="8437615" y="5216694"/>
            <a:ext cx="1430061" cy="1416063"/>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sz="1400"/>
              <a:t>Energy </a:t>
            </a:r>
            <a:r>
              <a:rPr lang="sv-SE" sz="1400" err="1"/>
              <a:t>supply</a:t>
            </a:r>
            <a:r>
              <a:rPr lang="sv-SE" sz="1400"/>
              <a:t> </a:t>
            </a:r>
            <a:r>
              <a:rPr lang="sv-SE" sz="1400" err="1"/>
              <a:t>cost</a:t>
            </a:r>
            <a:r>
              <a:rPr lang="sv-SE" sz="1400"/>
              <a:t>:</a:t>
            </a:r>
          </a:p>
          <a:p>
            <a:pPr algn="ctr"/>
            <a:r>
              <a:rPr lang="sv-SE" sz="2000" b="1"/>
              <a:t>-10.1 %</a:t>
            </a:r>
          </a:p>
        </p:txBody>
      </p:sp>
      <p:grpSp>
        <p:nvGrpSpPr>
          <p:cNvPr id="3" name="Group 2">
            <a:extLst>
              <a:ext uri="{FF2B5EF4-FFF2-40B4-BE49-F238E27FC236}">
                <a16:creationId xmlns:a16="http://schemas.microsoft.com/office/drawing/2014/main" id="{B843C76A-6B85-4F09-0153-9A7A79E3A1A8}"/>
              </a:ext>
            </a:extLst>
          </p:cNvPr>
          <p:cNvGrpSpPr/>
          <p:nvPr/>
        </p:nvGrpSpPr>
        <p:grpSpPr>
          <a:xfrm>
            <a:off x="169136" y="1404992"/>
            <a:ext cx="8295057" cy="3260138"/>
            <a:chOff x="132663" y="1409567"/>
            <a:chExt cx="8295057" cy="3260138"/>
          </a:xfrm>
        </p:grpSpPr>
        <p:graphicFrame>
          <p:nvGraphicFramePr>
            <p:cNvPr id="17" name="Chart 16">
              <a:extLst>
                <a:ext uri="{FF2B5EF4-FFF2-40B4-BE49-F238E27FC236}">
                  <a16:creationId xmlns:a16="http://schemas.microsoft.com/office/drawing/2014/main" id="{59AB6FFD-F4BC-D0DC-97A6-DAE648C708EE}"/>
                </a:ext>
                <a:ext uri="{147F2762-F138-4A5C-976F-8EAC2B608ADB}">
                  <a16:predDERef xmlns:a16="http://schemas.microsoft.com/office/drawing/2014/main" pred="{137C1727-EABC-4D3D-8F55-80246E8ACE41}"/>
                </a:ext>
              </a:extLst>
            </p:cNvPr>
            <p:cNvGraphicFramePr>
              <a:graphicFrameLocks/>
            </p:cNvGraphicFramePr>
            <p:nvPr>
              <p:extLst>
                <p:ext uri="{D42A27DB-BD31-4B8C-83A1-F6EECF244321}">
                  <p14:modId xmlns:p14="http://schemas.microsoft.com/office/powerpoint/2010/main" val="3307732299"/>
                </p:ext>
              </p:extLst>
            </p:nvPr>
          </p:nvGraphicFramePr>
          <p:xfrm>
            <a:off x="132663" y="1774105"/>
            <a:ext cx="8295057" cy="2895600"/>
          </p:xfrm>
          <a:graphic>
            <a:graphicData uri="http://schemas.openxmlformats.org/drawingml/2006/chart">
              <c:chart xmlns:c="http://schemas.openxmlformats.org/drawingml/2006/chart" xmlns:r="http://schemas.openxmlformats.org/officeDocument/2006/relationships" r:id="rId6"/>
            </a:graphicData>
          </a:graphic>
        </p:graphicFrame>
        <p:sp>
          <p:nvSpPr>
            <p:cNvPr id="37" name="Rectangle: Rounded Corners 36">
              <a:extLst>
                <a:ext uri="{FF2B5EF4-FFF2-40B4-BE49-F238E27FC236}">
                  <a16:creationId xmlns:a16="http://schemas.microsoft.com/office/drawing/2014/main" id="{63CEB008-0619-95E4-C429-9F148D7D18FB}"/>
                </a:ext>
              </a:extLst>
            </p:cNvPr>
            <p:cNvSpPr/>
            <p:nvPr/>
          </p:nvSpPr>
          <p:spPr>
            <a:xfrm>
              <a:off x="3315270" y="1409567"/>
              <a:ext cx="2093712" cy="758372"/>
            </a:xfrm>
            <a:prstGeom prst="round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Price Arbitrage</a:t>
              </a:r>
            </a:p>
          </p:txBody>
        </p:sp>
        <p:sp>
          <p:nvSpPr>
            <p:cNvPr id="41" name="Rectangle: Rounded Corners 40">
              <a:extLst>
                <a:ext uri="{FF2B5EF4-FFF2-40B4-BE49-F238E27FC236}">
                  <a16:creationId xmlns:a16="http://schemas.microsoft.com/office/drawing/2014/main" id="{36E3B4FF-8FB8-AE10-E943-42CE50665966}"/>
                </a:ext>
              </a:extLst>
            </p:cNvPr>
            <p:cNvSpPr/>
            <p:nvPr/>
          </p:nvSpPr>
          <p:spPr>
            <a:xfrm>
              <a:off x="5650310" y="1424214"/>
              <a:ext cx="2099230" cy="758372"/>
            </a:xfrm>
            <a:prstGeom prst="roundRect">
              <a:avLst/>
            </a:prstGeom>
            <a:solidFill>
              <a:srgbClr val="9898F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Peak Shaving</a:t>
              </a:r>
            </a:p>
          </p:txBody>
        </p:sp>
        <p:sp>
          <p:nvSpPr>
            <p:cNvPr id="42" name="Rectangle: Rounded Corners 41">
              <a:extLst>
                <a:ext uri="{FF2B5EF4-FFF2-40B4-BE49-F238E27FC236}">
                  <a16:creationId xmlns:a16="http://schemas.microsoft.com/office/drawing/2014/main" id="{CAD679B2-AAB6-6924-B3AA-121DCBEB373C}"/>
                </a:ext>
              </a:extLst>
            </p:cNvPr>
            <p:cNvSpPr/>
            <p:nvPr/>
          </p:nvSpPr>
          <p:spPr>
            <a:xfrm>
              <a:off x="1038238" y="1415457"/>
              <a:ext cx="2039872" cy="758372"/>
            </a:xfrm>
            <a:prstGeom prst="round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Self Consumption</a:t>
              </a:r>
            </a:p>
          </p:txBody>
        </p:sp>
      </p:grpSp>
    </p:spTree>
    <p:extLst>
      <p:ext uri="{BB962C8B-B14F-4D97-AF65-F5344CB8AC3E}">
        <p14:creationId xmlns:p14="http://schemas.microsoft.com/office/powerpoint/2010/main" val="732224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9" grpId="0" animBg="1"/>
      <p:bldP spid="34" grpId="0" animBg="1"/>
      <p:bldP spid="35" grpId="0" animBg="1"/>
      <p:bldP spid="3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18EB4-F2EA-82C3-FC5F-489DA6B9D703}"/>
            </a:ext>
          </a:extLst>
        </p:cNvPr>
        <p:cNvGrpSpPr/>
        <p:nvPr/>
      </p:nvGrpSpPr>
      <p:grpSpPr>
        <a:xfrm>
          <a:off x="0" y="0"/>
          <a:ext cx="0" cy="0"/>
          <a:chOff x="0" y="0"/>
          <a:chExt cx="0" cy="0"/>
        </a:xfrm>
      </p:grpSpPr>
      <p:pic>
        <p:nvPicPr>
          <p:cNvPr id="27" name="Graphic 26" descr="Dollar with solid fill">
            <a:extLst>
              <a:ext uri="{FF2B5EF4-FFF2-40B4-BE49-F238E27FC236}">
                <a16:creationId xmlns:a16="http://schemas.microsoft.com/office/drawing/2014/main" id="{CFD17280-AA26-8856-5E60-84C5D8D1BC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5211" y="2081643"/>
            <a:ext cx="618163" cy="618163"/>
          </a:xfrm>
          <a:prstGeom prst="rect">
            <a:avLst/>
          </a:prstGeom>
        </p:spPr>
      </p:pic>
      <p:pic>
        <p:nvPicPr>
          <p:cNvPr id="28" name="Graphic 27" descr="Dollar with solid fill">
            <a:extLst>
              <a:ext uri="{FF2B5EF4-FFF2-40B4-BE49-F238E27FC236}">
                <a16:creationId xmlns:a16="http://schemas.microsoft.com/office/drawing/2014/main" id="{37F4BEEF-3A7E-3D49-BE95-22EEF84DFAE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9167" y="4084532"/>
            <a:ext cx="618163" cy="618163"/>
          </a:xfrm>
          <a:prstGeom prst="rect">
            <a:avLst/>
          </a:prstGeom>
        </p:spPr>
      </p:pic>
      <p:sp>
        <p:nvSpPr>
          <p:cNvPr id="4" name="Rectangle: Rounded Corners 3">
            <a:extLst>
              <a:ext uri="{FF2B5EF4-FFF2-40B4-BE49-F238E27FC236}">
                <a16:creationId xmlns:a16="http://schemas.microsoft.com/office/drawing/2014/main" id="{D0836C7D-C755-B666-F20E-24147C5214BC}"/>
              </a:ext>
            </a:extLst>
          </p:cNvPr>
          <p:cNvSpPr/>
          <p:nvPr/>
        </p:nvSpPr>
        <p:spPr>
          <a:xfrm>
            <a:off x="8092440" y="147380"/>
            <a:ext cx="4988560" cy="845423"/>
          </a:xfrm>
          <a:prstGeom prst="roundRect">
            <a:avLst/>
          </a:prstGeom>
          <a:solidFill>
            <a:srgbClr val="0029ED"/>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de-DE" sz="3600" b="1"/>
              <a:t>  EV</a:t>
            </a:r>
          </a:p>
        </p:txBody>
      </p:sp>
      <p:sp>
        <p:nvSpPr>
          <p:cNvPr id="2" name="Slide Number Placeholder 1">
            <a:extLst>
              <a:ext uri="{FF2B5EF4-FFF2-40B4-BE49-F238E27FC236}">
                <a16:creationId xmlns:a16="http://schemas.microsoft.com/office/drawing/2014/main" id="{3CA0379A-4F74-7E1C-5B6F-5D10CE7F4600}"/>
              </a:ext>
            </a:extLst>
          </p:cNvPr>
          <p:cNvSpPr>
            <a:spLocks noGrp="1"/>
          </p:cNvSpPr>
          <p:nvPr>
            <p:ph type="sldNum" sz="quarter" idx="12"/>
          </p:nvPr>
        </p:nvSpPr>
        <p:spPr/>
        <p:txBody>
          <a:bodyPr/>
          <a:lstStyle/>
          <a:p>
            <a:fld id="{B716C8F4-20CD-364A-8A8E-DE130115B178}" type="slidenum">
              <a:rPr lang="sv-SE" smtClean="0"/>
              <a:t>7</a:t>
            </a:fld>
            <a:endParaRPr lang="sv-SE"/>
          </a:p>
        </p:txBody>
      </p:sp>
      <p:sp>
        <p:nvSpPr>
          <p:cNvPr id="160" name="Title 1">
            <a:extLst>
              <a:ext uri="{FF2B5EF4-FFF2-40B4-BE49-F238E27FC236}">
                <a16:creationId xmlns:a16="http://schemas.microsoft.com/office/drawing/2014/main" id="{3C3AC5B3-DB32-9CEF-53AE-C10E86942215}"/>
              </a:ext>
            </a:extLst>
          </p:cNvPr>
          <p:cNvSpPr>
            <a:spLocks noGrp="1"/>
          </p:cNvSpPr>
          <p:nvPr>
            <p:ph type="title"/>
          </p:nvPr>
        </p:nvSpPr>
        <p:spPr>
          <a:xfrm>
            <a:off x="2778356" y="289897"/>
            <a:ext cx="9413644" cy="568412"/>
          </a:xfrm>
        </p:spPr>
        <p:txBody>
          <a:bodyPr/>
          <a:lstStyle/>
          <a:p>
            <a:r>
              <a:rPr lang="de-DE" err="1"/>
              <a:t>Optimising</a:t>
            </a:r>
            <a:r>
              <a:rPr lang="de-DE"/>
              <a:t> House 1001:</a:t>
            </a:r>
          </a:p>
        </p:txBody>
      </p:sp>
      <p:pic>
        <p:nvPicPr>
          <p:cNvPr id="3" name="Graphic 2" descr="Electric car with solid fill">
            <a:extLst>
              <a:ext uri="{FF2B5EF4-FFF2-40B4-BE49-F238E27FC236}">
                <a16:creationId xmlns:a16="http://schemas.microsoft.com/office/drawing/2014/main" id="{D4F19E0D-23D1-2298-56A4-C54026FD12A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173952" y="8028"/>
            <a:ext cx="1124126" cy="1124126"/>
          </a:xfrm>
          <a:prstGeom prst="rect">
            <a:avLst/>
          </a:prstGeom>
        </p:spPr>
      </p:pic>
      <p:sp>
        <p:nvSpPr>
          <p:cNvPr id="5" name="Rectangle: Rounded Corners 32">
            <a:extLst>
              <a:ext uri="{FF2B5EF4-FFF2-40B4-BE49-F238E27FC236}">
                <a16:creationId xmlns:a16="http://schemas.microsoft.com/office/drawing/2014/main" id="{3259D922-28C5-5D1A-CD42-0B2F830F7957}"/>
              </a:ext>
            </a:extLst>
          </p:cNvPr>
          <p:cNvSpPr/>
          <p:nvPr/>
        </p:nvSpPr>
        <p:spPr>
          <a:xfrm>
            <a:off x="384150" y="5201924"/>
            <a:ext cx="2387911" cy="758372"/>
          </a:xfrm>
          <a:prstGeom prst="round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Price Arbitrage</a:t>
            </a:r>
          </a:p>
        </p:txBody>
      </p:sp>
      <p:pic>
        <p:nvPicPr>
          <p:cNvPr id="6" name="Graphic 5" descr="Open hand with plant with solid fill">
            <a:extLst>
              <a:ext uri="{FF2B5EF4-FFF2-40B4-BE49-F238E27FC236}">
                <a16:creationId xmlns:a16="http://schemas.microsoft.com/office/drawing/2014/main" id="{C83466BD-E48E-211E-D767-F0D66957AC9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145254" y="5954299"/>
            <a:ext cx="527551" cy="527551"/>
          </a:xfrm>
          <a:prstGeom prst="rect">
            <a:avLst/>
          </a:prstGeom>
        </p:spPr>
      </p:pic>
      <p:sp>
        <p:nvSpPr>
          <p:cNvPr id="11" name="Rectangle: Rounded Corners 84">
            <a:extLst>
              <a:ext uri="{FF2B5EF4-FFF2-40B4-BE49-F238E27FC236}">
                <a16:creationId xmlns:a16="http://schemas.microsoft.com/office/drawing/2014/main" id="{FF1BF3B1-7B2D-B910-6539-8174DB08BCD6}"/>
              </a:ext>
            </a:extLst>
          </p:cNvPr>
          <p:cNvSpPr/>
          <p:nvPr/>
        </p:nvSpPr>
        <p:spPr>
          <a:xfrm>
            <a:off x="384150" y="1334921"/>
            <a:ext cx="2394206" cy="758372"/>
          </a:xfrm>
          <a:prstGeom prst="roundRect">
            <a:avLst/>
          </a:prstGeom>
          <a:solidFill>
            <a:srgbClr val="9898F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Peak Shaving</a:t>
            </a:r>
          </a:p>
        </p:txBody>
      </p:sp>
      <p:pic>
        <p:nvPicPr>
          <p:cNvPr id="12" name="Graphic 11" descr="Open hand with plant with solid fill">
            <a:extLst>
              <a:ext uri="{FF2B5EF4-FFF2-40B4-BE49-F238E27FC236}">
                <a16:creationId xmlns:a16="http://schemas.microsoft.com/office/drawing/2014/main" id="{6A089E1C-0FF1-4CAC-41FC-BDEA54585AB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168744" y="2097285"/>
            <a:ext cx="527551" cy="527551"/>
          </a:xfrm>
          <a:prstGeom prst="rect">
            <a:avLst/>
          </a:prstGeom>
        </p:spPr>
      </p:pic>
      <p:sp>
        <p:nvSpPr>
          <p:cNvPr id="17" name="Rectangle: Rounded Corners 106">
            <a:extLst>
              <a:ext uri="{FF2B5EF4-FFF2-40B4-BE49-F238E27FC236}">
                <a16:creationId xmlns:a16="http://schemas.microsoft.com/office/drawing/2014/main" id="{68EDF531-86C0-DF7B-7C05-2615371E913C}"/>
              </a:ext>
            </a:extLst>
          </p:cNvPr>
          <p:cNvSpPr/>
          <p:nvPr/>
        </p:nvSpPr>
        <p:spPr>
          <a:xfrm>
            <a:off x="384150" y="3337810"/>
            <a:ext cx="2326508" cy="758372"/>
          </a:xfrm>
          <a:prstGeom prst="round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Self Consumption</a:t>
            </a:r>
          </a:p>
        </p:txBody>
      </p:sp>
      <p:pic>
        <p:nvPicPr>
          <p:cNvPr id="18" name="Graphic 17" descr="Open hand with plant with solid fill">
            <a:extLst>
              <a:ext uri="{FF2B5EF4-FFF2-40B4-BE49-F238E27FC236}">
                <a16:creationId xmlns:a16="http://schemas.microsoft.com/office/drawing/2014/main" id="{595661FB-86DD-30E7-6A2E-CE142DABC54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145865" y="4090770"/>
            <a:ext cx="527551" cy="527551"/>
          </a:xfrm>
          <a:prstGeom prst="rect">
            <a:avLst/>
          </a:prstGeom>
        </p:spPr>
      </p:pic>
      <p:sp>
        <p:nvSpPr>
          <p:cNvPr id="23" name="Oval 22">
            <a:extLst>
              <a:ext uri="{FF2B5EF4-FFF2-40B4-BE49-F238E27FC236}">
                <a16:creationId xmlns:a16="http://schemas.microsoft.com/office/drawing/2014/main" id="{A919F197-AB9B-EFA1-19FB-D0D8D30E9C10}"/>
              </a:ext>
            </a:extLst>
          </p:cNvPr>
          <p:cNvSpPr/>
          <p:nvPr/>
        </p:nvSpPr>
        <p:spPr>
          <a:xfrm>
            <a:off x="2491691" y="1032726"/>
            <a:ext cx="594360" cy="5943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b="1">
                <a:solidFill>
                  <a:sysClr val="windowText" lastClr="000000"/>
                </a:solidFill>
              </a:rPr>
              <a:t>1.</a:t>
            </a:r>
          </a:p>
        </p:txBody>
      </p:sp>
      <p:sp>
        <p:nvSpPr>
          <p:cNvPr id="24" name="Oval 23">
            <a:extLst>
              <a:ext uri="{FF2B5EF4-FFF2-40B4-BE49-F238E27FC236}">
                <a16:creationId xmlns:a16="http://schemas.microsoft.com/office/drawing/2014/main" id="{8E4CC2AC-08C4-6C75-C921-1C26E8438CE8}"/>
              </a:ext>
            </a:extLst>
          </p:cNvPr>
          <p:cNvSpPr/>
          <p:nvPr/>
        </p:nvSpPr>
        <p:spPr>
          <a:xfrm>
            <a:off x="2491691" y="2993471"/>
            <a:ext cx="594360" cy="5943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b="1">
                <a:solidFill>
                  <a:sysClr val="windowText" lastClr="000000"/>
                </a:solidFill>
              </a:rPr>
              <a:t>2.</a:t>
            </a:r>
          </a:p>
        </p:txBody>
      </p:sp>
      <p:sp>
        <p:nvSpPr>
          <p:cNvPr id="25" name="Oval 24">
            <a:extLst>
              <a:ext uri="{FF2B5EF4-FFF2-40B4-BE49-F238E27FC236}">
                <a16:creationId xmlns:a16="http://schemas.microsoft.com/office/drawing/2014/main" id="{54E263A7-6B79-29F0-57F7-307990B02BD4}"/>
              </a:ext>
            </a:extLst>
          </p:cNvPr>
          <p:cNvSpPr/>
          <p:nvPr/>
        </p:nvSpPr>
        <p:spPr>
          <a:xfrm>
            <a:off x="2491691" y="4975541"/>
            <a:ext cx="594360" cy="5943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b="1">
                <a:solidFill>
                  <a:sysClr val="windowText" lastClr="000000"/>
                </a:solidFill>
              </a:rPr>
              <a:t>3.</a:t>
            </a:r>
          </a:p>
        </p:txBody>
      </p:sp>
      <p:pic>
        <p:nvPicPr>
          <p:cNvPr id="30" name="Graphic 29" descr="Badge Follow with solid fill">
            <a:extLst>
              <a:ext uri="{FF2B5EF4-FFF2-40B4-BE49-F238E27FC236}">
                <a16:creationId xmlns:a16="http://schemas.microsoft.com/office/drawing/2014/main" id="{31B7575B-5A3E-5E39-9F9C-501BC55019B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415140" y="4436760"/>
            <a:ext cx="457200" cy="457200"/>
          </a:xfrm>
          <a:prstGeom prst="rect">
            <a:avLst/>
          </a:prstGeom>
        </p:spPr>
      </p:pic>
      <p:pic>
        <p:nvPicPr>
          <p:cNvPr id="21" name="Graphic 20" descr="Arrow Up with solid fill">
            <a:extLst>
              <a:ext uri="{FF2B5EF4-FFF2-40B4-BE49-F238E27FC236}">
                <a16:creationId xmlns:a16="http://schemas.microsoft.com/office/drawing/2014/main" id="{6DD55B54-942A-9644-9B56-AD1578C7D35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0800000">
            <a:off x="1352806" y="5973521"/>
            <a:ext cx="568412" cy="568412"/>
          </a:xfrm>
          <a:prstGeom prst="rect">
            <a:avLst/>
          </a:prstGeom>
        </p:spPr>
      </p:pic>
      <p:pic>
        <p:nvPicPr>
          <p:cNvPr id="29" name="Graphic 28" descr="Badge Unfollow with solid fill">
            <a:extLst>
              <a:ext uri="{FF2B5EF4-FFF2-40B4-BE49-F238E27FC236}">
                <a16:creationId xmlns:a16="http://schemas.microsoft.com/office/drawing/2014/main" id="{E909B460-6C0F-2DD1-295D-FE060DA499B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421978" y="6302928"/>
            <a:ext cx="457200" cy="457200"/>
          </a:xfrm>
          <a:prstGeom prst="rect">
            <a:avLst/>
          </a:prstGeom>
        </p:spPr>
      </p:pic>
      <p:pic>
        <p:nvPicPr>
          <p:cNvPr id="35" name="Graphic 34" descr="Badge Follow with solid fill">
            <a:extLst>
              <a:ext uri="{FF2B5EF4-FFF2-40B4-BE49-F238E27FC236}">
                <a16:creationId xmlns:a16="http://schemas.microsoft.com/office/drawing/2014/main" id="{1CAD5CFB-030C-15D4-BF73-22FCD99E44C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7741" y="4424955"/>
            <a:ext cx="457200" cy="457200"/>
          </a:xfrm>
          <a:prstGeom prst="rect">
            <a:avLst/>
          </a:prstGeom>
        </p:spPr>
      </p:pic>
      <p:pic>
        <p:nvPicPr>
          <p:cNvPr id="36" name="Graphic 35" descr="Badge Unfollow with solid fill">
            <a:extLst>
              <a:ext uri="{FF2B5EF4-FFF2-40B4-BE49-F238E27FC236}">
                <a16:creationId xmlns:a16="http://schemas.microsoft.com/office/drawing/2014/main" id="{26D9447F-DD63-CBB2-7E90-D0136A1ED1F7}"/>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597633" y="4427985"/>
            <a:ext cx="457200" cy="457200"/>
          </a:xfrm>
          <a:prstGeom prst="rect">
            <a:avLst/>
          </a:prstGeom>
        </p:spPr>
      </p:pic>
      <p:grpSp>
        <p:nvGrpSpPr>
          <p:cNvPr id="38" name="Group 37">
            <a:extLst>
              <a:ext uri="{FF2B5EF4-FFF2-40B4-BE49-F238E27FC236}">
                <a16:creationId xmlns:a16="http://schemas.microsoft.com/office/drawing/2014/main" id="{AF350D25-8956-397D-D28E-6F2258B4FDBD}"/>
              </a:ext>
            </a:extLst>
          </p:cNvPr>
          <p:cNvGrpSpPr/>
          <p:nvPr/>
        </p:nvGrpSpPr>
        <p:grpSpPr>
          <a:xfrm>
            <a:off x="519814" y="6056235"/>
            <a:ext cx="618384" cy="485689"/>
            <a:chOff x="1893941" y="3735778"/>
            <a:chExt cx="1207463" cy="1003939"/>
          </a:xfrm>
        </p:grpSpPr>
        <p:sp>
          <p:nvSpPr>
            <p:cNvPr id="39" name="Freeform: Shape 54">
              <a:extLst>
                <a:ext uri="{FF2B5EF4-FFF2-40B4-BE49-F238E27FC236}">
                  <a16:creationId xmlns:a16="http://schemas.microsoft.com/office/drawing/2014/main" id="{94FF589A-4E38-68BF-C2D0-D65A62CF6B68}"/>
                </a:ext>
              </a:extLst>
            </p:cNvPr>
            <p:cNvSpPr/>
            <p:nvPr/>
          </p:nvSpPr>
          <p:spPr>
            <a:xfrm>
              <a:off x="2360769" y="3935506"/>
              <a:ext cx="273809" cy="153959"/>
            </a:xfrm>
            <a:custGeom>
              <a:avLst/>
              <a:gdLst>
                <a:gd name="connsiteX0" fmla="*/ 0 w 363088"/>
                <a:gd name="connsiteY0" fmla="*/ 204160 h 204160"/>
                <a:gd name="connsiteX1" fmla="*/ 363088 w 363088"/>
                <a:gd name="connsiteY1" fmla="*/ 204160 h 204160"/>
                <a:gd name="connsiteX2" fmla="*/ 336905 w 363088"/>
                <a:gd name="connsiteY2" fmla="*/ 0 h 204160"/>
                <a:gd name="connsiteX3" fmla="*/ 26184 w 363088"/>
                <a:gd name="connsiteY3" fmla="*/ 0 h 204160"/>
                <a:gd name="connsiteX4" fmla="*/ 0 w 363088"/>
                <a:gd name="connsiteY4" fmla="*/ 204160 h 204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88" h="204160">
                  <a:moveTo>
                    <a:pt x="0" y="204160"/>
                  </a:moveTo>
                  <a:lnTo>
                    <a:pt x="363088" y="204160"/>
                  </a:lnTo>
                  <a:lnTo>
                    <a:pt x="336905" y="0"/>
                  </a:lnTo>
                  <a:lnTo>
                    <a:pt x="26184" y="0"/>
                  </a:lnTo>
                  <a:lnTo>
                    <a:pt x="0" y="204160"/>
                  </a:lnTo>
                  <a:close/>
                </a:path>
              </a:pathLst>
            </a:custGeom>
            <a:solidFill>
              <a:srgbClr val="0029ED"/>
            </a:solidFill>
            <a:ln w="21233" cap="flat">
              <a:noFill/>
              <a:prstDash val="solid"/>
              <a:miter/>
            </a:ln>
          </p:spPr>
          <p:txBody>
            <a:bodyPr rtlCol="0" anchor="ctr"/>
            <a:lstStyle/>
            <a:p>
              <a:endParaRPr lang="sv-SE"/>
            </a:p>
          </p:txBody>
        </p:sp>
        <p:sp>
          <p:nvSpPr>
            <p:cNvPr id="40" name="Freeform: Shape 55">
              <a:extLst>
                <a:ext uri="{FF2B5EF4-FFF2-40B4-BE49-F238E27FC236}">
                  <a16:creationId xmlns:a16="http://schemas.microsoft.com/office/drawing/2014/main" id="{3A9A6641-C92F-A222-B6A2-201B57DD9D70}"/>
                </a:ext>
              </a:extLst>
            </p:cNvPr>
            <p:cNvSpPr/>
            <p:nvPr/>
          </p:nvSpPr>
          <p:spPr>
            <a:xfrm>
              <a:off x="2653794" y="3735778"/>
              <a:ext cx="244519" cy="135671"/>
            </a:xfrm>
            <a:custGeom>
              <a:avLst/>
              <a:gdLst>
                <a:gd name="connsiteX0" fmla="*/ 23062 w 324248"/>
                <a:gd name="connsiteY0" fmla="*/ 179909 h 179908"/>
                <a:gd name="connsiteX1" fmla="*/ 324248 w 324248"/>
                <a:gd name="connsiteY1" fmla="*/ 179909 h 179908"/>
                <a:gd name="connsiteX2" fmla="*/ 243297 w 324248"/>
                <a:gd name="connsiteY2" fmla="*/ 0 h 179908"/>
                <a:gd name="connsiteX3" fmla="*/ 0 w 324248"/>
                <a:gd name="connsiteY3" fmla="*/ 0 h 179908"/>
                <a:gd name="connsiteX4" fmla="*/ 23062 w 324248"/>
                <a:gd name="connsiteY4" fmla="*/ 179909 h 179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48" h="179908">
                  <a:moveTo>
                    <a:pt x="23062" y="179909"/>
                  </a:moveTo>
                  <a:lnTo>
                    <a:pt x="324248" y="179909"/>
                  </a:lnTo>
                  <a:lnTo>
                    <a:pt x="243297" y="0"/>
                  </a:lnTo>
                  <a:lnTo>
                    <a:pt x="0" y="0"/>
                  </a:lnTo>
                  <a:lnTo>
                    <a:pt x="23062" y="179909"/>
                  </a:lnTo>
                  <a:close/>
                </a:path>
              </a:pathLst>
            </a:custGeom>
            <a:solidFill>
              <a:srgbClr val="0029ED"/>
            </a:solidFill>
            <a:ln w="21233" cap="flat">
              <a:noFill/>
              <a:prstDash val="solid"/>
              <a:miter/>
            </a:ln>
          </p:spPr>
          <p:txBody>
            <a:bodyPr rtlCol="0" anchor="ctr"/>
            <a:lstStyle/>
            <a:p>
              <a:endParaRPr lang="sv-SE"/>
            </a:p>
          </p:txBody>
        </p:sp>
        <p:sp>
          <p:nvSpPr>
            <p:cNvPr id="41" name="Freeform: Shape 56">
              <a:extLst>
                <a:ext uri="{FF2B5EF4-FFF2-40B4-BE49-F238E27FC236}">
                  <a16:creationId xmlns:a16="http://schemas.microsoft.com/office/drawing/2014/main" id="{8F54086D-4CA0-087C-7FA5-08763C9FAC02}"/>
                </a:ext>
              </a:extLst>
            </p:cNvPr>
            <p:cNvSpPr/>
            <p:nvPr/>
          </p:nvSpPr>
          <p:spPr>
            <a:xfrm>
              <a:off x="2679401" y="3935506"/>
              <a:ext cx="317030" cy="153959"/>
            </a:xfrm>
            <a:custGeom>
              <a:avLst/>
              <a:gdLst>
                <a:gd name="connsiteX0" fmla="*/ 26184 w 420403"/>
                <a:gd name="connsiteY0" fmla="*/ 204160 h 204160"/>
                <a:gd name="connsiteX1" fmla="*/ 420403 w 420403"/>
                <a:gd name="connsiteY1" fmla="*/ 204160 h 204160"/>
                <a:gd name="connsiteX2" fmla="*/ 328538 w 420403"/>
                <a:gd name="connsiteY2" fmla="*/ 0 h 204160"/>
                <a:gd name="connsiteX3" fmla="*/ 0 w 420403"/>
                <a:gd name="connsiteY3" fmla="*/ 0 h 204160"/>
                <a:gd name="connsiteX4" fmla="*/ 26184 w 420403"/>
                <a:gd name="connsiteY4" fmla="*/ 204160 h 204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403" h="204160">
                  <a:moveTo>
                    <a:pt x="26184" y="204160"/>
                  </a:moveTo>
                  <a:lnTo>
                    <a:pt x="420403" y="204160"/>
                  </a:lnTo>
                  <a:lnTo>
                    <a:pt x="328538" y="0"/>
                  </a:lnTo>
                  <a:lnTo>
                    <a:pt x="0" y="0"/>
                  </a:lnTo>
                  <a:lnTo>
                    <a:pt x="26184" y="204160"/>
                  </a:lnTo>
                  <a:close/>
                </a:path>
              </a:pathLst>
            </a:custGeom>
            <a:solidFill>
              <a:srgbClr val="0029ED"/>
            </a:solidFill>
            <a:ln w="21233" cap="flat">
              <a:noFill/>
              <a:prstDash val="solid"/>
              <a:miter/>
            </a:ln>
          </p:spPr>
          <p:txBody>
            <a:bodyPr rtlCol="0" anchor="ctr"/>
            <a:lstStyle/>
            <a:p>
              <a:endParaRPr lang="sv-SE"/>
            </a:p>
          </p:txBody>
        </p:sp>
        <p:sp>
          <p:nvSpPr>
            <p:cNvPr id="42" name="Freeform: Shape 57">
              <a:extLst>
                <a:ext uri="{FF2B5EF4-FFF2-40B4-BE49-F238E27FC236}">
                  <a16:creationId xmlns:a16="http://schemas.microsoft.com/office/drawing/2014/main" id="{73FB2E6E-F251-666B-C0A0-C6E65780CF30}"/>
                </a:ext>
              </a:extLst>
            </p:cNvPr>
            <p:cNvSpPr/>
            <p:nvPr/>
          </p:nvSpPr>
          <p:spPr>
            <a:xfrm>
              <a:off x="2707361" y="4153521"/>
              <a:ext cx="394043" cy="170725"/>
            </a:xfrm>
            <a:custGeom>
              <a:avLst/>
              <a:gdLst>
                <a:gd name="connsiteX0" fmla="*/ 0 w 522526"/>
                <a:gd name="connsiteY0" fmla="*/ 0 h 226393"/>
                <a:gd name="connsiteX1" fmla="*/ 29008 w 522526"/>
                <a:gd name="connsiteY1" fmla="*/ 226394 h 226393"/>
                <a:gd name="connsiteX2" fmla="*/ 522505 w 522526"/>
                <a:gd name="connsiteY2" fmla="*/ 226394 h 226393"/>
                <a:gd name="connsiteX3" fmla="*/ 522505 w 522526"/>
                <a:gd name="connsiteY3" fmla="*/ 224377 h 226393"/>
                <a:gd name="connsiteX4" fmla="*/ 522526 w 522526"/>
                <a:gd name="connsiteY4" fmla="*/ 224377 h 226393"/>
                <a:gd name="connsiteX5" fmla="*/ 421550 w 522526"/>
                <a:gd name="connsiteY5" fmla="*/ 0 h 226393"/>
                <a:gd name="connsiteX6" fmla="*/ 0 w 522526"/>
                <a:gd name="connsiteY6" fmla="*/ 0 h 22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2526" h="226393">
                  <a:moveTo>
                    <a:pt x="0" y="0"/>
                  </a:moveTo>
                  <a:lnTo>
                    <a:pt x="29008" y="226394"/>
                  </a:lnTo>
                  <a:lnTo>
                    <a:pt x="522505" y="226394"/>
                  </a:lnTo>
                  <a:lnTo>
                    <a:pt x="522505" y="224377"/>
                  </a:lnTo>
                  <a:lnTo>
                    <a:pt x="522526" y="224377"/>
                  </a:lnTo>
                  <a:lnTo>
                    <a:pt x="421550" y="0"/>
                  </a:lnTo>
                  <a:lnTo>
                    <a:pt x="0" y="0"/>
                  </a:lnTo>
                  <a:close/>
                </a:path>
              </a:pathLst>
            </a:custGeom>
            <a:solidFill>
              <a:srgbClr val="0029ED"/>
            </a:solidFill>
            <a:ln w="21233" cap="flat">
              <a:noFill/>
              <a:prstDash val="solid"/>
              <a:miter/>
            </a:ln>
          </p:spPr>
          <p:txBody>
            <a:bodyPr rtlCol="0" anchor="ctr"/>
            <a:lstStyle/>
            <a:p>
              <a:endParaRPr lang="sv-SE"/>
            </a:p>
          </p:txBody>
        </p:sp>
        <p:sp>
          <p:nvSpPr>
            <p:cNvPr id="43" name="Freeform: Shape 58">
              <a:extLst>
                <a:ext uri="{FF2B5EF4-FFF2-40B4-BE49-F238E27FC236}">
                  <a16:creationId xmlns:a16="http://schemas.microsoft.com/office/drawing/2014/main" id="{DB909AA2-C7A7-7E1A-5F0B-3C3588247514}"/>
                </a:ext>
              </a:extLst>
            </p:cNvPr>
            <p:cNvSpPr/>
            <p:nvPr/>
          </p:nvSpPr>
          <p:spPr>
            <a:xfrm>
              <a:off x="2388713" y="3735778"/>
              <a:ext cx="217903" cy="135671"/>
            </a:xfrm>
            <a:custGeom>
              <a:avLst/>
              <a:gdLst>
                <a:gd name="connsiteX0" fmla="*/ 0 w 288954"/>
                <a:gd name="connsiteY0" fmla="*/ 179909 h 179908"/>
                <a:gd name="connsiteX1" fmla="*/ 288954 w 288954"/>
                <a:gd name="connsiteY1" fmla="*/ 179909 h 179908"/>
                <a:gd name="connsiteX2" fmla="*/ 265892 w 288954"/>
                <a:gd name="connsiteY2" fmla="*/ 0 h 179908"/>
                <a:gd name="connsiteX3" fmla="*/ 23062 w 288954"/>
                <a:gd name="connsiteY3" fmla="*/ 0 h 179908"/>
                <a:gd name="connsiteX4" fmla="*/ 0 w 288954"/>
                <a:gd name="connsiteY4" fmla="*/ 179909 h 179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954" h="179908">
                  <a:moveTo>
                    <a:pt x="0" y="179909"/>
                  </a:moveTo>
                  <a:lnTo>
                    <a:pt x="288954" y="179909"/>
                  </a:lnTo>
                  <a:lnTo>
                    <a:pt x="265892" y="0"/>
                  </a:lnTo>
                  <a:lnTo>
                    <a:pt x="23062" y="0"/>
                  </a:lnTo>
                  <a:lnTo>
                    <a:pt x="0" y="179909"/>
                  </a:lnTo>
                  <a:close/>
                </a:path>
              </a:pathLst>
            </a:custGeom>
            <a:solidFill>
              <a:srgbClr val="0029ED"/>
            </a:solidFill>
            <a:ln w="21233" cap="flat">
              <a:noFill/>
              <a:prstDash val="solid"/>
              <a:miter/>
            </a:ln>
          </p:spPr>
          <p:txBody>
            <a:bodyPr rtlCol="0" anchor="ctr"/>
            <a:lstStyle/>
            <a:p>
              <a:endParaRPr lang="sv-SE"/>
            </a:p>
          </p:txBody>
        </p:sp>
        <p:sp>
          <p:nvSpPr>
            <p:cNvPr id="44" name="Freeform: Shape 59">
              <a:extLst>
                <a:ext uri="{FF2B5EF4-FFF2-40B4-BE49-F238E27FC236}">
                  <a16:creationId xmlns:a16="http://schemas.microsoft.com/office/drawing/2014/main" id="{64014138-037F-5C4D-A9AC-F20E788643C6}"/>
                </a:ext>
              </a:extLst>
            </p:cNvPr>
            <p:cNvSpPr/>
            <p:nvPr/>
          </p:nvSpPr>
          <p:spPr>
            <a:xfrm>
              <a:off x="1893941" y="4388304"/>
              <a:ext cx="1207445" cy="351413"/>
            </a:xfrm>
            <a:custGeom>
              <a:avLst/>
              <a:gdLst>
                <a:gd name="connsiteX0" fmla="*/ 1601152 w 1601151"/>
                <a:gd name="connsiteY0" fmla="*/ 135441 h 465996"/>
                <a:gd name="connsiteX1" fmla="*/ 1601152 w 1601151"/>
                <a:gd name="connsiteY1" fmla="*/ 0 h 465996"/>
                <a:gd name="connsiteX2" fmla="*/ 0 w 1601151"/>
                <a:gd name="connsiteY2" fmla="*/ 0 h 465996"/>
                <a:gd name="connsiteX3" fmla="*/ 0 w 1601151"/>
                <a:gd name="connsiteY3" fmla="*/ 135441 h 465996"/>
                <a:gd name="connsiteX4" fmla="*/ 736879 w 1601151"/>
                <a:gd name="connsiteY4" fmla="*/ 135441 h 465996"/>
                <a:gd name="connsiteX5" fmla="*/ 736879 w 1601151"/>
                <a:gd name="connsiteY5" fmla="*/ 338582 h 465996"/>
                <a:gd name="connsiteX6" fmla="*/ 511484 w 1601151"/>
                <a:gd name="connsiteY6" fmla="*/ 338582 h 465996"/>
                <a:gd name="connsiteX7" fmla="*/ 511484 w 1601151"/>
                <a:gd name="connsiteY7" fmla="*/ 465997 h 465996"/>
                <a:gd name="connsiteX8" fmla="*/ 1089669 w 1601151"/>
                <a:gd name="connsiteY8" fmla="*/ 465997 h 465996"/>
                <a:gd name="connsiteX9" fmla="*/ 1089669 w 1601151"/>
                <a:gd name="connsiteY9" fmla="*/ 338582 h 465996"/>
                <a:gd name="connsiteX10" fmla="*/ 864294 w 1601151"/>
                <a:gd name="connsiteY10" fmla="*/ 338582 h 465996"/>
                <a:gd name="connsiteX11" fmla="*/ 864294 w 1601151"/>
                <a:gd name="connsiteY11" fmla="*/ 135441 h 465996"/>
                <a:gd name="connsiteX12" fmla="*/ 1601152 w 1601151"/>
                <a:gd name="connsiteY12" fmla="*/ 135441 h 46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1151" h="465996">
                  <a:moveTo>
                    <a:pt x="1601152" y="135441"/>
                  </a:moveTo>
                  <a:lnTo>
                    <a:pt x="1601152" y="0"/>
                  </a:lnTo>
                  <a:lnTo>
                    <a:pt x="0" y="0"/>
                  </a:lnTo>
                  <a:lnTo>
                    <a:pt x="0" y="135441"/>
                  </a:lnTo>
                  <a:lnTo>
                    <a:pt x="736879" y="135441"/>
                  </a:lnTo>
                  <a:lnTo>
                    <a:pt x="736879" y="338582"/>
                  </a:lnTo>
                  <a:lnTo>
                    <a:pt x="511484" y="338582"/>
                  </a:lnTo>
                  <a:lnTo>
                    <a:pt x="511484" y="465997"/>
                  </a:lnTo>
                  <a:lnTo>
                    <a:pt x="1089669" y="465997"/>
                  </a:lnTo>
                  <a:lnTo>
                    <a:pt x="1089669" y="338582"/>
                  </a:lnTo>
                  <a:lnTo>
                    <a:pt x="864294" y="338582"/>
                  </a:lnTo>
                  <a:lnTo>
                    <a:pt x="864294" y="135441"/>
                  </a:lnTo>
                  <a:lnTo>
                    <a:pt x="1601152" y="135441"/>
                  </a:lnTo>
                  <a:close/>
                </a:path>
              </a:pathLst>
            </a:custGeom>
            <a:solidFill>
              <a:srgbClr val="0029ED"/>
            </a:solidFill>
            <a:ln w="21233" cap="flat">
              <a:noFill/>
              <a:prstDash val="solid"/>
              <a:miter/>
            </a:ln>
          </p:spPr>
          <p:txBody>
            <a:bodyPr rtlCol="0" anchor="ctr"/>
            <a:lstStyle/>
            <a:p>
              <a:endParaRPr lang="sv-SE"/>
            </a:p>
          </p:txBody>
        </p:sp>
        <p:sp>
          <p:nvSpPr>
            <p:cNvPr id="45" name="Freeform: Shape 60">
              <a:extLst>
                <a:ext uri="{FF2B5EF4-FFF2-40B4-BE49-F238E27FC236}">
                  <a16:creationId xmlns:a16="http://schemas.microsoft.com/office/drawing/2014/main" id="{592F9958-C6E2-A9F5-C2B4-43E5D47022B0}"/>
                </a:ext>
              </a:extLst>
            </p:cNvPr>
            <p:cNvSpPr/>
            <p:nvPr/>
          </p:nvSpPr>
          <p:spPr>
            <a:xfrm>
              <a:off x="1998931" y="3935506"/>
              <a:ext cx="317015" cy="153959"/>
            </a:xfrm>
            <a:custGeom>
              <a:avLst/>
              <a:gdLst>
                <a:gd name="connsiteX0" fmla="*/ 394199 w 420382"/>
                <a:gd name="connsiteY0" fmla="*/ 204160 h 204160"/>
                <a:gd name="connsiteX1" fmla="*/ 420382 w 420382"/>
                <a:gd name="connsiteY1" fmla="*/ 0 h 204160"/>
                <a:gd name="connsiteX2" fmla="*/ 91866 w 420382"/>
                <a:gd name="connsiteY2" fmla="*/ 0 h 204160"/>
                <a:gd name="connsiteX3" fmla="*/ 0 w 420382"/>
                <a:gd name="connsiteY3" fmla="*/ 204160 h 204160"/>
                <a:gd name="connsiteX4" fmla="*/ 394199 w 420382"/>
                <a:gd name="connsiteY4" fmla="*/ 204160 h 204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82" h="204160">
                  <a:moveTo>
                    <a:pt x="394199" y="204160"/>
                  </a:moveTo>
                  <a:lnTo>
                    <a:pt x="420382" y="0"/>
                  </a:lnTo>
                  <a:lnTo>
                    <a:pt x="91866" y="0"/>
                  </a:lnTo>
                  <a:lnTo>
                    <a:pt x="0" y="204160"/>
                  </a:lnTo>
                  <a:lnTo>
                    <a:pt x="394199" y="204160"/>
                  </a:lnTo>
                  <a:close/>
                </a:path>
              </a:pathLst>
            </a:custGeom>
            <a:solidFill>
              <a:srgbClr val="0029ED"/>
            </a:solidFill>
            <a:ln w="21233" cap="flat">
              <a:noFill/>
              <a:prstDash val="solid"/>
              <a:miter/>
            </a:ln>
          </p:spPr>
          <p:txBody>
            <a:bodyPr rtlCol="0" anchor="ctr"/>
            <a:lstStyle/>
            <a:p>
              <a:endParaRPr lang="sv-SE"/>
            </a:p>
          </p:txBody>
        </p:sp>
        <p:sp>
          <p:nvSpPr>
            <p:cNvPr id="46" name="Freeform: Shape 61">
              <a:extLst>
                <a:ext uri="{FF2B5EF4-FFF2-40B4-BE49-F238E27FC236}">
                  <a16:creationId xmlns:a16="http://schemas.microsoft.com/office/drawing/2014/main" id="{F656E116-3548-6404-47C5-003BAA8DADB9}"/>
                </a:ext>
              </a:extLst>
            </p:cNvPr>
            <p:cNvSpPr/>
            <p:nvPr/>
          </p:nvSpPr>
          <p:spPr>
            <a:xfrm>
              <a:off x="2330678" y="4153521"/>
              <a:ext cx="333990" cy="170725"/>
            </a:xfrm>
            <a:custGeom>
              <a:avLst/>
              <a:gdLst>
                <a:gd name="connsiteX0" fmla="*/ 442892 w 442892"/>
                <a:gd name="connsiteY0" fmla="*/ 226394 h 226393"/>
                <a:gd name="connsiteX1" fmla="*/ 413884 w 442892"/>
                <a:gd name="connsiteY1" fmla="*/ 0 h 226393"/>
                <a:gd name="connsiteX2" fmla="*/ 29029 w 442892"/>
                <a:gd name="connsiteY2" fmla="*/ 0 h 226393"/>
                <a:gd name="connsiteX3" fmla="*/ 0 w 442892"/>
                <a:gd name="connsiteY3" fmla="*/ 226394 h 226393"/>
                <a:gd name="connsiteX4" fmla="*/ 442892 w 442892"/>
                <a:gd name="connsiteY4" fmla="*/ 226394 h 226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892" h="226393">
                  <a:moveTo>
                    <a:pt x="442892" y="226394"/>
                  </a:moveTo>
                  <a:lnTo>
                    <a:pt x="413884" y="0"/>
                  </a:lnTo>
                  <a:lnTo>
                    <a:pt x="29029" y="0"/>
                  </a:lnTo>
                  <a:lnTo>
                    <a:pt x="0" y="226394"/>
                  </a:lnTo>
                  <a:lnTo>
                    <a:pt x="442892" y="226394"/>
                  </a:lnTo>
                  <a:close/>
                </a:path>
              </a:pathLst>
            </a:custGeom>
            <a:solidFill>
              <a:srgbClr val="0029ED"/>
            </a:solidFill>
            <a:ln w="21233" cap="flat">
              <a:noFill/>
              <a:prstDash val="solid"/>
              <a:miter/>
            </a:ln>
          </p:spPr>
          <p:txBody>
            <a:bodyPr rtlCol="0" anchor="ctr"/>
            <a:lstStyle/>
            <a:p>
              <a:endParaRPr lang="sv-SE"/>
            </a:p>
          </p:txBody>
        </p:sp>
        <p:sp>
          <p:nvSpPr>
            <p:cNvPr id="47" name="Freeform: Shape 62">
              <a:extLst>
                <a:ext uri="{FF2B5EF4-FFF2-40B4-BE49-F238E27FC236}">
                  <a16:creationId xmlns:a16="http://schemas.microsoft.com/office/drawing/2014/main" id="{92492E31-8C50-1352-F6A7-1463624B74AD}"/>
                </a:ext>
              </a:extLst>
            </p:cNvPr>
            <p:cNvSpPr/>
            <p:nvPr/>
          </p:nvSpPr>
          <p:spPr>
            <a:xfrm>
              <a:off x="1893941" y="4153521"/>
              <a:ext cx="394043" cy="170725"/>
            </a:xfrm>
            <a:custGeom>
              <a:avLst/>
              <a:gdLst>
                <a:gd name="connsiteX0" fmla="*/ 493518 w 522526"/>
                <a:gd name="connsiteY0" fmla="*/ 226394 h 226393"/>
                <a:gd name="connsiteX1" fmla="*/ 522526 w 522526"/>
                <a:gd name="connsiteY1" fmla="*/ 0 h 226393"/>
                <a:gd name="connsiteX2" fmla="*/ 100997 w 522526"/>
                <a:gd name="connsiteY2" fmla="*/ 0 h 226393"/>
                <a:gd name="connsiteX3" fmla="*/ 0 w 522526"/>
                <a:gd name="connsiteY3" fmla="*/ 224377 h 226393"/>
                <a:gd name="connsiteX4" fmla="*/ 0 w 522526"/>
                <a:gd name="connsiteY4" fmla="*/ 226394 h 226393"/>
                <a:gd name="connsiteX5" fmla="*/ 493518 w 522526"/>
                <a:gd name="connsiteY5" fmla="*/ 226394 h 22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526" h="226393">
                  <a:moveTo>
                    <a:pt x="493518" y="226394"/>
                  </a:moveTo>
                  <a:lnTo>
                    <a:pt x="522526" y="0"/>
                  </a:lnTo>
                  <a:lnTo>
                    <a:pt x="100997" y="0"/>
                  </a:lnTo>
                  <a:lnTo>
                    <a:pt x="0" y="224377"/>
                  </a:lnTo>
                  <a:lnTo>
                    <a:pt x="0" y="226394"/>
                  </a:lnTo>
                  <a:lnTo>
                    <a:pt x="493518" y="226394"/>
                  </a:lnTo>
                  <a:close/>
                </a:path>
              </a:pathLst>
            </a:custGeom>
            <a:solidFill>
              <a:srgbClr val="0029ED"/>
            </a:solidFill>
            <a:ln w="21233" cap="flat">
              <a:noFill/>
              <a:prstDash val="solid"/>
              <a:miter/>
            </a:ln>
          </p:spPr>
          <p:txBody>
            <a:bodyPr rtlCol="0" anchor="ctr"/>
            <a:lstStyle/>
            <a:p>
              <a:endParaRPr lang="sv-SE"/>
            </a:p>
          </p:txBody>
        </p:sp>
        <p:sp>
          <p:nvSpPr>
            <p:cNvPr id="48" name="Freeform: Shape 63">
              <a:extLst>
                <a:ext uri="{FF2B5EF4-FFF2-40B4-BE49-F238E27FC236}">
                  <a16:creationId xmlns:a16="http://schemas.microsoft.com/office/drawing/2014/main" id="{4BA71BF3-A7E5-F3D2-402B-27BDBB6AB3D9}"/>
                </a:ext>
              </a:extLst>
            </p:cNvPr>
            <p:cNvSpPr/>
            <p:nvPr/>
          </p:nvSpPr>
          <p:spPr>
            <a:xfrm>
              <a:off x="2097033" y="3735778"/>
              <a:ext cx="244502" cy="135671"/>
            </a:xfrm>
            <a:custGeom>
              <a:avLst/>
              <a:gdLst>
                <a:gd name="connsiteX0" fmla="*/ 301165 w 324226"/>
                <a:gd name="connsiteY0" fmla="*/ 179909 h 179908"/>
                <a:gd name="connsiteX1" fmla="*/ 324227 w 324226"/>
                <a:gd name="connsiteY1" fmla="*/ 0 h 179908"/>
                <a:gd name="connsiteX2" fmla="*/ 80972 w 324226"/>
                <a:gd name="connsiteY2" fmla="*/ 0 h 179908"/>
                <a:gd name="connsiteX3" fmla="*/ 0 w 324226"/>
                <a:gd name="connsiteY3" fmla="*/ 179909 h 179908"/>
                <a:gd name="connsiteX4" fmla="*/ 301165 w 324226"/>
                <a:gd name="connsiteY4" fmla="*/ 179909 h 179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26" h="179908">
                  <a:moveTo>
                    <a:pt x="301165" y="179909"/>
                  </a:moveTo>
                  <a:lnTo>
                    <a:pt x="324227" y="0"/>
                  </a:lnTo>
                  <a:lnTo>
                    <a:pt x="80972" y="0"/>
                  </a:lnTo>
                  <a:lnTo>
                    <a:pt x="0" y="179909"/>
                  </a:lnTo>
                  <a:lnTo>
                    <a:pt x="301165" y="179909"/>
                  </a:lnTo>
                  <a:close/>
                </a:path>
              </a:pathLst>
            </a:custGeom>
            <a:solidFill>
              <a:srgbClr val="0029ED"/>
            </a:solidFill>
            <a:ln w="21233" cap="flat">
              <a:noFill/>
              <a:prstDash val="solid"/>
              <a:miter/>
            </a:ln>
          </p:spPr>
          <p:txBody>
            <a:bodyPr rtlCol="0" anchor="ctr"/>
            <a:lstStyle/>
            <a:p>
              <a:endParaRPr lang="sv-SE"/>
            </a:p>
          </p:txBody>
        </p:sp>
      </p:grpSp>
      <p:pic>
        <p:nvPicPr>
          <p:cNvPr id="8" name="Graphic 7" descr="Badge Follow with solid fill">
            <a:extLst>
              <a:ext uri="{FF2B5EF4-FFF2-40B4-BE49-F238E27FC236}">
                <a16:creationId xmlns:a16="http://schemas.microsoft.com/office/drawing/2014/main" id="{E571AC9C-0455-90A3-35A5-7D476BE7E06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01688" y="6293884"/>
            <a:ext cx="457200" cy="457200"/>
          </a:xfrm>
          <a:prstGeom prst="rect">
            <a:avLst/>
          </a:prstGeom>
        </p:spPr>
      </p:pic>
      <p:grpSp>
        <p:nvGrpSpPr>
          <p:cNvPr id="49" name="Group 48">
            <a:extLst>
              <a:ext uri="{FF2B5EF4-FFF2-40B4-BE49-F238E27FC236}">
                <a16:creationId xmlns:a16="http://schemas.microsoft.com/office/drawing/2014/main" id="{583D3BBD-7902-A8A3-F1A3-E9AF23078465}"/>
              </a:ext>
            </a:extLst>
          </p:cNvPr>
          <p:cNvGrpSpPr/>
          <p:nvPr/>
        </p:nvGrpSpPr>
        <p:grpSpPr>
          <a:xfrm>
            <a:off x="1352646" y="2188085"/>
            <a:ext cx="618384" cy="485689"/>
            <a:chOff x="1893941" y="3735778"/>
            <a:chExt cx="1207463" cy="1003939"/>
          </a:xfrm>
        </p:grpSpPr>
        <p:sp>
          <p:nvSpPr>
            <p:cNvPr id="50" name="Freeform: Shape 54">
              <a:extLst>
                <a:ext uri="{FF2B5EF4-FFF2-40B4-BE49-F238E27FC236}">
                  <a16:creationId xmlns:a16="http://schemas.microsoft.com/office/drawing/2014/main" id="{541C0911-BF11-DA67-EB7A-8FDD4275293B}"/>
                </a:ext>
              </a:extLst>
            </p:cNvPr>
            <p:cNvSpPr/>
            <p:nvPr/>
          </p:nvSpPr>
          <p:spPr>
            <a:xfrm>
              <a:off x="2360769" y="3935506"/>
              <a:ext cx="273809" cy="153959"/>
            </a:xfrm>
            <a:custGeom>
              <a:avLst/>
              <a:gdLst>
                <a:gd name="connsiteX0" fmla="*/ 0 w 363088"/>
                <a:gd name="connsiteY0" fmla="*/ 204160 h 204160"/>
                <a:gd name="connsiteX1" fmla="*/ 363088 w 363088"/>
                <a:gd name="connsiteY1" fmla="*/ 204160 h 204160"/>
                <a:gd name="connsiteX2" fmla="*/ 336905 w 363088"/>
                <a:gd name="connsiteY2" fmla="*/ 0 h 204160"/>
                <a:gd name="connsiteX3" fmla="*/ 26184 w 363088"/>
                <a:gd name="connsiteY3" fmla="*/ 0 h 204160"/>
                <a:gd name="connsiteX4" fmla="*/ 0 w 363088"/>
                <a:gd name="connsiteY4" fmla="*/ 204160 h 204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88" h="204160">
                  <a:moveTo>
                    <a:pt x="0" y="204160"/>
                  </a:moveTo>
                  <a:lnTo>
                    <a:pt x="363088" y="204160"/>
                  </a:lnTo>
                  <a:lnTo>
                    <a:pt x="336905" y="0"/>
                  </a:lnTo>
                  <a:lnTo>
                    <a:pt x="26184" y="0"/>
                  </a:lnTo>
                  <a:lnTo>
                    <a:pt x="0" y="204160"/>
                  </a:lnTo>
                  <a:close/>
                </a:path>
              </a:pathLst>
            </a:custGeom>
            <a:solidFill>
              <a:srgbClr val="0029ED"/>
            </a:solidFill>
            <a:ln w="21233" cap="flat">
              <a:noFill/>
              <a:prstDash val="solid"/>
              <a:miter/>
            </a:ln>
          </p:spPr>
          <p:txBody>
            <a:bodyPr rtlCol="0" anchor="ctr"/>
            <a:lstStyle/>
            <a:p>
              <a:endParaRPr lang="sv-SE"/>
            </a:p>
          </p:txBody>
        </p:sp>
        <p:sp>
          <p:nvSpPr>
            <p:cNvPr id="51" name="Freeform: Shape 55">
              <a:extLst>
                <a:ext uri="{FF2B5EF4-FFF2-40B4-BE49-F238E27FC236}">
                  <a16:creationId xmlns:a16="http://schemas.microsoft.com/office/drawing/2014/main" id="{ECB2158D-9A10-ED9E-A7B6-C41930AC5F5E}"/>
                </a:ext>
              </a:extLst>
            </p:cNvPr>
            <p:cNvSpPr/>
            <p:nvPr/>
          </p:nvSpPr>
          <p:spPr>
            <a:xfrm>
              <a:off x="2653794" y="3735778"/>
              <a:ext cx="244519" cy="135671"/>
            </a:xfrm>
            <a:custGeom>
              <a:avLst/>
              <a:gdLst>
                <a:gd name="connsiteX0" fmla="*/ 23062 w 324248"/>
                <a:gd name="connsiteY0" fmla="*/ 179909 h 179908"/>
                <a:gd name="connsiteX1" fmla="*/ 324248 w 324248"/>
                <a:gd name="connsiteY1" fmla="*/ 179909 h 179908"/>
                <a:gd name="connsiteX2" fmla="*/ 243297 w 324248"/>
                <a:gd name="connsiteY2" fmla="*/ 0 h 179908"/>
                <a:gd name="connsiteX3" fmla="*/ 0 w 324248"/>
                <a:gd name="connsiteY3" fmla="*/ 0 h 179908"/>
                <a:gd name="connsiteX4" fmla="*/ 23062 w 324248"/>
                <a:gd name="connsiteY4" fmla="*/ 179909 h 179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48" h="179908">
                  <a:moveTo>
                    <a:pt x="23062" y="179909"/>
                  </a:moveTo>
                  <a:lnTo>
                    <a:pt x="324248" y="179909"/>
                  </a:lnTo>
                  <a:lnTo>
                    <a:pt x="243297" y="0"/>
                  </a:lnTo>
                  <a:lnTo>
                    <a:pt x="0" y="0"/>
                  </a:lnTo>
                  <a:lnTo>
                    <a:pt x="23062" y="179909"/>
                  </a:lnTo>
                  <a:close/>
                </a:path>
              </a:pathLst>
            </a:custGeom>
            <a:solidFill>
              <a:srgbClr val="0029ED"/>
            </a:solidFill>
            <a:ln w="21233" cap="flat">
              <a:noFill/>
              <a:prstDash val="solid"/>
              <a:miter/>
            </a:ln>
          </p:spPr>
          <p:txBody>
            <a:bodyPr rtlCol="0" anchor="ctr"/>
            <a:lstStyle/>
            <a:p>
              <a:endParaRPr lang="sv-SE"/>
            </a:p>
          </p:txBody>
        </p:sp>
        <p:sp>
          <p:nvSpPr>
            <p:cNvPr id="52" name="Freeform: Shape 56">
              <a:extLst>
                <a:ext uri="{FF2B5EF4-FFF2-40B4-BE49-F238E27FC236}">
                  <a16:creationId xmlns:a16="http://schemas.microsoft.com/office/drawing/2014/main" id="{E48307A0-E1C3-B488-3D5E-BED7DEAF6197}"/>
                </a:ext>
              </a:extLst>
            </p:cNvPr>
            <p:cNvSpPr/>
            <p:nvPr/>
          </p:nvSpPr>
          <p:spPr>
            <a:xfrm>
              <a:off x="2679401" y="3935506"/>
              <a:ext cx="317030" cy="153959"/>
            </a:xfrm>
            <a:custGeom>
              <a:avLst/>
              <a:gdLst>
                <a:gd name="connsiteX0" fmla="*/ 26184 w 420403"/>
                <a:gd name="connsiteY0" fmla="*/ 204160 h 204160"/>
                <a:gd name="connsiteX1" fmla="*/ 420403 w 420403"/>
                <a:gd name="connsiteY1" fmla="*/ 204160 h 204160"/>
                <a:gd name="connsiteX2" fmla="*/ 328538 w 420403"/>
                <a:gd name="connsiteY2" fmla="*/ 0 h 204160"/>
                <a:gd name="connsiteX3" fmla="*/ 0 w 420403"/>
                <a:gd name="connsiteY3" fmla="*/ 0 h 204160"/>
                <a:gd name="connsiteX4" fmla="*/ 26184 w 420403"/>
                <a:gd name="connsiteY4" fmla="*/ 204160 h 204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403" h="204160">
                  <a:moveTo>
                    <a:pt x="26184" y="204160"/>
                  </a:moveTo>
                  <a:lnTo>
                    <a:pt x="420403" y="204160"/>
                  </a:lnTo>
                  <a:lnTo>
                    <a:pt x="328538" y="0"/>
                  </a:lnTo>
                  <a:lnTo>
                    <a:pt x="0" y="0"/>
                  </a:lnTo>
                  <a:lnTo>
                    <a:pt x="26184" y="204160"/>
                  </a:lnTo>
                  <a:close/>
                </a:path>
              </a:pathLst>
            </a:custGeom>
            <a:solidFill>
              <a:srgbClr val="0029ED"/>
            </a:solidFill>
            <a:ln w="21233" cap="flat">
              <a:noFill/>
              <a:prstDash val="solid"/>
              <a:miter/>
            </a:ln>
          </p:spPr>
          <p:txBody>
            <a:bodyPr rtlCol="0" anchor="ctr"/>
            <a:lstStyle/>
            <a:p>
              <a:endParaRPr lang="sv-SE"/>
            </a:p>
          </p:txBody>
        </p:sp>
        <p:sp>
          <p:nvSpPr>
            <p:cNvPr id="53" name="Freeform: Shape 57">
              <a:extLst>
                <a:ext uri="{FF2B5EF4-FFF2-40B4-BE49-F238E27FC236}">
                  <a16:creationId xmlns:a16="http://schemas.microsoft.com/office/drawing/2014/main" id="{4E82D1BC-A79E-2140-6D60-C63CB5A44DEC}"/>
                </a:ext>
              </a:extLst>
            </p:cNvPr>
            <p:cNvSpPr/>
            <p:nvPr/>
          </p:nvSpPr>
          <p:spPr>
            <a:xfrm>
              <a:off x="2707361" y="4153521"/>
              <a:ext cx="394043" cy="170725"/>
            </a:xfrm>
            <a:custGeom>
              <a:avLst/>
              <a:gdLst>
                <a:gd name="connsiteX0" fmla="*/ 0 w 522526"/>
                <a:gd name="connsiteY0" fmla="*/ 0 h 226393"/>
                <a:gd name="connsiteX1" fmla="*/ 29008 w 522526"/>
                <a:gd name="connsiteY1" fmla="*/ 226394 h 226393"/>
                <a:gd name="connsiteX2" fmla="*/ 522505 w 522526"/>
                <a:gd name="connsiteY2" fmla="*/ 226394 h 226393"/>
                <a:gd name="connsiteX3" fmla="*/ 522505 w 522526"/>
                <a:gd name="connsiteY3" fmla="*/ 224377 h 226393"/>
                <a:gd name="connsiteX4" fmla="*/ 522526 w 522526"/>
                <a:gd name="connsiteY4" fmla="*/ 224377 h 226393"/>
                <a:gd name="connsiteX5" fmla="*/ 421550 w 522526"/>
                <a:gd name="connsiteY5" fmla="*/ 0 h 226393"/>
                <a:gd name="connsiteX6" fmla="*/ 0 w 522526"/>
                <a:gd name="connsiteY6" fmla="*/ 0 h 22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2526" h="226393">
                  <a:moveTo>
                    <a:pt x="0" y="0"/>
                  </a:moveTo>
                  <a:lnTo>
                    <a:pt x="29008" y="226394"/>
                  </a:lnTo>
                  <a:lnTo>
                    <a:pt x="522505" y="226394"/>
                  </a:lnTo>
                  <a:lnTo>
                    <a:pt x="522505" y="224377"/>
                  </a:lnTo>
                  <a:lnTo>
                    <a:pt x="522526" y="224377"/>
                  </a:lnTo>
                  <a:lnTo>
                    <a:pt x="421550" y="0"/>
                  </a:lnTo>
                  <a:lnTo>
                    <a:pt x="0" y="0"/>
                  </a:lnTo>
                  <a:close/>
                </a:path>
              </a:pathLst>
            </a:custGeom>
            <a:solidFill>
              <a:srgbClr val="0029ED"/>
            </a:solidFill>
            <a:ln w="21233" cap="flat">
              <a:noFill/>
              <a:prstDash val="solid"/>
              <a:miter/>
            </a:ln>
          </p:spPr>
          <p:txBody>
            <a:bodyPr rtlCol="0" anchor="ctr"/>
            <a:lstStyle/>
            <a:p>
              <a:endParaRPr lang="sv-SE"/>
            </a:p>
          </p:txBody>
        </p:sp>
        <p:sp>
          <p:nvSpPr>
            <p:cNvPr id="54" name="Freeform: Shape 58">
              <a:extLst>
                <a:ext uri="{FF2B5EF4-FFF2-40B4-BE49-F238E27FC236}">
                  <a16:creationId xmlns:a16="http://schemas.microsoft.com/office/drawing/2014/main" id="{AE16A399-F2DF-AA3B-305F-E2A8A14B4134}"/>
                </a:ext>
              </a:extLst>
            </p:cNvPr>
            <p:cNvSpPr/>
            <p:nvPr/>
          </p:nvSpPr>
          <p:spPr>
            <a:xfrm>
              <a:off x="2388713" y="3735778"/>
              <a:ext cx="217903" cy="135671"/>
            </a:xfrm>
            <a:custGeom>
              <a:avLst/>
              <a:gdLst>
                <a:gd name="connsiteX0" fmla="*/ 0 w 288954"/>
                <a:gd name="connsiteY0" fmla="*/ 179909 h 179908"/>
                <a:gd name="connsiteX1" fmla="*/ 288954 w 288954"/>
                <a:gd name="connsiteY1" fmla="*/ 179909 h 179908"/>
                <a:gd name="connsiteX2" fmla="*/ 265892 w 288954"/>
                <a:gd name="connsiteY2" fmla="*/ 0 h 179908"/>
                <a:gd name="connsiteX3" fmla="*/ 23062 w 288954"/>
                <a:gd name="connsiteY3" fmla="*/ 0 h 179908"/>
                <a:gd name="connsiteX4" fmla="*/ 0 w 288954"/>
                <a:gd name="connsiteY4" fmla="*/ 179909 h 179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954" h="179908">
                  <a:moveTo>
                    <a:pt x="0" y="179909"/>
                  </a:moveTo>
                  <a:lnTo>
                    <a:pt x="288954" y="179909"/>
                  </a:lnTo>
                  <a:lnTo>
                    <a:pt x="265892" y="0"/>
                  </a:lnTo>
                  <a:lnTo>
                    <a:pt x="23062" y="0"/>
                  </a:lnTo>
                  <a:lnTo>
                    <a:pt x="0" y="179909"/>
                  </a:lnTo>
                  <a:close/>
                </a:path>
              </a:pathLst>
            </a:custGeom>
            <a:solidFill>
              <a:srgbClr val="0029ED"/>
            </a:solidFill>
            <a:ln w="21233" cap="flat">
              <a:noFill/>
              <a:prstDash val="solid"/>
              <a:miter/>
            </a:ln>
          </p:spPr>
          <p:txBody>
            <a:bodyPr rtlCol="0" anchor="ctr"/>
            <a:lstStyle/>
            <a:p>
              <a:endParaRPr lang="sv-SE"/>
            </a:p>
          </p:txBody>
        </p:sp>
        <p:sp>
          <p:nvSpPr>
            <p:cNvPr id="55" name="Freeform: Shape 59">
              <a:extLst>
                <a:ext uri="{FF2B5EF4-FFF2-40B4-BE49-F238E27FC236}">
                  <a16:creationId xmlns:a16="http://schemas.microsoft.com/office/drawing/2014/main" id="{59B7867A-F66C-9031-CF91-E2A6C2A8085B}"/>
                </a:ext>
              </a:extLst>
            </p:cNvPr>
            <p:cNvSpPr/>
            <p:nvPr/>
          </p:nvSpPr>
          <p:spPr>
            <a:xfrm>
              <a:off x="1893941" y="4388304"/>
              <a:ext cx="1207445" cy="351413"/>
            </a:xfrm>
            <a:custGeom>
              <a:avLst/>
              <a:gdLst>
                <a:gd name="connsiteX0" fmla="*/ 1601152 w 1601151"/>
                <a:gd name="connsiteY0" fmla="*/ 135441 h 465996"/>
                <a:gd name="connsiteX1" fmla="*/ 1601152 w 1601151"/>
                <a:gd name="connsiteY1" fmla="*/ 0 h 465996"/>
                <a:gd name="connsiteX2" fmla="*/ 0 w 1601151"/>
                <a:gd name="connsiteY2" fmla="*/ 0 h 465996"/>
                <a:gd name="connsiteX3" fmla="*/ 0 w 1601151"/>
                <a:gd name="connsiteY3" fmla="*/ 135441 h 465996"/>
                <a:gd name="connsiteX4" fmla="*/ 736879 w 1601151"/>
                <a:gd name="connsiteY4" fmla="*/ 135441 h 465996"/>
                <a:gd name="connsiteX5" fmla="*/ 736879 w 1601151"/>
                <a:gd name="connsiteY5" fmla="*/ 338582 h 465996"/>
                <a:gd name="connsiteX6" fmla="*/ 511484 w 1601151"/>
                <a:gd name="connsiteY6" fmla="*/ 338582 h 465996"/>
                <a:gd name="connsiteX7" fmla="*/ 511484 w 1601151"/>
                <a:gd name="connsiteY7" fmla="*/ 465997 h 465996"/>
                <a:gd name="connsiteX8" fmla="*/ 1089669 w 1601151"/>
                <a:gd name="connsiteY8" fmla="*/ 465997 h 465996"/>
                <a:gd name="connsiteX9" fmla="*/ 1089669 w 1601151"/>
                <a:gd name="connsiteY9" fmla="*/ 338582 h 465996"/>
                <a:gd name="connsiteX10" fmla="*/ 864294 w 1601151"/>
                <a:gd name="connsiteY10" fmla="*/ 338582 h 465996"/>
                <a:gd name="connsiteX11" fmla="*/ 864294 w 1601151"/>
                <a:gd name="connsiteY11" fmla="*/ 135441 h 465996"/>
                <a:gd name="connsiteX12" fmla="*/ 1601152 w 1601151"/>
                <a:gd name="connsiteY12" fmla="*/ 135441 h 46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1151" h="465996">
                  <a:moveTo>
                    <a:pt x="1601152" y="135441"/>
                  </a:moveTo>
                  <a:lnTo>
                    <a:pt x="1601152" y="0"/>
                  </a:lnTo>
                  <a:lnTo>
                    <a:pt x="0" y="0"/>
                  </a:lnTo>
                  <a:lnTo>
                    <a:pt x="0" y="135441"/>
                  </a:lnTo>
                  <a:lnTo>
                    <a:pt x="736879" y="135441"/>
                  </a:lnTo>
                  <a:lnTo>
                    <a:pt x="736879" y="338582"/>
                  </a:lnTo>
                  <a:lnTo>
                    <a:pt x="511484" y="338582"/>
                  </a:lnTo>
                  <a:lnTo>
                    <a:pt x="511484" y="465997"/>
                  </a:lnTo>
                  <a:lnTo>
                    <a:pt x="1089669" y="465997"/>
                  </a:lnTo>
                  <a:lnTo>
                    <a:pt x="1089669" y="338582"/>
                  </a:lnTo>
                  <a:lnTo>
                    <a:pt x="864294" y="338582"/>
                  </a:lnTo>
                  <a:lnTo>
                    <a:pt x="864294" y="135441"/>
                  </a:lnTo>
                  <a:lnTo>
                    <a:pt x="1601152" y="135441"/>
                  </a:lnTo>
                  <a:close/>
                </a:path>
              </a:pathLst>
            </a:custGeom>
            <a:solidFill>
              <a:srgbClr val="0029ED"/>
            </a:solidFill>
            <a:ln w="21233" cap="flat">
              <a:noFill/>
              <a:prstDash val="solid"/>
              <a:miter/>
            </a:ln>
          </p:spPr>
          <p:txBody>
            <a:bodyPr rtlCol="0" anchor="ctr"/>
            <a:lstStyle/>
            <a:p>
              <a:endParaRPr lang="sv-SE"/>
            </a:p>
          </p:txBody>
        </p:sp>
        <p:sp>
          <p:nvSpPr>
            <p:cNvPr id="56" name="Freeform: Shape 60">
              <a:extLst>
                <a:ext uri="{FF2B5EF4-FFF2-40B4-BE49-F238E27FC236}">
                  <a16:creationId xmlns:a16="http://schemas.microsoft.com/office/drawing/2014/main" id="{BF8522DF-B3EA-3390-D91F-4C833FC79672}"/>
                </a:ext>
              </a:extLst>
            </p:cNvPr>
            <p:cNvSpPr/>
            <p:nvPr/>
          </p:nvSpPr>
          <p:spPr>
            <a:xfrm>
              <a:off x="1998931" y="3935506"/>
              <a:ext cx="317015" cy="153959"/>
            </a:xfrm>
            <a:custGeom>
              <a:avLst/>
              <a:gdLst>
                <a:gd name="connsiteX0" fmla="*/ 394199 w 420382"/>
                <a:gd name="connsiteY0" fmla="*/ 204160 h 204160"/>
                <a:gd name="connsiteX1" fmla="*/ 420382 w 420382"/>
                <a:gd name="connsiteY1" fmla="*/ 0 h 204160"/>
                <a:gd name="connsiteX2" fmla="*/ 91866 w 420382"/>
                <a:gd name="connsiteY2" fmla="*/ 0 h 204160"/>
                <a:gd name="connsiteX3" fmla="*/ 0 w 420382"/>
                <a:gd name="connsiteY3" fmla="*/ 204160 h 204160"/>
                <a:gd name="connsiteX4" fmla="*/ 394199 w 420382"/>
                <a:gd name="connsiteY4" fmla="*/ 204160 h 204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82" h="204160">
                  <a:moveTo>
                    <a:pt x="394199" y="204160"/>
                  </a:moveTo>
                  <a:lnTo>
                    <a:pt x="420382" y="0"/>
                  </a:lnTo>
                  <a:lnTo>
                    <a:pt x="91866" y="0"/>
                  </a:lnTo>
                  <a:lnTo>
                    <a:pt x="0" y="204160"/>
                  </a:lnTo>
                  <a:lnTo>
                    <a:pt x="394199" y="204160"/>
                  </a:lnTo>
                  <a:close/>
                </a:path>
              </a:pathLst>
            </a:custGeom>
            <a:solidFill>
              <a:srgbClr val="0029ED"/>
            </a:solidFill>
            <a:ln w="21233" cap="flat">
              <a:noFill/>
              <a:prstDash val="solid"/>
              <a:miter/>
            </a:ln>
          </p:spPr>
          <p:txBody>
            <a:bodyPr rtlCol="0" anchor="ctr"/>
            <a:lstStyle/>
            <a:p>
              <a:endParaRPr lang="sv-SE"/>
            </a:p>
          </p:txBody>
        </p:sp>
        <p:sp>
          <p:nvSpPr>
            <p:cNvPr id="57" name="Freeform: Shape 61">
              <a:extLst>
                <a:ext uri="{FF2B5EF4-FFF2-40B4-BE49-F238E27FC236}">
                  <a16:creationId xmlns:a16="http://schemas.microsoft.com/office/drawing/2014/main" id="{158F26E1-0371-4042-9E1E-9A78911EEA87}"/>
                </a:ext>
              </a:extLst>
            </p:cNvPr>
            <p:cNvSpPr/>
            <p:nvPr/>
          </p:nvSpPr>
          <p:spPr>
            <a:xfrm>
              <a:off x="2330678" y="4153521"/>
              <a:ext cx="333990" cy="170725"/>
            </a:xfrm>
            <a:custGeom>
              <a:avLst/>
              <a:gdLst>
                <a:gd name="connsiteX0" fmla="*/ 442892 w 442892"/>
                <a:gd name="connsiteY0" fmla="*/ 226394 h 226393"/>
                <a:gd name="connsiteX1" fmla="*/ 413884 w 442892"/>
                <a:gd name="connsiteY1" fmla="*/ 0 h 226393"/>
                <a:gd name="connsiteX2" fmla="*/ 29029 w 442892"/>
                <a:gd name="connsiteY2" fmla="*/ 0 h 226393"/>
                <a:gd name="connsiteX3" fmla="*/ 0 w 442892"/>
                <a:gd name="connsiteY3" fmla="*/ 226394 h 226393"/>
                <a:gd name="connsiteX4" fmla="*/ 442892 w 442892"/>
                <a:gd name="connsiteY4" fmla="*/ 226394 h 226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892" h="226393">
                  <a:moveTo>
                    <a:pt x="442892" y="226394"/>
                  </a:moveTo>
                  <a:lnTo>
                    <a:pt x="413884" y="0"/>
                  </a:lnTo>
                  <a:lnTo>
                    <a:pt x="29029" y="0"/>
                  </a:lnTo>
                  <a:lnTo>
                    <a:pt x="0" y="226394"/>
                  </a:lnTo>
                  <a:lnTo>
                    <a:pt x="442892" y="226394"/>
                  </a:lnTo>
                  <a:close/>
                </a:path>
              </a:pathLst>
            </a:custGeom>
            <a:solidFill>
              <a:srgbClr val="0029ED"/>
            </a:solidFill>
            <a:ln w="21233" cap="flat">
              <a:noFill/>
              <a:prstDash val="solid"/>
              <a:miter/>
            </a:ln>
          </p:spPr>
          <p:txBody>
            <a:bodyPr rtlCol="0" anchor="ctr"/>
            <a:lstStyle/>
            <a:p>
              <a:endParaRPr lang="sv-SE"/>
            </a:p>
          </p:txBody>
        </p:sp>
        <p:sp>
          <p:nvSpPr>
            <p:cNvPr id="58" name="Freeform: Shape 62">
              <a:extLst>
                <a:ext uri="{FF2B5EF4-FFF2-40B4-BE49-F238E27FC236}">
                  <a16:creationId xmlns:a16="http://schemas.microsoft.com/office/drawing/2014/main" id="{0D7881F6-DD3C-9217-5C6C-E7555C55777D}"/>
                </a:ext>
              </a:extLst>
            </p:cNvPr>
            <p:cNvSpPr/>
            <p:nvPr/>
          </p:nvSpPr>
          <p:spPr>
            <a:xfrm>
              <a:off x="1893941" y="4153521"/>
              <a:ext cx="394043" cy="170725"/>
            </a:xfrm>
            <a:custGeom>
              <a:avLst/>
              <a:gdLst>
                <a:gd name="connsiteX0" fmla="*/ 493518 w 522526"/>
                <a:gd name="connsiteY0" fmla="*/ 226394 h 226393"/>
                <a:gd name="connsiteX1" fmla="*/ 522526 w 522526"/>
                <a:gd name="connsiteY1" fmla="*/ 0 h 226393"/>
                <a:gd name="connsiteX2" fmla="*/ 100997 w 522526"/>
                <a:gd name="connsiteY2" fmla="*/ 0 h 226393"/>
                <a:gd name="connsiteX3" fmla="*/ 0 w 522526"/>
                <a:gd name="connsiteY3" fmla="*/ 224377 h 226393"/>
                <a:gd name="connsiteX4" fmla="*/ 0 w 522526"/>
                <a:gd name="connsiteY4" fmla="*/ 226394 h 226393"/>
                <a:gd name="connsiteX5" fmla="*/ 493518 w 522526"/>
                <a:gd name="connsiteY5" fmla="*/ 226394 h 22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526" h="226393">
                  <a:moveTo>
                    <a:pt x="493518" y="226394"/>
                  </a:moveTo>
                  <a:lnTo>
                    <a:pt x="522526" y="0"/>
                  </a:lnTo>
                  <a:lnTo>
                    <a:pt x="100997" y="0"/>
                  </a:lnTo>
                  <a:lnTo>
                    <a:pt x="0" y="224377"/>
                  </a:lnTo>
                  <a:lnTo>
                    <a:pt x="0" y="226394"/>
                  </a:lnTo>
                  <a:lnTo>
                    <a:pt x="493518" y="226394"/>
                  </a:lnTo>
                  <a:close/>
                </a:path>
              </a:pathLst>
            </a:custGeom>
            <a:solidFill>
              <a:srgbClr val="0029ED"/>
            </a:solidFill>
            <a:ln w="21233" cap="flat">
              <a:noFill/>
              <a:prstDash val="solid"/>
              <a:miter/>
            </a:ln>
          </p:spPr>
          <p:txBody>
            <a:bodyPr rtlCol="0" anchor="ctr"/>
            <a:lstStyle/>
            <a:p>
              <a:endParaRPr lang="sv-SE"/>
            </a:p>
          </p:txBody>
        </p:sp>
        <p:sp>
          <p:nvSpPr>
            <p:cNvPr id="59" name="Freeform: Shape 63">
              <a:extLst>
                <a:ext uri="{FF2B5EF4-FFF2-40B4-BE49-F238E27FC236}">
                  <a16:creationId xmlns:a16="http://schemas.microsoft.com/office/drawing/2014/main" id="{0893CB96-FE54-2F0F-37FD-42B50D67D7F4}"/>
                </a:ext>
              </a:extLst>
            </p:cNvPr>
            <p:cNvSpPr/>
            <p:nvPr/>
          </p:nvSpPr>
          <p:spPr>
            <a:xfrm>
              <a:off x="2097033" y="3735778"/>
              <a:ext cx="244502" cy="135671"/>
            </a:xfrm>
            <a:custGeom>
              <a:avLst/>
              <a:gdLst>
                <a:gd name="connsiteX0" fmla="*/ 301165 w 324226"/>
                <a:gd name="connsiteY0" fmla="*/ 179909 h 179908"/>
                <a:gd name="connsiteX1" fmla="*/ 324227 w 324226"/>
                <a:gd name="connsiteY1" fmla="*/ 0 h 179908"/>
                <a:gd name="connsiteX2" fmla="*/ 80972 w 324226"/>
                <a:gd name="connsiteY2" fmla="*/ 0 h 179908"/>
                <a:gd name="connsiteX3" fmla="*/ 0 w 324226"/>
                <a:gd name="connsiteY3" fmla="*/ 179909 h 179908"/>
                <a:gd name="connsiteX4" fmla="*/ 301165 w 324226"/>
                <a:gd name="connsiteY4" fmla="*/ 179909 h 179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26" h="179908">
                  <a:moveTo>
                    <a:pt x="301165" y="179909"/>
                  </a:moveTo>
                  <a:lnTo>
                    <a:pt x="324227" y="0"/>
                  </a:lnTo>
                  <a:lnTo>
                    <a:pt x="80972" y="0"/>
                  </a:lnTo>
                  <a:lnTo>
                    <a:pt x="0" y="179909"/>
                  </a:lnTo>
                  <a:lnTo>
                    <a:pt x="301165" y="179909"/>
                  </a:lnTo>
                  <a:close/>
                </a:path>
              </a:pathLst>
            </a:custGeom>
            <a:solidFill>
              <a:srgbClr val="0029ED"/>
            </a:solidFill>
            <a:ln w="21233" cap="flat">
              <a:noFill/>
              <a:prstDash val="solid"/>
              <a:miter/>
            </a:ln>
          </p:spPr>
          <p:txBody>
            <a:bodyPr rtlCol="0" anchor="ctr"/>
            <a:lstStyle/>
            <a:p>
              <a:endParaRPr lang="sv-SE"/>
            </a:p>
          </p:txBody>
        </p:sp>
      </p:grpSp>
      <p:pic>
        <p:nvPicPr>
          <p:cNvPr id="60" name="Graphic 59" descr="Badge Unfollow with solid fill">
            <a:extLst>
              <a:ext uri="{FF2B5EF4-FFF2-40B4-BE49-F238E27FC236}">
                <a16:creationId xmlns:a16="http://schemas.microsoft.com/office/drawing/2014/main" id="{6DC926DD-EC93-611C-F558-1248270A471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87410" y="2385446"/>
            <a:ext cx="457200" cy="457200"/>
          </a:xfrm>
          <a:prstGeom prst="rect">
            <a:avLst/>
          </a:prstGeom>
        </p:spPr>
      </p:pic>
      <p:pic>
        <p:nvPicPr>
          <p:cNvPr id="61" name="Graphic 60" descr="Badge Unfollow with solid fill">
            <a:extLst>
              <a:ext uri="{FF2B5EF4-FFF2-40B4-BE49-F238E27FC236}">
                <a16:creationId xmlns:a16="http://schemas.microsoft.com/office/drawing/2014/main" id="{09444796-50BE-EB9E-2A4E-3289F92A4FF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443105" y="2418424"/>
            <a:ext cx="457200" cy="457200"/>
          </a:xfrm>
          <a:prstGeom prst="rect">
            <a:avLst/>
          </a:prstGeom>
        </p:spPr>
      </p:pic>
      <p:cxnSp>
        <p:nvCxnSpPr>
          <p:cNvPr id="62" name="Straight Arrow Connector 61">
            <a:extLst>
              <a:ext uri="{FF2B5EF4-FFF2-40B4-BE49-F238E27FC236}">
                <a16:creationId xmlns:a16="http://schemas.microsoft.com/office/drawing/2014/main" id="{C533851B-5B5F-88A8-9925-8DC1A75F299C}"/>
              </a:ext>
            </a:extLst>
          </p:cNvPr>
          <p:cNvCxnSpPr>
            <a:cxnSpLocks/>
          </p:cNvCxnSpPr>
          <p:nvPr/>
        </p:nvCxnSpPr>
        <p:spPr>
          <a:xfrm flipV="1">
            <a:off x="3674958" y="3921972"/>
            <a:ext cx="3045510" cy="158249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19F3AB57-D7BE-FE56-EF6A-A32B6BD413AF}"/>
              </a:ext>
            </a:extLst>
          </p:cNvPr>
          <p:cNvCxnSpPr>
            <a:cxnSpLocks/>
          </p:cNvCxnSpPr>
          <p:nvPr/>
        </p:nvCxnSpPr>
        <p:spPr>
          <a:xfrm>
            <a:off x="3522558" y="3554436"/>
            <a:ext cx="304551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59D0FC42-0B63-5437-416F-BFD016D6CE86}"/>
              </a:ext>
            </a:extLst>
          </p:cNvPr>
          <p:cNvCxnSpPr>
            <a:cxnSpLocks/>
          </p:cNvCxnSpPr>
          <p:nvPr/>
        </p:nvCxnSpPr>
        <p:spPr>
          <a:xfrm>
            <a:off x="3674958" y="1920305"/>
            <a:ext cx="3045510" cy="1265227"/>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2" name="Rectangle: Rounded Corners 149">
            <a:extLst>
              <a:ext uri="{FF2B5EF4-FFF2-40B4-BE49-F238E27FC236}">
                <a16:creationId xmlns:a16="http://schemas.microsoft.com/office/drawing/2014/main" id="{C13C57EB-6E01-9CFB-B698-D875CC8D7011}"/>
              </a:ext>
            </a:extLst>
          </p:cNvPr>
          <p:cNvSpPr/>
          <p:nvPr/>
        </p:nvSpPr>
        <p:spPr>
          <a:xfrm>
            <a:off x="7193062" y="3175250"/>
            <a:ext cx="4270392" cy="758372"/>
          </a:xfrm>
          <a:prstGeom prst="roundRect">
            <a:avLst/>
          </a:prstGeom>
          <a:solidFill>
            <a:srgbClr val="00006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Combined Controller EV + HP</a:t>
            </a:r>
          </a:p>
        </p:txBody>
      </p:sp>
      <p:sp>
        <p:nvSpPr>
          <p:cNvPr id="7" name="TextBox 6">
            <a:extLst>
              <a:ext uri="{FF2B5EF4-FFF2-40B4-BE49-F238E27FC236}">
                <a16:creationId xmlns:a16="http://schemas.microsoft.com/office/drawing/2014/main" id="{B10CD821-48FB-78EA-0509-C3DB97B4845D}"/>
              </a:ext>
            </a:extLst>
          </p:cNvPr>
          <p:cNvSpPr txBox="1"/>
          <p:nvPr/>
        </p:nvSpPr>
        <p:spPr>
          <a:xfrm>
            <a:off x="2671705" y="3774820"/>
            <a:ext cx="800219" cy="369332"/>
          </a:xfrm>
          <a:prstGeom prst="rect">
            <a:avLst/>
          </a:prstGeom>
          <a:noFill/>
        </p:spPr>
        <p:txBody>
          <a:bodyPr wrap="none" rtlCol="0">
            <a:spAutoFit/>
          </a:bodyPr>
          <a:lstStyle/>
          <a:p>
            <a:r>
              <a:rPr lang="en-GB"/>
              <a:t>+40%</a:t>
            </a:r>
          </a:p>
        </p:txBody>
      </p:sp>
      <p:sp>
        <p:nvSpPr>
          <p:cNvPr id="9" name="TextBox 8">
            <a:extLst>
              <a:ext uri="{FF2B5EF4-FFF2-40B4-BE49-F238E27FC236}">
                <a16:creationId xmlns:a16="http://schemas.microsoft.com/office/drawing/2014/main" id="{651BA63B-E1DD-1466-E8B4-9E3528EC318E}"/>
              </a:ext>
            </a:extLst>
          </p:cNvPr>
          <p:cNvSpPr txBox="1"/>
          <p:nvPr/>
        </p:nvSpPr>
        <p:spPr>
          <a:xfrm>
            <a:off x="2768378" y="5618502"/>
            <a:ext cx="593432" cy="369332"/>
          </a:xfrm>
          <a:prstGeom prst="rect">
            <a:avLst/>
          </a:prstGeom>
          <a:noFill/>
        </p:spPr>
        <p:txBody>
          <a:bodyPr wrap="none" rtlCol="0">
            <a:spAutoFit/>
          </a:bodyPr>
          <a:lstStyle/>
          <a:p>
            <a:r>
              <a:rPr lang="en-GB"/>
              <a:t>-6%</a:t>
            </a:r>
          </a:p>
        </p:txBody>
      </p:sp>
      <p:pic>
        <p:nvPicPr>
          <p:cNvPr id="32" name="Graphic 31" descr="Arrow Up with solid fill">
            <a:extLst>
              <a:ext uri="{FF2B5EF4-FFF2-40B4-BE49-F238E27FC236}">
                <a16:creationId xmlns:a16="http://schemas.microsoft.com/office/drawing/2014/main" id="{C5934837-688F-C488-B592-3AC2172ED68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0800000">
            <a:off x="1251381" y="4100383"/>
            <a:ext cx="568412" cy="568412"/>
          </a:xfrm>
          <a:prstGeom prst="rect">
            <a:avLst/>
          </a:prstGeom>
        </p:spPr>
      </p:pic>
      <p:sp>
        <p:nvSpPr>
          <p:cNvPr id="10" name="TextBox 9">
            <a:extLst>
              <a:ext uri="{FF2B5EF4-FFF2-40B4-BE49-F238E27FC236}">
                <a16:creationId xmlns:a16="http://schemas.microsoft.com/office/drawing/2014/main" id="{BB96C03B-048E-923E-EA7D-A97C6D17C413}"/>
              </a:ext>
            </a:extLst>
          </p:cNvPr>
          <p:cNvSpPr txBox="1"/>
          <p:nvPr/>
        </p:nvSpPr>
        <p:spPr>
          <a:xfrm>
            <a:off x="2768378" y="1715897"/>
            <a:ext cx="689612" cy="369332"/>
          </a:xfrm>
          <a:prstGeom prst="rect">
            <a:avLst/>
          </a:prstGeom>
          <a:noFill/>
        </p:spPr>
        <p:txBody>
          <a:bodyPr wrap="none" rtlCol="0">
            <a:spAutoFit/>
          </a:bodyPr>
          <a:lstStyle/>
          <a:p>
            <a:r>
              <a:rPr lang="en-GB"/>
              <a:t>-15%</a:t>
            </a:r>
          </a:p>
        </p:txBody>
      </p:sp>
      <p:pic>
        <p:nvPicPr>
          <p:cNvPr id="31" name="Graphic 30" descr="Badge Follow with solid fill">
            <a:extLst>
              <a:ext uri="{FF2B5EF4-FFF2-40B4-BE49-F238E27FC236}">
                <a16:creationId xmlns:a16="http://schemas.microsoft.com/office/drawing/2014/main" id="{595F07C7-8A63-A060-A4B6-6DB8CA7C980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661833" y="6295191"/>
            <a:ext cx="457200" cy="457200"/>
          </a:xfrm>
          <a:prstGeom prst="rect">
            <a:avLst/>
          </a:prstGeom>
        </p:spPr>
      </p:pic>
      <p:pic>
        <p:nvPicPr>
          <p:cNvPr id="37" name="Graphic 36" descr="Badge Follow with solid fill">
            <a:extLst>
              <a:ext uri="{FF2B5EF4-FFF2-40B4-BE49-F238E27FC236}">
                <a16:creationId xmlns:a16="http://schemas.microsoft.com/office/drawing/2014/main" id="{3139682D-3317-F7D9-B2B2-BEF221F68AC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48868" y="2426058"/>
            <a:ext cx="457200" cy="457200"/>
          </a:xfrm>
          <a:prstGeom prst="rect">
            <a:avLst/>
          </a:prstGeom>
        </p:spPr>
      </p:pic>
    </p:spTree>
    <p:extLst>
      <p:ext uri="{BB962C8B-B14F-4D97-AF65-F5344CB8AC3E}">
        <p14:creationId xmlns:p14="http://schemas.microsoft.com/office/powerpoint/2010/main" val="888422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30"/>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28"/>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6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7" grpId="0" animBg="1"/>
      <p:bldP spid="23" grpId="0" animBg="1"/>
      <p:bldP spid="24" grpId="0" animBg="1"/>
      <p:bldP spid="25" grpId="0" animBg="1"/>
      <p:bldP spid="132" grpId="0" animBg="1"/>
      <p:bldP spid="7" grpId="0"/>
      <p:bldP spid="9"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2D02F-3349-AFE2-D691-B5894C9D0360}"/>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C26130A-F8F9-0462-907A-7D06ABB1CF8A}"/>
              </a:ext>
            </a:extLst>
          </p:cNvPr>
          <p:cNvSpPr/>
          <p:nvPr/>
        </p:nvSpPr>
        <p:spPr>
          <a:xfrm>
            <a:off x="8392699" y="305396"/>
            <a:ext cx="3799301" cy="6858000"/>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tangle: Rounded Corners 3">
            <a:extLst>
              <a:ext uri="{FF2B5EF4-FFF2-40B4-BE49-F238E27FC236}">
                <a16:creationId xmlns:a16="http://schemas.microsoft.com/office/drawing/2014/main" id="{F0D9BFB4-FA89-E73E-5537-59F260A7B66F}"/>
              </a:ext>
            </a:extLst>
          </p:cNvPr>
          <p:cNvSpPr/>
          <p:nvPr/>
        </p:nvSpPr>
        <p:spPr>
          <a:xfrm>
            <a:off x="8092440" y="147380"/>
            <a:ext cx="4988560" cy="845423"/>
          </a:xfrm>
          <a:prstGeom prst="roundRect">
            <a:avLst/>
          </a:prstGeom>
          <a:solidFill>
            <a:srgbClr val="0029ED"/>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de-DE" sz="3600" b="1"/>
              <a:t>  HP + EV</a:t>
            </a:r>
          </a:p>
        </p:txBody>
      </p:sp>
      <p:pic>
        <p:nvPicPr>
          <p:cNvPr id="11" name="Picture 2" descr="Heat Pump Icons - Free SVG &amp; PNG Heat Pump Images - Noun Project">
            <a:extLst>
              <a:ext uri="{FF2B5EF4-FFF2-40B4-BE49-F238E27FC236}">
                <a16:creationId xmlns:a16="http://schemas.microsoft.com/office/drawing/2014/main" id="{E1396ECA-05C4-C59A-C489-4F8E81179F49}"/>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10273392" y="183593"/>
            <a:ext cx="772995" cy="772995"/>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22840BBD-7F6F-DF85-5FCD-D4A9BC352547}"/>
              </a:ext>
            </a:extLst>
          </p:cNvPr>
          <p:cNvSpPr>
            <a:spLocks noGrp="1"/>
          </p:cNvSpPr>
          <p:nvPr>
            <p:ph type="sldNum" sz="quarter" idx="12"/>
          </p:nvPr>
        </p:nvSpPr>
        <p:spPr/>
        <p:txBody>
          <a:bodyPr/>
          <a:lstStyle/>
          <a:p>
            <a:fld id="{B716C8F4-20CD-364A-8A8E-DE130115B178}" type="slidenum">
              <a:rPr lang="sv-SE" smtClean="0"/>
              <a:t>8</a:t>
            </a:fld>
            <a:endParaRPr lang="sv-SE"/>
          </a:p>
        </p:txBody>
      </p:sp>
      <p:sp>
        <p:nvSpPr>
          <p:cNvPr id="3" name="Title 1">
            <a:extLst>
              <a:ext uri="{FF2B5EF4-FFF2-40B4-BE49-F238E27FC236}">
                <a16:creationId xmlns:a16="http://schemas.microsoft.com/office/drawing/2014/main" id="{BE9BF921-3DB8-D8C5-23AF-7FA6F905D0EB}"/>
              </a:ext>
            </a:extLst>
          </p:cNvPr>
          <p:cNvSpPr>
            <a:spLocks noGrp="1"/>
          </p:cNvSpPr>
          <p:nvPr>
            <p:ph type="title"/>
          </p:nvPr>
        </p:nvSpPr>
        <p:spPr>
          <a:xfrm>
            <a:off x="1333499" y="289897"/>
            <a:ext cx="10858501" cy="568412"/>
          </a:xfrm>
        </p:spPr>
        <p:txBody>
          <a:bodyPr/>
          <a:lstStyle/>
          <a:p>
            <a:r>
              <a:rPr lang="de-DE"/>
              <a:t>Smart Controller </a:t>
            </a:r>
            <a:r>
              <a:rPr lang="de-DE" err="1"/>
              <a:t>Deployment</a:t>
            </a:r>
            <a:r>
              <a:rPr lang="de-DE"/>
              <a:t>:</a:t>
            </a:r>
          </a:p>
        </p:txBody>
      </p:sp>
      <p:pic>
        <p:nvPicPr>
          <p:cNvPr id="5" name="Graphic 4" descr="Electric car with solid fill">
            <a:extLst>
              <a:ext uri="{FF2B5EF4-FFF2-40B4-BE49-F238E27FC236}">
                <a16:creationId xmlns:a16="http://schemas.microsoft.com/office/drawing/2014/main" id="{45175710-3D1D-3678-B564-414352DFE43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361" y="3163520"/>
            <a:ext cx="1124126" cy="1124126"/>
          </a:xfrm>
          <a:prstGeom prst="rect">
            <a:avLst/>
          </a:prstGeom>
        </p:spPr>
      </p:pic>
      <p:pic>
        <p:nvPicPr>
          <p:cNvPr id="6" name="Graphic 5" descr="Home with solid fill">
            <a:extLst>
              <a:ext uri="{FF2B5EF4-FFF2-40B4-BE49-F238E27FC236}">
                <a16:creationId xmlns:a16="http://schemas.microsoft.com/office/drawing/2014/main" id="{99634105-342A-39DD-AFB8-602FF1F7F55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125154" y="4504202"/>
            <a:ext cx="568412" cy="568412"/>
          </a:xfrm>
          <a:prstGeom prst="rect">
            <a:avLst/>
          </a:prstGeom>
        </p:spPr>
      </p:pic>
      <p:pic>
        <p:nvPicPr>
          <p:cNvPr id="8" name="Graphic 7" descr="Home with solid fill">
            <a:extLst>
              <a:ext uri="{FF2B5EF4-FFF2-40B4-BE49-F238E27FC236}">
                <a16:creationId xmlns:a16="http://schemas.microsoft.com/office/drawing/2014/main" id="{98F32D2C-D732-F9FD-842E-2BC0C98608C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42056" y="4504202"/>
            <a:ext cx="568412" cy="568412"/>
          </a:xfrm>
          <a:prstGeom prst="rect">
            <a:avLst/>
          </a:prstGeom>
        </p:spPr>
      </p:pic>
      <p:pic>
        <p:nvPicPr>
          <p:cNvPr id="9" name="Graphic 8" descr="Home with solid fill">
            <a:extLst>
              <a:ext uri="{FF2B5EF4-FFF2-40B4-BE49-F238E27FC236}">
                <a16:creationId xmlns:a16="http://schemas.microsoft.com/office/drawing/2014/main" id="{22A6E6A5-831C-A03B-72CA-0CC49F2EC52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18112" y="4504202"/>
            <a:ext cx="568412" cy="568412"/>
          </a:xfrm>
          <a:prstGeom prst="rect">
            <a:avLst/>
          </a:prstGeom>
        </p:spPr>
      </p:pic>
      <p:pic>
        <p:nvPicPr>
          <p:cNvPr id="10" name="Graphic 9" descr="Home with solid fill">
            <a:extLst>
              <a:ext uri="{FF2B5EF4-FFF2-40B4-BE49-F238E27FC236}">
                <a16:creationId xmlns:a16="http://schemas.microsoft.com/office/drawing/2014/main" id="{70F93DB6-DC08-C431-1054-D00C749C5FE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656140" y="4504202"/>
            <a:ext cx="568412" cy="568412"/>
          </a:xfrm>
          <a:prstGeom prst="rect">
            <a:avLst/>
          </a:prstGeom>
        </p:spPr>
      </p:pic>
      <p:pic>
        <p:nvPicPr>
          <p:cNvPr id="12" name="Graphic 11" descr="Home with solid fill">
            <a:extLst>
              <a:ext uri="{FF2B5EF4-FFF2-40B4-BE49-F238E27FC236}">
                <a16:creationId xmlns:a16="http://schemas.microsoft.com/office/drawing/2014/main" id="{25C8E79C-B369-53EC-DD62-11602187351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73042" y="4504202"/>
            <a:ext cx="568412" cy="568412"/>
          </a:xfrm>
          <a:prstGeom prst="rect">
            <a:avLst/>
          </a:prstGeom>
        </p:spPr>
      </p:pic>
      <p:pic>
        <p:nvPicPr>
          <p:cNvPr id="13" name="Graphic 12" descr="Home with solid fill">
            <a:extLst>
              <a:ext uri="{FF2B5EF4-FFF2-40B4-BE49-F238E27FC236}">
                <a16:creationId xmlns:a16="http://schemas.microsoft.com/office/drawing/2014/main" id="{F8A71330-5954-E9A0-1326-6B1023272F9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249098" y="4504202"/>
            <a:ext cx="568412" cy="568412"/>
          </a:xfrm>
          <a:prstGeom prst="rect">
            <a:avLst/>
          </a:prstGeom>
        </p:spPr>
      </p:pic>
      <p:pic>
        <p:nvPicPr>
          <p:cNvPr id="14" name="Graphic 13" descr="Home with solid fill">
            <a:extLst>
              <a:ext uri="{FF2B5EF4-FFF2-40B4-BE49-F238E27FC236}">
                <a16:creationId xmlns:a16="http://schemas.microsoft.com/office/drawing/2014/main" id="{0C937CA7-4442-207E-8A2C-9C3AE235E7C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87126" y="4504202"/>
            <a:ext cx="568412" cy="568412"/>
          </a:xfrm>
          <a:prstGeom prst="rect">
            <a:avLst/>
          </a:prstGeom>
        </p:spPr>
      </p:pic>
      <p:pic>
        <p:nvPicPr>
          <p:cNvPr id="15" name="Graphic 14" descr="Home with solid fill">
            <a:extLst>
              <a:ext uri="{FF2B5EF4-FFF2-40B4-BE49-F238E27FC236}">
                <a16:creationId xmlns:a16="http://schemas.microsoft.com/office/drawing/2014/main" id="{9B651AC0-0D8C-01BE-B120-186087B638A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435009" y="4504202"/>
            <a:ext cx="568412" cy="568412"/>
          </a:xfrm>
          <a:prstGeom prst="rect">
            <a:avLst/>
          </a:prstGeom>
        </p:spPr>
      </p:pic>
      <p:pic>
        <p:nvPicPr>
          <p:cNvPr id="16" name="Graphic 15" descr="Home with solid fill">
            <a:extLst>
              <a:ext uri="{FF2B5EF4-FFF2-40B4-BE49-F238E27FC236}">
                <a16:creationId xmlns:a16="http://schemas.microsoft.com/office/drawing/2014/main" id="{F622A2FA-EFF2-93BC-55A5-8FBA0747C13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80084" y="4504202"/>
            <a:ext cx="568412" cy="568412"/>
          </a:xfrm>
          <a:prstGeom prst="rect">
            <a:avLst/>
          </a:prstGeom>
        </p:spPr>
      </p:pic>
      <p:pic>
        <p:nvPicPr>
          <p:cNvPr id="17" name="Graphic 16" descr="Home with solid fill">
            <a:extLst>
              <a:ext uri="{FF2B5EF4-FFF2-40B4-BE49-F238E27FC236}">
                <a16:creationId xmlns:a16="http://schemas.microsoft.com/office/drawing/2014/main" id="{15AA06C3-B9B0-D80D-D6D0-644B56B8599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594168" y="4504202"/>
            <a:ext cx="568412" cy="568412"/>
          </a:xfrm>
          <a:prstGeom prst="rect">
            <a:avLst/>
          </a:prstGeom>
        </p:spPr>
      </p:pic>
      <p:pic>
        <p:nvPicPr>
          <p:cNvPr id="18" name="Graphic 17" descr="Home with solid fill">
            <a:extLst>
              <a:ext uri="{FF2B5EF4-FFF2-40B4-BE49-F238E27FC236}">
                <a16:creationId xmlns:a16="http://schemas.microsoft.com/office/drawing/2014/main" id="{1A07DC71-99E7-9DD4-2312-374EEDFDFDB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904028" y="4504202"/>
            <a:ext cx="568412" cy="568412"/>
          </a:xfrm>
          <a:prstGeom prst="rect">
            <a:avLst/>
          </a:prstGeom>
        </p:spPr>
      </p:pic>
      <p:pic>
        <p:nvPicPr>
          <p:cNvPr id="19" name="Graphic 18" descr="Home with solid fill">
            <a:extLst>
              <a:ext uri="{FF2B5EF4-FFF2-40B4-BE49-F238E27FC236}">
                <a16:creationId xmlns:a16="http://schemas.microsoft.com/office/drawing/2014/main" id="{416DA306-C653-9A06-0905-223D8ACBAFC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11070" y="4504202"/>
            <a:ext cx="568412" cy="568412"/>
          </a:xfrm>
          <a:prstGeom prst="rect">
            <a:avLst/>
          </a:prstGeom>
        </p:spPr>
      </p:pic>
      <p:pic>
        <p:nvPicPr>
          <p:cNvPr id="20" name="Picture 2" descr="Heat Pump Icons - Free SVG &amp; PNG Heat Pump Images - Noun Project">
            <a:extLst>
              <a:ext uri="{FF2B5EF4-FFF2-40B4-BE49-F238E27FC236}">
                <a16:creationId xmlns:a16="http://schemas.microsoft.com/office/drawing/2014/main" id="{D75109EC-8E69-D5E8-4086-C54FEBC43D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662" y="1987602"/>
            <a:ext cx="772995" cy="772995"/>
          </a:xfrm>
          <a:prstGeom prst="rect">
            <a:avLst/>
          </a:prstGeom>
          <a:noFill/>
          <a:extLst>
            <a:ext uri="{909E8E84-426E-40DD-AFC4-6F175D3DCCD1}">
              <a14:hiddenFill xmlns:a14="http://schemas.microsoft.com/office/drawing/2010/main">
                <a:solidFill>
                  <a:srgbClr val="FFFFFF"/>
                </a:solidFill>
              </a14:hiddenFill>
            </a:ext>
          </a:extLst>
        </p:spPr>
      </p:pic>
      <p:pic>
        <p:nvPicPr>
          <p:cNvPr id="21" name="Graphic 20" descr="Electric car with solid fill">
            <a:extLst>
              <a:ext uri="{FF2B5EF4-FFF2-40B4-BE49-F238E27FC236}">
                <a16:creationId xmlns:a16="http://schemas.microsoft.com/office/drawing/2014/main" id="{0FE91A31-1158-43B7-7746-F9E96CC4B67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029862" y="8027"/>
            <a:ext cx="1124126" cy="1124126"/>
          </a:xfrm>
          <a:prstGeom prst="rect">
            <a:avLst/>
          </a:prstGeom>
        </p:spPr>
      </p:pic>
      <p:cxnSp>
        <p:nvCxnSpPr>
          <p:cNvPr id="23" name="Straight Connector 22">
            <a:extLst>
              <a:ext uri="{FF2B5EF4-FFF2-40B4-BE49-F238E27FC236}">
                <a16:creationId xmlns:a16="http://schemas.microsoft.com/office/drawing/2014/main" id="{CE133F12-360D-0437-4CCA-D843D6088F5F}"/>
              </a:ext>
            </a:extLst>
          </p:cNvPr>
          <p:cNvCxnSpPr>
            <a:cxnSpLocks/>
          </p:cNvCxnSpPr>
          <p:nvPr/>
        </p:nvCxnSpPr>
        <p:spPr>
          <a:xfrm>
            <a:off x="1359565" y="3176059"/>
            <a:ext cx="65833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F9A51BE-D3E2-FDEE-4BC8-59F1DA130656}"/>
              </a:ext>
            </a:extLst>
          </p:cNvPr>
          <p:cNvCxnSpPr>
            <a:cxnSpLocks/>
          </p:cNvCxnSpPr>
          <p:nvPr/>
        </p:nvCxnSpPr>
        <p:spPr>
          <a:xfrm>
            <a:off x="1359565" y="4296635"/>
            <a:ext cx="6583376" cy="0"/>
          </a:xfrm>
          <a:prstGeom prst="line">
            <a:avLst/>
          </a:prstGeom>
        </p:spPr>
        <p:style>
          <a:lnRef idx="1">
            <a:schemeClr val="accent1"/>
          </a:lnRef>
          <a:fillRef idx="0">
            <a:schemeClr val="accent1"/>
          </a:fillRef>
          <a:effectRef idx="0">
            <a:schemeClr val="accent1"/>
          </a:effectRef>
          <a:fontRef idx="minor">
            <a:schemeClr val="tx1"/>
          </a:fontRef>
        </p:style>
      </p:cxnSp>
      <p:pic>
        <p:nvPicPr>
          <p:cNvPr id="25" name="Picture 24" descr="Water Heater Icon #320192 - Free Icons Library">
            <a:extLst>
              <a:ext uri="{FF2B5EF4-FFF2-40B4-BE49-F238E27FC236}">
                <a16:creationId xmlns:a16="http://schemas.microsoft.com/office/drawing/2014/main" id="{FBB6DDA3-5461-35D0-0AA4-C08BB880EF6D}"/>
              </a:ext>
            </a:extLst>
          </p:cNvPr>
          <p:cNvPicPr>
            <a:picLocks noChangeAspect="1"/>
          </p:cNvPicPr>
          <p:nvPr/>
        </p:nvPicPr>
        <p:blipFill>
          <a:blip r:embed="rId10">
            <a:biLevel thresh="50000"/>
          </a:blip>
          <a:srcRect l="30378" r="28537" b="358"/>
          <a:stretch>
            <a:fillRect/>
          </a:stretch>
        </p:blipFill>
        <p:spPr>
          <a:xfrm>
            <a:off x="1354317" y="2475016"/>
            <a:ext cx="309773" cy="518802"/>
          </a:xfrm>
          <a:prstGeom prst="rect">
            <a:avLst/>
          </a:prstGeom>
        </p:spPr>
      </p:pic>
      <p:sp>
        <p:nvSpPr>
          <p:cNvPr id="27" name="TextBox 26">
            <a:extLst>
              <a:ext uri="{FF2B5EF4-FFF2-40B4-BE49-F238E27FC236}">
                <a16:creationId xmlns:a16="http://schemas.microsoft.com/office/drawing/2014/main" id="{9841A641-D596-744D-A0FB-AD700A1F58A7}"/>
              </a:ext>
            </a:extLst>
          </p:cNvPr>
          <p:cNvSpPr txBox="1"/>
          <p:nvPr/>
        </p:nvSpPr>
        <p:spPr>
          <a:xfrm>
            <a:off x="1219565" y="5095514"/>
            <a:ext cx="1523035" cy="369332"/>
          </a:xfrm>
          <a:prstGeom prst="rect">
            <a:avLst/>
          </a:prstGeom>
          <a:noFill/>
        </p:spPr>
        <p:txBody>
          <a:bodyPr wrap="square">
            <a:spAutoFit/>
          </a:bodyPr>
          <a:lstStyle/>
          <a:p>
            <a:r>
              <a:rPr lang="de-DE"/>
              <a:t>House 1001</a:t>
            </a:r>
          </a:p>
        </p:txBody>
      </p:sp>
      <p:sp>
        <p:nvSpPr>
          <p:cNvPr id="28" name="TextBox 27">
            <a:extLst>
              <a:ext uri="{FF2B5EF4-FFF2-40B4-BE49-F238E27FC236}">
                <a16:creationId xmlns:a16="http://schemas.microsoft.com/office/drawing/2014/main" id="{E6166595-D431-925F-88E1-DB4F68C572F2}"/>
              </a:ext>
            </a:extLst>
          </p:cNvPr>
          <p:cNvSpPr txBox="1"/>
          <p:nvPr/>
        </p:nvSpPr>
        <p:spPr>
          <a:xfrm>
            <a:off x="6896416" y="5072614"/>
            <a:ext cx="1523035" cy="369332"/>
          </a:xfrm>
          <a:prstGeom prst="rect">
            <a:avLst/>
          </a:prstGeom>
          <a:noFill/>
        </p:spPr>
        <p:txBody>
          <a:bodyPr wrap="square">
            <a:spAutoFit/>
          </a:bodyPr>
          <a:lstStyle/>
          <a:p>
            <a:r>
              <a:rPr lang="de-DE"/>
              <a:t>House 1012</a:t>
            </a:r>
          </a:p>
        </p:txBody>
      </p:sp>
      <p:cxnSp>
        <p:nvCxnSpPr>
          <p:cNvPr id="30" name="Straight Arrow Connector 29">
            <a:extLst>
              <a:ext uri="{FF2B5EF4-FFF2-40B4-BE49-F238E27FC236}">
                <a16:creationId xmlns:a16="http://schemas.microsoft.com/office/drawing/2014/main" id="{AC85A01D-5616-CC81-E24C-2CDC1C59B7B7}"/>
              </a:ext>
            </a:extLst>
          </p:cNvPr>
          <p:cNvCxnSpPr>
            <a:cxnSpLocks/>
            <a:stCxn id="27" idx="3"/>
          </p:cNvCxnSpPr>
          <p:nvPr/>
        </p:nvCxnSpPr>
        <p:spPr>
          <a:xfrm flipV="1">
            <a:off x="2742600" y="5257857"/>
            <a:ext cx="4127064" cy="223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62D60E34-267D-9A51-3399-396205F15B1F}"/>
              </a:ext>
            </a:extLst>
          </p:cNvPr>
          <p:cNvSpPr>
            <a:spLocks noChangeAspect="1"/>
          </p:cNvSpPr>
          <p:nvPr/>
        </p:nvSpPr>
        <p:spPr>
          <a:xfrm>
            <a:off x="9588220" y="4092702"/>
            <a:ext cx="1408430" cy="1394644"/>
          </a:xfrm>
          <a:prstGeom prst="ellipse">
            <a:avLst/>
          </a:prstGeom>
          <a:solidFill>
            <a:srgbClr val="7E350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sv-SE" sz="1400"/>
              <a:t>NPV:</a:t>
            </a:r>
          </a:p>
          <a:p>
            <a:pPr algn="ctr"/>
            <a:r>
              <a:rPr lang="sv-SE" sz="2000" b="1"/>
              <a:t>+4.9 %</a:t>
            </a:r>
          </a:p>
        </p:txBody>
      </p:sp>
      <p:sp>
        <p:nvSpPr>
          <p:cNvPr id="33" name="Oval 32">
            <a:extLst>
              <a:ext uri="{FF2B5EF4-FFF2-40B4-BE49-F238E27FC236}">
                <a16:creationId xmlns:a16="http://schemas.microsoft.com/office/drawing/2014/main" id="{A61CC050-3014-E302-F69E-CC8A0DEDE162}"/>
              </a:ext>
            </a:extLst>
          </p:cNvPr>
          <p:cNvSpPr>
            <a:spLocks noChangeAspect="1"/>
          </p:cNvSpPr>
          <p:nvPr/>
        </p:nvSpPr>
        <p:spPr>
          <a:xfrm>
            <a:off x="10534792" y="4782836"/>
            <a:ext cx="1408430" cy="139464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sv-SE" sz="1400"/>
              <a:t>CO2:</a:t>
            </a:r>
          </a:p>
          <a:p>
            <a:pPr algn="ctr"/>
            <a:r>
              <a:rPr lang="sv-SE" sz="2000" b="1"/>
              <a:t>- 12 %</a:t>
            </a:r>
          </a:p>
        </p:txBody>
      </p:sp>
      <p:sp>
        <p:nvSpPr>
          <p:cNvPr id="34" name="Oval 33">
            <a:extLst>
              <a:ext uri="{FF2B5EF4-FFF2-40B4-BE49-F238E27FC236}">
                <a16:creationId xmlns:a16="http://schemas.microsoft.com/office/drawing/2014/main" id="{A0CF1F77-7216-2039-FD96-A243C77CD95F}"/>
              </a:ext>
            </a:extLst>
          </p:cNvPr>
          <p:cNvSpPr>
            <a:spLocks noChangeAspect="1"/>
          </p:cNvSpPr>
          <p:nvPr/>
        </p:nvSpPr>
        <p:spPr>
          <a:xfrm>
            <a:off x="8566526" y="4950096"/>
            <a:ext cx="1608400" cy="1602508"/>
          </a:xfrm>
          <a:prstGeom prst="ellipse">
            <a:avLst/>
          </a:prstGeom>
          <a:solidFill>
            <a:srgbClr val="43AEE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sv-SE" sz="1400"/>
              <a:t>Comfort:</a:t>
            </a:r>
          </a:p>
          <a:p>
            <a:pPr algn="ctr"/>
            <a:r>
              <a:rPr lang="sv-SE" sz="2000" b="1"/>
              <a:t>+20.3 %</a:t>
            </a:r>
          </a:p>
        </p:txBody>
      </p:sp>
      <p:sp>
        <p:nvSpPr>
          <p:cNvPr id="35" name="Rectangle: Rounded Corners 34">
            <a:extLst>
              <a:ext uri="{FF2B5EF4-FFF2-40B4-BE49-F238E27FC236}">
                <a16:creationId xmlns:a16="http://schemas.microsoft.com/office/drawing/2014/main" id="{37B416C4-DF6F-6015-8527-530EA0D8B1AE}"/>
              </a:ext>
            </a:extLst>
          </p:cNvPr>
          <p:cNvSpPr/>
          <p:nvPr/>
        </p:nvSpPr>
        <p:spPr>
          <a:xfrm>
            <a:off x="9362180" y="3261362"/>
            <a:ext cx="2030725" cy="578711"/>
          </a:xfrm>
          <a:prstGeom prst="round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de-DE"/>
          </a:p>
          <a:p>
            <a:pPr algn="ctr"/>
            <a:r>
              <a:rPr lang="de-DE"/>
              <a:t>Costs per kWh</a:t>
            </a:r>
          </a:p>
          <a:p>
            <a:pPr algn="ctr"/>
            <a:r>
              <a:rPr lang="de-DE" b="1"/>
              <a:t>-20.5%</a:t>
            </a:r>
          </a:p>
          <a:p>
            <a:pPr algn="ctr"/>
            <a:endParaRPr lang="de-DE"/>
          </a:p>
        </p:txBody>
      </p:sp>
      <p:sp>
        <p:nvSpPr>
          <p:cNvPr id="38" name="TextBox 37">
            <a:extLst>
              <a:ext uri="{FF2B5EF4-FFF2-40B4-BE49-F238E27FC236}">
                <a16:creationId xmlns:a16="http://schemas.microsoft.com/office/drawing/2014/main" id="{726A724E-A0B5-D83B-5C75-FC4995658715}"/>
              </a:ext>
            </a:extLst>
          </p:cNvPr>
          <p:cNvSpPr txBox="1"/>
          <p:nvPr/>
        </p:nvSpPr>
        <p:spPr>
          <a:xfrm>
            <a:off x="2899670" y="3512996"/>
            <a:ext cx="2997431" cy="461665"/>
          </a:xfrm>
          <a:prstGeom prst="rect">
            <a:avLst/>
          </a:prstGeom>
          <a:noFill/>
        </p:spPr>
        <p:txBody>
          <a:bodyPr wrap="square">
            <a:spAutoFit/>
          </a:bodyPr>
          <a:lstStyle/>
          <a:p>
            <a:r>
              <a:rPr lang="de-DE" sz="2400" b="1" err="1"/>
              <a:t>Full</a:t>
            </a:r>
            <a:r>
              <a:rPr lang="de-DE" sz="2400" b="1"/>
              <a:t> Charge Rate</a:t>
            </a:r>
          </a:p>
        </p:txBody>
      </p:sp>
      <p:pic>
        <p:nvPicPr>
          <p:cNvPr id="39" name="Graphic 38" descr="Lightning bolt with solid fill">
            <a:extLst>
              <a:ext uri="{FF2B5EF4-FFF2-40B4-BE49-F238E27FC236}">
                <a16:creationId xmlns:a16="http://schemas.microsoft.com/office/drawing/2014/main" id="{537B89E2-A7D9-76C8-FFA0-8E2957F1B51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234065" y="3385310"/>
            <a:ext cx="717036" cy="717036"/>
          </a:xfrm>
          <a:prstGeom prst="rect">
            <a:avLst/>
          </a:prstGeom>
        </p:spPr>
      </p:pic>
      <p:sp>
        <p:nvSpPr>
          <p:cNvPr id="40" name="TextBox 39">
            <a:extLst>
              <a:ext uri="{FF2B5EF4-FFF2-40B4-BE49-F238E27FC236}">
                <a16:creationId xmlns:a16="http://schemas.microsoft.com/office/drawing/2014/main" id="{F78B6536-C4C0-6E55-3F1F-9ECE73FAC627}"/>
              </a:ext>
            </a:extLst>
          </p:cNvPr>
          <p:cNvSpPr txBox="1"/>
          <p:nvPr/>
        </p:nvSpPr>
        <p:spPr>
          <a:xfrm>
            <a:off x="5773053" y="3512996"/>
            <a:ext cx="1751535" cy="461665"/>
          </a:xfrm>
          <a:prstGeom prst="rect">
            <a:avLst/>
          </a:prstGeom>
          <a:noFill/>
        </p:spPr>
        <p:txBody>
          <a:bodyPr wrap="square">
            <a:spAutoFit/>
          </a:bodyPr>
          <a:lstStyle/>
          <a:p>
            <a:r>
              <a:rPr lang="de-DE" sz="2400" b="1"/>
              <a:t>X 2</a:t>
            </a:r>
          </a:p>
        </p:txBody>
      </p:sp>
      <p:pic>
        <p:nvPicPr>
          <p:cNvPr id="41" name="Picture 40" descr="Water Heater Icon #320192 - Free Icons Library">
            <a:extLst>
              <a:ext uri="{FF2B5EF4-FFF2-40B4-BE49-F238E27FC236}">
                <a16:creationId xmlns:a16="http://schemas.microsoft.com/office/drawing/2014/main" id="{0509BA24-CD74-205E-C1EA-3C455FAFC2E5}"/>
              </a:ext>
            </a:extLst>
          </p:cNvPr>
          <p:cNvPicPr>
            <a:picLocks noChangeAspect="1"/>
          </p:cNvPicPr>
          <p:nvPr/>
        </p:nvPicPr>
        <p:blipFill>
          <a:blip r:embed="rId10">
            <a:biLevel thresh="50000"/>
          </a:blip>
          <a:srcRect l="30378" r="28537" b="358"/>
          <a:stretch>
            <a:fillRect/>
          </a:stretch>
        </p:blipFill>
        <p:spPr>
          <a:xfrm>
            <a:off x="1893205" y="2475016"/>
            <a:ext cx="309773" cy="518802"/>
          </a:xfrm>
          <a:prstGeom prst="rect">
            <a:avLst/>
          </a:prstGeom>
        </p:spPr>
      </p:pic>
      <p:pic>
        <p:nvPicPr>
          <p:cNvPr id="42" name="Picture 41" descr="Water Heater Icon #320192 - Free Icons Library">
            <a:extLst>
              <a:ext uri="{FF2B5EF4-FFF2-40B4-BE49-F238E27FC236}">
                <a16:creationId xmlns:a16="http://schemas.microsoft.com/office/drawing/2014/main" id="{9EE9851B-476B-E230-62C0-A10CE21807D1}"/>
              </a:ext>
            </a:extLst>
          </p:cNvPr>
          <p:cNvPicPr>
            <a:picLocks noChangeAspect="1"/>
          </p:cNvPicPr>
          <p:nvPr/>
        </p:nvPicPr>
        <p:blipFill>
          <a:blip r:embed="rId10">
            <a:biLevel thresh="50000"/>
          </a:blip>
          <a:srcRect l="30378" r="28537" b="358"/>
          <a:stretch>
            <a:fillRect/>
          </a:stretch>
        </p:blipFill>
        <p:spPr>
          <a:xfrm>
            <a:off x="2432093" y="2475016"/>
            <a:ext cx="309773" cy="518802"/>
          </a:xfrm>
          <a:prstGeom prst="rect">
            <a:avLst/>
          </a:prstGeom>
        </p:spPr>
      </p:pic>
      <p:pic>
        <p:nvPicPr>
          <p:cNvPr id="43" name="Picture 42" descr="Water Heater Icon #320192 - Free Icons Library">
            <a:extLst>
              <a:ext uri="{FF2B5EF4-FFF2-40B4-BE49-F238E27FC236}">
                <a16:creationId xmlns:a16="http://schemas.microsoft.com/office/drawing/2014/main" id="{9A628590-8413-6253-2449-59EAE9518F8E}"/>
              </a:ext>
            </a:extLst>
          </p:cNvPr>
          <p:cNvPicPr>
            <a:picLocks noChangeAspect="1"/>
          </p:cNvPicPr>
          <p:nvPr/>
        </p:nvPicPr>
        <p:blipFill>
          <a:blip r:embed="rId10">
            <a:biLevel thresh="50000"/>
          </a:blip>
          <a:srcRect l="30378" r="28537" b="358"/>
          <a:stretch>
            <a:fillRect/>
          </a:stretch>
        </p:blipFill>
        <p:spPr>
          <a:xfrm>
            <a:off x="2970981" y="2475016"/>
            <a:ext cx="309773" cy="518802"/>
          </a:xfrm>
          <a:prstGeom prst="rect">
            <a:avLst/>
          </a:prstGeom>
        </p:spPr>
      </p:pic>
      <p:pic>
        <p:nvPicPr>
          <p:cNvPr id="44" name="Picture 43" descr="Water Heater Icon #320192 - Free Icons Library">
            <a:extLst>
              <a:ext uri="{FF2B5EF4-FFF2-40B4-BE49-F238E27FC236}">
                <a16:creationId xmlns:a16="http://schemas.microsoft.com/office/drawing/2014/main" id="{0D04F46E-F5B0-9DF5-24E7-E78064057850}"/>
              </a:ext>
            </a:extLst>
          </p:cNvPr>
          <p:cNvPicPr>
            <a:picLocks noChangeAspect="1"/>
          </p:cNvPicPr>
          <p:nvPr/>
        </p:nvPicPr>
        <p:blipFill>
          <a:blip r:embed="rId10">
            <a:biLevel thresh="50000"/>
          </a:blip>
          <a:srcRect l="30378" r="28537" b="358"/>
          <a:stretch>
            <a:fillRect/>
          </a:stretch>
        </p:blipFill>
        <p:spPr>
          <a:xfrm>
            <a:off x="3509869" y="1995417"/>
            <a:ext cx="596138" cy="998401"/>
          </a:xfrm>
          <a:prstGeom prst="rect">
            <a:avLst/>
          </a:prstGeom>
        </p:spPr>
      </p:pic>
      <p:pic>
        <p:nvPicPr>
          <p:cNvPr id="45" name="Picture 44" descr="Water Heater Icon #320192 - Free Icons Library">
            <a:extLst>
              <a:ext uri="{FF2B5EF4-FFF2-40B4-BE49-F238E27FC236}">
                <a16:creationId xmlns:a16="http://schemas.microsoft.com/office/drawing/2014/main" id="{8E389DBA-E075-0925-236A-39E60E7E16BA}"/>
              </a:ext>
            </a:extLst>
          </p:cNvPr>
          <p:cNvPicPr>
            <a:picLocks noChangeAspect="1"/>
          </p:cNvPicPr>
          <p:nvPr/>
        </p:nvPicPr>
        <p:blipFill>
          <a:blip r:embed="rId10">
            <a:biLevel thresh="50000"/>
          </a:blip>
          <a:srcRect l="30378" r="28537" b="358"/>
          <a:stretch>
            <a:fillRect/>
          </a:stretch>
        </p:blipFill>
        <p:spPr>
          <a:xfrm>
            <a:off x="4335122" y="2475016"/>
            <a:ext cx="309773" cy="518802"/>
          </a:xfrm>
          <a:prstGeom prst="rect">
            <a:avLst/>
          </a:prstGeom>
        </p:spPr>
      </p:pic>
      <p:pic>
        <p:nvPicPr>
          <p:cNvPr id="46" name="Picture 45" descr="Water Heater Icon #320192 - Free Icons Library">
            <a:extLst>
              <a:ext uri="{FF2B5EF4-FFF2-40B4-BE49-F238E27FC236}">
                <a16:creationId xmlns:a16="http://schemas.microsoft.com/office/drawing/2014/main" id="{039520CF-76E5-E357-8E38-A39261D1E403}"/>
              </a:ext>
            </a:extLst>
          </p:cNvPr>
          <p:cNvPicPr>
            <a:picLocks noChangeAspect="1"/>
          </p:cNvPicPr>
          <p:nvPr/>
        </p:nvPicPr>
        <p:blipFill>
          <a:blip r:embed="rId10">
            <a:biLevel thresh="50000"/>
          </a:blip>
          <a:srcRect l="30378" r="28537" b="358"/>
          <a:stretch>
            <a:fillRect/>
          </a:stretch>
        </p:blipFill>
        <p:spPr>
          <a:xfrm>
            <a:off x="4874010" y="2475016"/>
            <a:ext cx="309773" cy="518802"/>
          </a:xfrm>
          <a:prstGeom prst="rect">
            <a:avLst/>
          </a:prstGeom>
        </p:spPr>
      </p:pic>
      <p:pic>
        <p:nvPicPr>
          <p:cNvPr id="48" name="Picture 47" descr="Water Heater Icon #320192 - Free Icons Library">
            <a:extLst>
              <a:ext uri="{FF2B5EF4-FFF2-40B4-BE49-F238E27FC236}">
                <a16:creationId xmlns:a16="http://schemas.microsoft.com/office/drawing/2014/main" id="{7568BA4A-E4F6-02FE-3A74-D56AA55A962C}"/>
              </a:ext>
            </a:extLst>
          </p:cNvPr>
          <p:cNvPicPr>
            <a:picLocks noChangeAspect="1"/>
          </p:cNvPicPr>
          <p:nvPr/>
        </p:nvPicPr>
        <p:blipFill>
          <a:blip r:embed="rId10">
            <a:biLevel thresh="50000"/>
          </a:blip>
          <a:srcRect l="30378" r="28537" b="358"/>
          <a:stretch>
            <a:fillRect/>
          </a:stretch>
        </p:blipFill>
        <p:spPr>
          <a:xfrm>
            <a:off x="5412898" y="1995417"/>
            <a:ext cx="596138" cy="998401"/>
          </a:xfrm>
          <a:prstGeom prst="rect">
            <a:avLst/>
          </a:prstGeom>
        </p:spPr>
      </p:pic>
      <p:pic>
        <p:nvPicPr>
          <p:cNvPr id="49" name="Picture 48" descr="Water Heater Icon #320192 - Free Icons Library">
            <a:extLst>
              <a:ext uri="{FF2B5EF4-FFF2-40B4-BE49-F238E27FC236}">
                <a16:creationId xmlns:a16="http://schemas.microsoft.com/office/drawing/2014/main" id="{3D2A3BFD-FCBD-6F4A-6DA0-822CC99CA893}"/>
              </a:ext>
            </a:extLst>
          </p:cNvPr>
          <p:cNvPicPr>
            <a:picLocks noChangeAspect="1"/>
          </p:cNvPicPr>
          <p:nvPr/>
        </p:nvPicPr>
        <p:blipFill>
          <a:blip r:embed="rId10">
            <a:biLevel thresh="50000"/>
          </a:blip>
          <a:srcRect l="30378" r="28537" b="358"/>
          <a:stretch>
            <a:fillRect/>
          </a:stretch>
        </p:blipFill>
        <p:spPr>
          <a:xfrm>
            <a:off x="6238151" y="2475016"/>
            <a:ext cx="309773" cy="518802"/>
          </a:xfrm>
          <a:prstGeom prst="rect">
            <a:avLst/>
          </a:prstGeom>
        </p:spPr>
      </p:pic>
      <p:pic>
        <p:nvPicPr>
          <p:cNvPr id="50" name="Picture 49" descr="Water Heater Icon #320192 - Free Icons Library">
            <a:extLst>
              <a:ext uri="{FF2B5EF4-FFF2-40B4-BE49-F238E27FC236}">
                <a16:creationId xmlns:a16="http://schemas.microsoft.com/office/drawing/2014/main" id="{05FEAF47-B662-5AFA-2CA7-5AB3A43C0BFD}"/>
              </a:ext>
            </a:extLst>
          </p:cNvPr>
          <p:cNvPicPr>
            <a:picLocks noChangeAspect="1"/>
          </p:cNvPicPr>
          <p:nvPr/>
        </p:nvPicPr>
        <p:blipFill>
          <a:blip r:embed="rId10">
            <a:biLevel thresh="50000"/>
          </a:blip>
          <a:srcRect l="30378" r="28537" b="358"/>
          <a:stretch>
            <a:fillRect/>
          </a:stretch>
        </p:blipFill>
        <p:spPr>
          <a:xfrm>
            <a:off x="6777039" y="2475016"/>
            <a:ext cx="309773" cy="518802"/>
          </a:xfrm>
          <a:prstGeom prst="rect">
            <a:avLst/>
          </a:prstGeom>
        </p:spPr>
      </p:pic>
      <p:pic>
        <p:nvPicPr>
          <p:cNvPr id="51" name="Picture 50" descr="Water Heater Icon #320192 - Free Icons Library">
            <a:extLst>
              <a:ext uri="{FF2B5EF4-FFF2-40B4-BE49-F238E27FC236}">
                <a16:creationId xmlns:a16="http://schemas.microsoft.com/office/drawing/2014/main" id="{4A4040BE-F10A-590B-FB41-9F9320E36506}"/>
              </a:ext>
            </a:extLst>
          </p:cNvPr>
          <p:cNvPicPr>
            <a:picLocks noChangeAspect="1"/>
          </p:cNvPicPr>
          <p:nvPr/>
        </p:nvPicPr>
        <p:blipFill>
          <a:blip r:embed="rId10">
            <a:biLevel thresh="50000"/>
          </a:blip>
          <a:srcRect l="30378" r="28537" b="358"/>
          <a:stretch>
            <a:fillRect/>
          </a:stretch>
        </p:blipFill>
        <p:spPr>
          <a:xfrm>
            <a:off x="7315927" y="2475016"/>
            <a:ext cx="309773" cy="518802"/>
          </a:xfrm>
          <a:prstGeom prst="rect">
            <a:avLst/>
          </a:prstGeom>
        </p:spPr>
      </p:pic>
      <p:pic>
        <p:nvPicPr>
          <p:cNvPr id="52" name="Picture 51" descr="Water Heater Icon #320192 - Free Icons Library">
            <a:extLst>
              <a:ext uri="{FF2B5EF4-FFF2-40B4-BE49-F238E27FC236}">
                <a16:creationId xmlns:a16="http://schemas.microsoft.com/office/drawing/2014/main" id="{7D961400-4EA6-6AA4-4A16-0C0B470AE969}"/>
              </a:ext>
            </a:extLst>
          </p:cNvPr>
          <p:cNvPicPr>
            <a:picLocks noChangeAspect="1"/>
          </p:cNvPicPr>
          <p:nvPr/>
        </p:nvPicPr>
        <p:blipFill>
          <a:blip r:embed="rId10">
            <a:biLevel thresh="50000"/>
          </a:blip>
          <a:srcRect l="30378" r="28537" b="358"/>
          <a:stretch>
            <a:fillRect/>
          </a:stretch>
        </p:blipFill>
        <p:spPr>
          <a:xfrm>
            <a:off x="7854819" y="2218177"/>
            <a:ext cx="459490" cy="769545"/>
          </a:xfrm>
          <a:prstGeom prst="rect">
            <a:avLst/>
          </a:prstGeom>
        </p:spPr>
      </p:pic>
      <p:pic>
        <p:nvPicPr>
          <p:cNvPr id="61" name="Graphic 60" descr="Thermometer with solid fill">
            <a:extLst>
              <a:ext uri="{FF2B5EF4-FFF2-40B4-BE49-F238E27FC236}">
                <a16:creationId xmlns:a16="http://schemas.microsoft.com/office/drawing/2014/main" id="{FD972D41-809C-6FC3-D7CC-8D8C41A8EE8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689171" y="1897210"/>
            <a:ext cx="1121919" cy="1101866"/>
          </a:xfrm>
          <a:prstGeom prst="rect">
            <a:avLst/>
          </a:prstGeom>
        </p:spPr>
      </p:pic>
      <p:pic>
        <p:nvPicPr>
          <p:cNvPr id="22" name="Graphic 21" descr="Dollar with solid fill">
            <a:extLst>
              <a:ext uri="{FF2B5EF4-FFF2-40B4-BE49-F238E27FC236}">
                <a16:creationId xmlns:a16="http://schemas.microsoft.com/office/drawing/2014/main" id="{6067E780-D67E-DCE1-C374-B78E8002D0B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782564" y="1263049"/>
            <a:ext cx="1101866" cy="1101866"/>
          </a:xfrm>
          <a:prstGeom prst="rect">
            <a:avLst/>
          </a:prstGeom>
        </p:spPr>
      </p:pic>
      <p:pic>
        <p:nvPicPr>
          <p:cNvPr id="29" name="Graphic 28" descr="Open hand with plant with solid fill">
            <a:extLst>
              <a:ext uri="{FF2B5EF4-FFF2-40B4-BE49-F238E27FC236}">
                <a16:creationId xmlns:a16="http://schemas.microsoft.com/office/drawing/2014/main" id="{190A91E8-72C2-B47A-6B47-503EA3276A36}"/>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0975903" y="2091386"/>
            <a:ext cx="959684" cy="959684"/>
          </a:xfrm>
          <a:prstGeom prst="rect">
            <a:avLst/>
          </a:prstGeom>
        </p:spPr>
      </p:pic>
      <p:grpSp>
        <p:nvGrpSpPr>
          <p:cNvPr id="54" name="Group 53">
            <a:extLst>
              <a:ext uri="{FF2B5EF4-FFF2-40B4-BE49-F238E27FC236}">
                <a16:creationId xmlns:a16="http://schemas.microsoft.com/office/drawing/2014/main" id="{FCCDEC32-B90D-BD67-797D-24CF2E022539}"/>
              </a:ext>
            </a:extLst>
          </p:cNvPr>
          <p:cNvGrpSpPr/>
          <p:nvPr/>
        </p:nvGrpSpPr>
        <p:grpSpPr>
          <a:xfrm>
            <a:off x="1185938" y="1755750"/>
            <a:ext cx="644303" cy="511959"/>
            <a:chOff x="1668225" y="2913055"/>
            <a:chExt cx="644303" cy="511959"/>
          </a:xfrm>
        </p:grpSpPr>
        <p:sp>
          <p:nvSpPr>
            <p:cNvPr id="37" name="TextBox 36">
              <a:extLst>
                <a:ext uri="{FF2B5EF4-FFF2-40B4-BE49-F238E27FC236}">
                  <a16:creationId xmlns:a16="http://schemas.microsoft.com/office/drawing/2014/main" id="{AA26C5AB-2E67-A0BA-DBA1-7637EBDD43A5}"/>
                </a:ext>
              </a:extLst>
            </p:cNvPr>
            <p:cNvSpPr txBox="1"/>
            <p:nvPr/>
          </p:nvSpPr>
          <p:spPr>
            <a:xfrm>
              <a:off x="1668225" y="2992424"/>
              <a:ext cx="644303" cy="369332"/>
            </a:xfrm>
            <a:prstGeom prst="rect">
              <a:avLst/>
            </a:prstGeom>
            <a:noFill/>
            <a:ln>
              <a:noFill/>
            </a:ln>
          </p:spPr>
          <p:txBody>
            <a:bodyPr wrap="square">
              <a:spAutoFit/>
            </a:bodyPr>
            <a:lstStyle/>
            <a:p>
              <a:pPr algn="ctr"/>
              <a:r>
                <a:rPr lang="de-DE" sz="1800"/>
                <a:t>PA</a:t>
              </a:r>
              <a:endParaRPr lang="de-DE"/>
            </a:p>
          </p:txBody>
        </p:sp>
        <p:pic>
          <p:nvPicPr>
            <p:cNvPr id="47" name="Picture 46" descr="Red forbidden sign no warning icon on blank background 4144357 Vector Art  at Vecteezy">
              <a:extLst>
                <a:ext uri="{FF2B5EF4-FFF2-40B4-BE49-F238E27FC236}">
                  <a16:creationId xmlns:a16="http://schemas.microsoft.com/office/drawing/2014/main" id="{C8C7F65A-D48F-0AF4-FF84-2891A455E11D}"/>
                </a:ext>
              </a:extLst>
            </p:cNvPr>
            <p:cNvPicPr>
              <a:picLocks noChangeAspect="1"/>
            </p:cNvPicPr>
            <p:nvPr/>
          </p:nvPicPr>
          <p:blipFill>
            <a:blip r:embed="rId19">
              <a:duotone>
                <a:prstClr val="black"/>
                <a:schemeClr val="tx2">
                  <a:tint val="45000"/>
                  <a:satMod val="400000"/>
                </a:schemeClr>
              </a:duotone>
            </a:blip>
            <a:srcRect l="9237" t="7206" r="10671" b="6748"/>
            <a:stretch>
              <a:fillRect/>
            </a:stretch>
          </p:blipFill>
          <p:spPr>
            <a:xfrm>
              <a:off x="1734134" y="2913055"/>
              <a:ext cx="490872" cy="511959"/>
            </a:xfrm>
            <a:prstGeom prst="rect">
              <a:avLst/>
            </a:prstGeom>
            <a:noFill/>
            <a:ln>
              <a:noFill/>
            </a:ln>
          </p:spPr>
        </p:pic>
      </p:grpSp>
      <p:grpSp>
        <p:nvGrpSpPr>
          <p:cNvPr id="56" name="Group 55">
            <a:extLst>
              <a:ext uri="{FF2B5EF4-FFF2-40B4-BE49-F238E27FC236}">
                <a16:creationId xmlns:a16="http://schemas.microsoft.com/office/drawing/2014/main" id="{7A3A23C1-3B14-6C40-FE5C-90B9BA3D7104}"/>
              </a:ext>
            </a:extLst>
          </p:cNvPr>
          <p:cNvGrpSpPr/>
          <p:nvPr/>
        </p:nvGrpSpPr>
        <p:grpSpPr>
          <a:xfrm>
            <a:off x="2791165" y="1755750"/>
            <a:ext cx="644303" cy="511959"/>
            <a:chOff x="1668225" y="2916865"/>
            <a:chExt cx="644303" cy="511959"/>
          </a:xfrm>
        </p:grpSpPr>
        <p:sp>
          <p:nvSpPr>
            <p:cNvPr id="58" name="TextBox 57">
              <a:extLst>
                <a:ext uri="{FF2B5EF4-FFF2-40B4-BE49-F238E27FC236}">
                  <a16:creationId xmlns:a16="http://schemas.microsoft.com/office/drawing/2014/main" id="{5D303084-80F5-3E9F-AB2D-052A688064C9}"/>
                </a:ext>
              </a:extLst>
            </p:cNvPr>
            <p:cNvSpPr txBox="1"/>
            <p:nvPr/>
          </p:nvSpPr>
          <p:spPr>
            <a:xfrm>
              <a:off x="1668225" y="2992424"/>
              <a:ext cx="644303" cy="369332"/>
            </a:xfrm>
            <a:prstGeom prst="rect">
              <a:avLst/>
            </a:prstGeom>
            <a:noFill/>
            <a:ln>
              <a:noFill/>
            </a:ln>
          </p:spPr>
          <p:txBody>
            <a:bodyPr wrap="square">
              <a:spAutoFit/>
            </a:bodyPr>
            <a:lstStyle/>
            <a:p>
              <a:pPr algn="ctr"/>
              <a:r>
                <a:rPr lang="de-DE" sz="1800"/>
                <a:t>PA</a:t>
              </a:r>
              <a:endParaRPr lang="de-DE"/>
            </a:p>
          </p:txBody>
        </p:sp>
        <p:pic>
          <p:nvPicPr>
            <p:cNvPr id="60" name="Picture 59" descr="Red forbidden sign no warning icon on blank background 4144357 Vector Art  at Vecteezy">
              <a:extLst>
                <a:ext uri="{FF2B5EF4-FFF2-40B4-BE49-F238E27FC236}">
                  <a16:creationId xmlns:a16="http://schemas.microsoft.com/office/drawing/2014/main" id="{6C137BD4-51EB-6823-50AF-D1F5D18AB892}"/>
                </a:ext>
              </a:extLst>
            </p:cNvPr>
            <p:cNvPicPr>
              <a:picLocks noChangeAspect="1"/>
            </p:cNvPicPr>
            <p:nvPr/>
          </p:nvPicPr>
          <p:blipFill>
            <a:blip r:embed="rId19">
              <a:duotone>
                <a:prstClr val="black"/>
                <a:schemeClr val="tx2">
                  <a:tint val="45000"/>
                  <a:satMod val="400000"/>
                </a:schemeClr>
              </a:duotone>
            </a:blip>
            <a:srcRect l="9237" t="7206" r="10671" b="6748"/>
            <a:stretch>
              <a:fillRect/>
            </a:stretch>
          </p:blipFill>
          <p:spPr>
            <a:xfrm>
              <a:off x="1741754" y="2916865"/>
              <a:ext cx="490872" cy="511959"/>
            </a:xfrm>
            <a:prstGeom prst="rect">
              <a:avLst/>
            </a:prstGeom>
            <a:noFill/>
            <a:ln>
              <a:noFill/>
            </a:ln>
          </p:spPr>
        </p:pic>
      </p:grpSp>
      <p:grpSp>
        <p:nvGrpSpPr>
          <p:cNvPr id="62" name="Group 61">
            <a:extLst>
              <a:ext uri="{FF2B5EF4-FFF2-40B4-BE49-F238E27FC236}">
                <a16:creationId xmlns:a16="http://schemas.microsoft.com/office/drawing/2014/main" id="{040638D2-B881-ADAA-F697-2EC827D4D30A}"/>
              </a:ext>
            </a:extLst>
          </p:cNvPr>
          <p:cNvGrpSpPr/>
          <p:nvPr/>
        </p:nvGrpSpPr>
        <p:grpSpPr>
          <a:xfrm>
            <a:off x="1732978" y="1755750"/>
            <a:ext cx="644303" cy="511959"/>
            <a:chOff x="1668225" y="2916865"/>
            <a:chExt cx="644303" cy="511959"/>
          </a:xfrm>
        </p:grpSpPr>
        <p:sp>
          <p:nvSpPr>
            <p:cNvPr id="66" name="TextBox 65">
              <a:extLst>
                <a:ext uri="{FF2B5EF4-FFF2-40B4-BE49-F238E27FC236}">
                  <a16:creationId xmlns:a16="http://schemas.microsoft.com/office/drawing/2014/main" id="{5724676D-49C7-5D9C-D84B-A4B9FB44462D}"/>
                </a:ext>
              </a:extLst>
            </p:cNvPr>
            <p:cNvSpPr txBox="1"/>
            <p:nvPr/>
          </p:nvSpPr>
          <p:spPr>
            <a:xfrm>
              <a:off x="1668225" y="2992424"/>
              <a:ext cx="644303" cy="369332"/>
            </a:xfrm>
            <a:prstGeom prst="rect">
              <a:avLst/>
            </a:prstGeom>
            <a:noFill/>
            <a:ln>
              <a:noFill/>
            </a:ln>
          </p:spPr>
          <p:txBody>
            <a:bodyPr wrap="square">
              <a:spAutoFit/>
            </a:bodyPr>
            <a:lstStyle/>
            <a:p>
              <a:pPr algn="ctr"/>
              <a:r>
                <a:rPr lang="de-DE" sz="1800"/>
                <a:t>PA</a:t>
              </a:r>
              <a:endParaRPr lang="de-DE"/>
            </a:p>
          </p:txBody>
        </p:sp>
        <p:pic>
          <p:nvPicPr>
            <p:cNvPr id="67" name="Picture 66" descr="Red forbidden sign no warning icon on blank background 4144357 Vector Art  at Vecteezy">
              <a:extLst>
                <a:ext uri="{FF2B5EF4-FFF2-40B4-BE49-F238E27FC236}">
                  <a16:creationId xmlns:a16="http://schemas.microsoft.com/office/drawing/2014/main" id="{570E8BBD-301B-5171-3EDC-8BCA606D37FC}"/>
                </a:ext>
              </a:extLst>
            </p:cNvPr>
            <p:cNvPicPr>
              <a:picLocks noChangeAspect="1"/>
            </p:cNvPicPr>
            <p:nvPr/>
          </p:nvPicPr>
          <p:blipFill>
            <a:blip r:embed="rId19">
              <a:duotone>
                <a:prstClr val="black"/>
                <a:schemeClr val="tx2">
                  <a:tint val="45000"/>
                  <a:satMod val="400000"/>
                </a:schemeClr>
              </a:duotone>
            </a:blip>
            <a:srcRect l="9237" t="7206" r="10671" b="6748"/>
            <a:stretch>
              <a:fillRect/>
            </a:stretch>
          </p:blipFill>
          <p:spPr>
            <a:xfrm>
              <a:off x="1736039" y="2916865"/>
              <a:ext cx="490872" cy="511959"/>
            </a:xfrm>
            <a:prstGeom prst="rect">
              <a:avLst/>
            </a:prstGeom>
            <a:noFill/>
            <a:ln>
              <a:noFill/>
            </a:ln>
          </p:spPr>
        </p:pic>
      </p:grpSp>
      <p:grpSp>
        <p:nvGrpSpPr>
          <p:cNvPr id="73" name="Group 72">
            <a:extLst>
              <a:ext uri="{FF2B5EF4-FFF2-40B4-BE49-F238E27FC236}">
                <a16:creationId xmlns:a16="http://schemas.microsoft.com/office/drawing/2014/main" id="{A48B1F75-055C-D079-2CA0-3B807740B091}"/>
              </a:ext>
            </a:extLst>
          </p:cNvPr>
          <p:cNvGrpSpPr/>
          <p:nvPr/>
        </p:nvGrpSpPr>
        <p:grpSpPr>
          <a:xfrm>
            <a:off x="4148421" y="1755750"/>
            <a:ext cx="644303" cy="511959"/>
            <a:chOff x="1668225" y="2916865"/>
            <a:chExt cx="644303" cy="511959"/>
          </a:xfrm>
        </p:grpSpPr>
        <p:sp>
          <p:nvSpPr>
            <p:cNvPr id="74" name="TextBox 73">
              <a:extLst>
                <a:ext uri="{FF2B5EF4-FFF2-40B4-BE49-F238E27FC236}">
                  <a16:creationId xmlns:a16="http://schemas.microsoft.com/office/drawing/2014/main" id="{A7DEFDE1-B981-0BA3-8AAB-2C412AF01736}"/>
                </a:ext>
              </a:extLst>
            </p:cNvPr>
            <p:cNvSpPr txBox="1"/>
            <p:nvPr/>
          </p:nvSpPr>
          <p:spPr>
            <a:xfrm>
              <a:off x="1668225" y="2992424"/>
              <a:ext cx="644303" cy="369332"/>
            </a:xfrm>
            <a:prstGeom prst="rect">
              <a:avLst/>
            </a:prstGeom>
            <a:noFill/>
            <a:ln>
              <a:noFill/>
            </a:ln>
          </p:spPr>
          <p:txBody>
            <a:bodyPr wrap="square">
              <a:spAutoFit/>
            </a:bodyPr>
            <a:lstStyle/>
            <a:p>
              <a:pPr algn="ctr"/>
              <a:r>
                <a:rPr lang="de-DE" sz="1800"/>
                <a:t>PA</a:t>
              </a:r>
              <a:endParaRPr lang="de-DE"/>
            </a:p>
          </p:txBody>
        </p:sp>
        <p:pic>
          <p:nvPicPr>
            <p:cNvPr id="75" name="Picture 74" descr="Red forbidden sign no warning icon on blank background 4144357 Vector Art  at Vecteezy">
              <a:extLst>
                <a:ext uri="{FF2B5EF4-FFF2-40B4-BE49-F238E27FC236}">
                  <a16:creationId xmlns:a16="http://schemas.microsoft.com/office/drawing/2014/main" id="{A896DC14-E8F0-B106-5D95-78B45FF1A0CB}"/>
                </a:ext>
              </a:extLst>
            </p:cNvPr>
            <p:cNvPicPr>
              <a:picLocks noChangeAspect="1"/>
            </p:cNvPicPr>
            <p:nvPr/>
          </p:nvPicPr>
          <p:blipFill>
            <a:blip r:embed="rId19">
              <a:duotone>
                <a:prstClr val="black"/>
                <a:schemeClr val="tx2">
                  <a:tint val="45000"/>
                  <a:satMod val="400000"/>
                </a:schemeClr>
              </a:duotone>
            </a:blip>
            <a:srcRect l="9237" t="7206" r="10671" b="6748"/>
            <a:stretch>
              <a:fillRect/>
            </a:stretch>
          </p:blipFill>
          <p:spPr>
            <a:xfrm>
              <a:off x="1741754" y="2916865"/>
              <a:ext cx="490872" cy="511959"/>
            </a:xfrm>
            <a:prstGeom prst="rect">
              <a:avLst/>
            </a:prstGeom>
            <a:noFill/>
            <a:ln>
              <a:noFill/>
            </a:ln>
          </p:spPr>
        </p:pic>
      </p:grpSp>
      <p:grpSp>
        <p:nvGrpSpPr>
          <p:cNvPr id="76" name="Group 75">
            <a:extLst>
              <a:ext uri="{FF2B5EF4-FFF2-40B4-BE49-F238E27FC236}">
                <a16:creationId xmlns:a16="http://schemas.microsoft.com/office/drawing/2014/main" id="{22EFB290-6B2D-65DB-E340-AB3A384EF374}"/>
              </a:ext>
            </a:extLst>
          </p:cNvPr>
          <p:cNvGrpSpPr/>
          <p:nvPr/>
        </p:nvGrpSpPr>
        <p:grpSpPr>
          <a:xfrm>
            <a:off x="4704866" y="1755750"/>
            <a:ext cx="644303" cy="511959"/>
            <a:chOff x="1668225" y="2916865"/>
            <a:chExt cx="644303" cy="511959"/>
          </a:xfrm>
        </p:grpSpPr>
        <p:sp>
          <p:nvSpPr>
            <p:cNvPr id="77" name="TextBox 76">
              <a:extLst>
                <a:ext uri="{FF2B5EF4-FFF2-40B4-BE49-F238E27FC236}">
                  <a16:creationId xmlns:a16="http://schemas.microsoft.com/office/drawing/2014/main" id="{8665AFBF-56F6-DDC5-A7E4-C583E0A38CE2}"/>
                </a:ext>
              </a:extLst>
            </p:cNvPr>
            <p:cNvSpPr txBox="1"/>
            <p:nvPr/>
          </p:nvSpPr>
          <p:spPr>
            <a:xfrm>
              <a:off x="1668225" y="2992424"/>
              <a:ext cx="644303" cy="369332"/>
            </a:xfrm>
            <a:prstGeom prst="rect">
              <a:avLst/>
            </a:prstGeom>
            <a:noFill/>
            <a:ln>
              <a:noFill/>
            </a:ln>
          </p:spPr>
          <p:txBody>
            <a:bodyPr wrap="square">
              <a:spAutoFit/>
            </a:bodyPr>
            <a:lstStyle/>
            <a:p>
              <a:pPr algn="ctr"/>
              <a:r>
                <a:rPr lang="de-DE" sz="1800"/>
                <a:t>PA</a:t>
              </a:r>
              <a:endParaRPr lang="de-DE"/>
            </a:p>
          </p:txBody>
        </p:sp>
        <p:pic>
          <p:nvPicPr>
            <p:cNvPr id="78" name="Picture 77" descr="Red forbidden sign no warning icon on blank background 4144357 Vector Art  at Vecteezy">
              <a:extLst>
                <a:ext uri="{FF2B5EF4-FFF2-40B4-BE49-F238E27FC236}">
                  <a16:creationId xmlns:a16="http://schemas.microsoft.com/office/drawing/2014/main" id="{0ABA3B9B-0DEB-2381-FA9A-DB79D0EC8803}"/>
                </a:ext>
              </a:extLst>
            </p:cNvPr>
            <p:cNvPicPr>
              <a:picLocks noChangeAspect="1"/>
            </p:cNvPicPr>
            <p:nvPr/>
          </p:nvPicPr>
          <p:blipFill>
            <a:blip r:embed="rId19">
              <a:duotone>
                <a:prstClr val="black"/>
                <a:schemeClr val="tx2">
                  <a:tint val="45000"/>
                  <a:satMod val="400000"/>
                </a:schemeClr>
              </a:duotone>
            </a:blip>
            <a:srcRect l="9237" t="7206" r="10671" b="6748"/>
            <a:stretch>
              <a:fillRect/>
            </a:stretch>
          </p:blipFill>
          <p:spPr>
            <a:xfrm>
              <a:off x="1741754" y="2916865"/>
              <a:ext cx="490872" cy="511959"/>
            </a:xfrm>
            <a:prstGeom prst="rect">
              <a:avLst/>
            </a:prstGeom>
            <a:noFill/>
            <a:ln>
              <a:noFill/>
            </a:ln>
          </p:spPr>
        </p:pic>
      </p:grpSp>
      <p:grpSp>
        <p:nvGrpSpPr>
          <p:cNvPr id="79" name="Group 78">
            <a:extLst>
              <a:ext uri="{FF2B5EF4-FFF2-40B4-BE49-F238E27FC236}">
                <a16:creationId xmlns:a16="http://schemas.microsoft.com/office/drawing/2014/main" id="{A6A9CC5E-297C-9B1F-9101-26E4B2C14484}"/>
              </a:ext>
            </a:extLst>
          </p:cNvPr>
          <p:cNvGrpSpPr/>
          <p:nvPr/>
        </p:nvGrpSpPr>
        <p:grpSpPr>
          <a:xfrm>
            <a:off x="6059661" y="1755750"/>
            <a:ext cx="644303" cy="511959"/>
            <a:chOff x="1668225" y="2916865"/>
            <a:chExt cx="644303" cy="511959"/>
          </a:xfrm>
        </p:grpSpPr>
        <p:sp>
          <p:nvSpPr>
            <p:cNvPr id="80" name="TextBox 79">
              <a:extLst>
                <a:ext uri="{FF2B5EF4-FFF2-40B4-BE49-F238E27FC236}">
                  <a16:creationId xmlns:a16="http://schemas.microsoft.com/office/drawing/2014/main" id="{4026406C-5C60-6682-190C-100268073D02}"/>
                </a:ext>
              </a:extLst>
            </p:cNvPr>
            <p:cNvSpPr txBox="1"/>
            <p:nvPr/>
          </p:nvSpPr>
          <p:spPr>
            <a:xfrm>
              <a:off x="1668225" y="2992424"/>
              <a:ext cx="644303" cy="369332"/>
            </a:xfrm>
            <a:prstGeom prst="rect">
              <a:avLst/>
            </a:prstGeom>
            <a:noFill/>
            <a:ln>
              <a:noFill/>
            </a:ln>
          </p:spPr>
          <p:txBody>
            <a:bodyPr wrap="square">
              <a:spAutoFit/>
            </a:bodyPr>
            <a:lstStyle/>
            <a:p>
              <a:pPr algn="ctr"/>
              <a:r>
                <a:rPr lang="de-DE" sz="1800"/>
                <a:t>PA</a:t>
              </a:r>
              <a:endParaRPr lang="de-DE"/>
            </a:p>
          </p:txBody>
        </p:sp>
        <p:pic>
          <p:nvPicPr>
            <p:cNvPr id="81" name="Picture 80" descr="Red forbidden sign no warning icon on blank background 4144357 Vector Art  at Vecteezy">
              <a:extLst>
                <a:ext uri="{FF2B5EF4-FFF2-40B4-BE49-F238E27FC236}">
                  <a16:creationId xmlns:a16="http://schemas.microsoft.com/office/drawing/2014/main" id="{85C94723-DCE7-3B73-7DAE-B97AB1E2C1FA}"/>
                </a:ext>
              </a:extLst>
            </p:cNvPr>
            <p:cNvPicPr>
              <a:picLocks noChangeAspect="1"/>
            </p:cNvPicPr>
            <p:nvPr/>
          </p:nvPicPr>
          <p:blipFill>
            <a:blip r:embed="rId19">
              <a:duotone>
                <a:prstClr val="black"/>
                <a:schemeClr val="tx2">
                  <a:tint val="45000"/>
                  <a:satMod val="400000"/>
                </a:schemeClr>
              </a:duotone>
            </a:blip>
            <a:srcRect l="9237" t="7206" r="10671" b="6748"/>
            <a:stretch>
              <a:fillRect/>
            </a:stretch>
          </p:blipFill>
          <p:spPr>
            <a:xfrm>
              <a:off x="1741754" y="2916865"/>
              <a:ext cx="490872" cy="511959"/>
            </a:xfrm>
            <a:prstGeom prst="rect">
              <a:avLst/>
            </a:prstGeom>
            <a:noFill/>
            <a:ln>
              <a:noFill/>
            </a:ln>
          </p:spPr>
        </p:pic>
      </p:grpSp>
    </p:spTree>
    <p:extLst>
      <p:ext uri="{BB962C8B-B14F-4D97-AF65-F5344CB8AC3E}">
        <p14:creationId xmlns:p14="http://schemas.microsoft.com/office/powerpoint/2010/main" val="2311047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5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3"/>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54"/>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62"/>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56"/>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73"/>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76"/>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7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5"/>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8"/>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40"/>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39"/>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24"/>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35"/>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34"/>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32"/>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7" grpId="0"/>
      <p:bldP spid="28" grpId="0"/>
      <p:bldP spid="32" grpId="0" animBg="1"/>
      <p:bldP spid="33" grpId="0" animBg="1"/>
      <p:bldP spid="34" grpId="0" animBg="1"/>
      <p:bldP spid="35" grpId="0" animBg="1"/>
      <p:bldP spid="38" grpId="0"/>
      <p:bldP spid="4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181CF-1A1F-3B4C-5B21-4CBACADD1C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E2CD51-FFE9-945D-6F71-A2A83931985A}"/>
              </a:ext>
            </a:extLst>
          </p:cNvPr>
          <p:cNvSpPr>
            <a:spLocks noGrp="1"/>
          </p:cNvSpPr>
          <p:nvPr>
            <p:ph type="title"/>
          </p:nvPr>
        </p:nvSpPr>
        <p:spPr/>
        <p:txBody>
          <a:bodyPr/>
          <a:lstStyle/>
          <a:p>
            <a:r>
              <a:rPr lang="de-DE"/>
              <a:t>A – </a:t>
            </a:r>
            <a:r>
              <a:rPr lang="de-DE" err="1"/>
              <a:t>level</a:t>
            </a:r>
            <a:r>
              <a:rPr lang="de-DE"/>
              <a:t> </a:t>
            </a:r>
            <a:r>
              <a:rPr lang="de-DE" err="1"/>
              <a:t>analysis</a:t>
            </a:r>
            <a:endParaRPr lang="de-DE"/>
          </a:p>
        </p:txBody>
      </p:sp>
      <p:sp>
        <p:nvSpPr>
          <p:cNvPr id="3" name="Text Placeholder 2">
            <a:extLst>
              <a:ext uri="{FF2B5EF4-FFF2-40B4-BE49-F238E27FC236}">
                <a16:creationId xmlns:a16="http://schemas.microsoft.com/office/drawing/2014/main" id="{33F0D142-95A0-1E90-67DC-13555D99B715}"/>
              </a:ext>
            </a:extLst>
          </p:cNvPr>
          <p:cNvSpPr>
            <a:spLocks noGrp="1"/>
          </p:cNvSpPr>
          <p:nvPr>
            <p:ph type="body" idx="1"/>
          </p:nvPr>
        </p:nvSpPr>
        <p:spPr>
          <a:xfrm>
            <a:off x="600075" y="5226050"/>
            <a:ext cx="5012056" cy="863600"/>
          </a:xfrm>
        </p:spPr>
        <p:txBody>
          <a:bodyPr/>
          <a:lstStyle/>
          <a:p>
            <a:r>
              <a:rPr lang="de-DE"/>
              <a:t>Community </a:t>
            </a:r>
            <a:r>
              <a:rPr lang="de-DE" err="1"/>
              <a:t>energy</a:t>
            </a:r>
            <a:r>
              <a:rPr lang="de-DE"/>
              <a:t> </a:t>
            </a:r>
            <a:r>
              <a:rPr lang="de-DE" err="1"/>
              <a:t>system</a:t>
            </a:r>
            <a:r>
              <a:rPr lang="de-DE"/>
              <a:t> </a:t>
            </a:r>
            <a:r>
              <a:rPr lang="de-DE" err="1"/>
              <a:t>with</a:t>
            </a:r>
            <a:r>
              <a:rPr lang="de-DE"/>
              <a:t> smart </a:t>
            </a:r>
            <a:r>
              <a:rPr lang="de-DE" err="1"/>
              <a:t>control</a:t>
            </a:r>
            <a:r>
              <a:rPr lang="de-DE"/>
              <a:t> </a:t>
            </a:r>
            <a:r>
              <a:rPr lang="de-DE" err="1"/>
              <a:t>for</a:t>
            </a:r>
            <a:r>
              <a:rPr lang="de-DE"/>
              <a:t> </a:t>
            </a:r>
            <a:r>
              <a:rPr lang="de-DE" err="1"/>
              <a:t>every</a:t>
            </a:r>
            <a:r>
              <a:rPr lang="de-DE"/>
              <a:t> </a:t>
            </a:r>
            <a:r>
              <a:rPr lang="de-DE" err="1"/>
              <a:t>technology</a:t>
            </a:r>
            <a:endParaRPr lang="de-DE"/>
          </a:p>
        </p:txBody>
      </p:sp>
      <p:sp>
        <p:nvSpPr>
          <p:cNvPr id="4" name="Slide Number Placeholder 3">
            <a:extLst>
              <a:ext uri="{FF2B5EF4-FFF2-40B4-BE49-F238E27FC236}">
                <a16:creationId xmlns:a16="http://schemas.microsoft.com/office/drawing/2014/main" id="{C0E000D8-36AA-D1AB-BB30-B400D25807C0}"/>
              </a:ext>
            </a:extLst>
          </p:cNvPr>
          <p:cNvSpPr>
            <a:spLocks noGrp="1"/>
          </p:cNvSpPr>
          <p:nvPr>
            <p:ph type="sldNum" sz="quarter" idx="12"/>
          </p:nvPr>
        </p:nvSpPr>
        <p:spPr/>
        <p:txBody>
          <a:bodyPr/>
          <a:lstStyle/>
          <a:p>
            <a:fld id="{B716C8F4-20CD-364A-8A8E-DE130115B178}" type="slidenum">
              <a:rPr lang="sv-SE" smtClean="0"/>
              <a:pPr/>
              <a:t>9</a:t>
            </a:fld>
            <a:endParaRPr lang="sv-SE"/>
          </a:p>
        </p:txBody>
      </p:sp>
    </p:spTree>
    <p:extLst>
      <p:ext uri="{BB962C8B-B14F-4D97-AF65-F5344CB8AC3E}">
        <p14:creationId xmlns:p14="http://schemas.microsoft.com/office/powerpoint/2010/main" val="1615936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9FF93-3BD3-4605-7A13-28D7F5DCACE7}"/>
            </a:ext>
          </a:extLst>
        </p:cNvPr>
        <p:cNvGrpSpPr/>
        <p:nvPr/>
      </p:nvGrpSpPr>
      <p:grpSpPr>
        <a:xfrm>
          <a:off x="0" y="0"/>
          <a:ext cx="0" cy="0"/>
          <a:chOff x="0" y="0"/>
          <a:chExt cx="0" cy="0"/>
        </a:xfrm>
      </p:grpSpPr>
      <p:sp>
        <p:nvSpPr>
          <p:cNvPr id="30" name="Oval 29">
            <a:extLst>
              <a:ext uri="{FF2B5EF4-FFF2-40B4-BE49-F238E27FC236}">
                <a16:creationId xmlns:a16="http://schemas.microsoft.com/office/drawing/2014/main" id="{1097F22E-E344-58CB-918A-38036C7161EB}"/>
              </a:ext>
            </a:extLst>
          </p:cNvPr>
          <p:cNvSpPr>
            <a:spLocks noChangeAspect="1"/>
          </p:cNvSpPr>
          <p:nvPr/>
        </p:nvSpPr>
        <p:spPr>
          <a:xfrm>
            <a:off x="3890069" y="3429107"/>
            <a:ext cx="2534877" cy="2490940"/>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sv-SE" sz="2000"/>
              <a:t>Energy </a:t>
            </a:r>
            <a:r>
              <a:rPr lang="sv-SE" sz="2000" err="1"/>
              <a:t>supply</a:t>
            </a:r>
            <a:r>
              <a:rPr lang="sv-SE" sz="2000"/>
              <a:t> </a:t>
            </a:r>
            <a:r>
              <a:rPr lang="sv-SE" sz="2000" err="1"/>
              <a:t>costs</a:t>
            </a:r>
            <a:r>
              <a:rPr lang="sv-SE" sz="2000"/>
              <a:t>:</a:t>
            </a:r>
          </a:p>
          <a:p>
            <a:pPr algn="ctr"/>
            <a:r>
              <a:rPr lang="sv-SE" sz="2800" b="1"/>
              <a:t>-29.5 %</a:t>
            </a:r>
          </a:p>
        </p:txBody>
      </p:sp>
      <p:sp>
        <p:nvSpPr>
          <p:cNvPr id="59" name="Oval 58">
            <a:extLst>
              <a:ext uri="{FF2B5EF4-FFF2-40B4-BE49-F238E27FC236}">
                <a16:creationId xmlns:a16="http://schemas.microsoft.com/office/drawing/2014/main" id="{4D9AD6A5-50F1-5271-CF65-BB51F6129BD2}"/>
              </a:ext>
            </a:extLst>
          </p:cNvPr>
          <p:cNvSpPr>
            <a:spLocks noChangeAspect="1"/>
          </p:cNvSpPr>
          <p:nvPr/>
        </p:nvSpPr>
        <p:spPr>
          <a:xfrm>
            <a:off x="5532736" y="5004433"/>
            <a:ext cx="1856975" cy="1817609"/>
          </a:xfrm>
          <a:prstGeom prst="ellipse">
            <a:avLst/>
          </a:prstGeom>
          <a:solidFill>
            <a:srgbClr val="7E350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sv-SE" sz="2800"/>
              <a:t>NPV:</a:t>
            </a:r>
          </a:p>
          <a:p>
            <a:pPr algn="ctr"/>
            <a:r>
              <a:rPr lang="sv-SE" sz="2800" b="1"/>
              <a:t>+8.9 %</a:t>
            </a:r>
          </a:p>
        </p:txBody>
      </p:sp>
      <p:sp>
        <p:nvSpPr>
          <p:cNvPr id="31" name="Rectangle: Rounded Corners 30">
            <a:extLst>
              <a:ext uri="{FF2B5EF4-FFF2-40B4-BE49-F238E27FC236}">
                <a16:creationId xmlns:a16="http://schemas.microsoft.com/office/drawing/2014/main" id="{8344DEC4-49D3-7416-E8ED-B87E265354FE}"/>
              </a:ext>
            </a:extLst>
          </p:cNvPr>
          <p:cNvSpPr/>
          <p:nvPr/>
        </p:nvSpPr>
        <p:spPr>
          <a:xfrm>
            <a:off x="5904453" y="1039322"/>
            <a:ext cx="6038489" cy="2633458"/>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de-DE" sz="2000" b="1">
              <a:solidFill>
                <a:schemeClr val="tx1"/>
              </a:solidFill>
            </a:endParaRPr>
          </a:p>
          <a:p>
            <a:pPr algn="ctr"/>
            <a:endParaRPr lang="de-DE" sz="2000">
              <a:solidFill>
                <a:schemeClr val="tx1"/>
              </a:solidFill>
            </a:endParaRPr>
          </a:p>
        </p:txBody>
      </p:sp>
      <p:sp>
        <p:nvSpPr>
          <p:cNvPr id="44" name="Rectangle: Rounded Corners 43">
            <a:extLst>
              <a:ext uri="{FF2B5EF4-FFF2-40B4-BE49-F238E27FC236}">
                <a16:creationId xmlns:a16="http://schemas.microsoft.com/office/drawing/2014/main" id="{1C2D0441-5517-74CD-85BA-C07E84F41ABD}"/>
              </a:ext>
            </a:extLst>
          </p:cNvPr>
          <p:cNvSpPr/>
          <p:nvPr/>
        </p:nvSpPr>
        <p:spPr>
          <a:xfrm>
            <a:off x="150108" y="1040302"/>
            <a:ext cx="3705788" cy="292762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71B4F1B8-9F8A-A2DD-B1D8-90DC6FAD742F}"/>
              </a:ext>
            </a:extLst>
          </p:cNvPr>
          <p:cNvSpPr>
            <a:spLocks noGrp="1"/>
          </p:cNvSpPr>
          <p:nvPr>
            <p:ph type="title"/>
          </p:nvPr>
        </p:nvSpPr>
        <p:spPr>
          <a:xfrm>
            <a:off x="1203924" y="204236"/>
            <a:ext cx="10990263" cy="568412"/>
          </a:xfrm>
        </p:spPr>
        <p:txBody>
          <a:bodyPr/>
          <a:lstStyle/>
          <a:p>
            <a:r>
              <a:rPr lang="de-DE"/>
              <a:t>Energy Community</a:t>
            </a:r>
          </a:p>
        </p:txBody>
      </p:sp>
      <p:pic>
        <p:nvPicPr>
          <p:cNvPr id="16" name="Picture 15" descr="Slash - Free shapes and symbols icons">
            <a:extLst>
              <a:ext uri="{FF2B5EF4-FFF2-40B4-BE49-F238E27FC236}">
                <a16:creationId xmlns:a16="http://schemas.microsoft.com/office/drawing/2014/main" id="{A7C38885-D5B7-981A-ED9F-FC00A3541299}"/>
              </a:ext>
            </a:extLst>
          </p:cNvPr>
          <p:cNvPicPr>
            <a:picLocks noChangeAspect="1"/>
          </p:cNvPicPr>
          <p:nvPr/>
        </p:nvPicPr>
        <p:blipFill>
          <a:blip r:embed="rId3"/>
          <a:srcRect l="23856" t="16009" r="23795" b="17754"/>
          <a:stretch>
            <a:fillRect/>
          </a:stretch>
        </p:blipFill>
        <p:spPr>
          <a:xfrm>
            <a:off x="1192929" y="1281921"/>
            <a:ext cx="346776" cy="757197"/>
          </a:xfrm>
          <a:prstGeom prst="rect">
            <a:avLst/>
          </a:prstGeom>
        </p:spPr>
      </p:pic>
      <p:sp>
        <p:nvSpPr>
          <p:cNvPr id="19" name="TextBox 18">
            <a:extLst>
              <a:ext uri="{FF2B5EF4-FFF2-40B4-BE49-F238E27FC236}">
                <a16:creationId xmlns:a16="http://schemas.microsoft.com/office/drawing/2014/main" id="{251D57C3-C38F-D1B0-8E89-B1045D386305}"/>
              </a:ext>
            </a:extLst>
          </p:cNvPr>
          <p:cNvSpPr txBox="1"/>
          <p:nvPr/>
        </p:nvSpPr>
        <p:spPr>
          <a:xfrm>
            <a:off x="407277" y="2187912"/>
            <a:ext cx="3383430"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a:t>Individual Houses</a:t>
            </a:r>
            <a:endParaRPr lang="en-US" sz="2000" b="1"/>
          </a:p>
          <a:p>
            <a:endParaRPr lang="en-GB" sz="2000" b="1"/>
          </a:p>
          <a:p>
            <a:pPr marL="285750" indent="-285750">
              <a:buFont typeface="Arial"/>
              <a:buChar char="•"/>
            </a:pPr>
            <a:r>
              <a:rPr lang="en-GB" sz="2000"/>
              <a:t>Uncoordinated SC</a:t>
            </a:r>
          </a:p>
          <a:p>
            <a:pPr marL="285750" indent="-285750">
              <a:buFont typeface="Arial"/>
              <a:buChar char="•"/>
            </a:pPr>
            <a:r>
              <a:rPr lang="en-GB" sz="2000"/>
              <a:t>Smaller DHW Tank (Less Thermal Inertia)</a:t>
            </a:r>
          </a:p>
        </p:txBody>
      </p:sp>
      <p:sp>
        <p:nvSpPr>
          <p:cNvPr id="24" name="Rectangle: Rounded Corners 23">
            <a:extLst>
              <a:ext uri="{FF2B5EF4-FFF2-40B4-BE49-F238E27FC236}">
                <a16:creationId xmlns:a16="http://schemas.microsoft.com/office/drawing/2014/main" id="{B1927C81-D719-30FE-59DE-A95013ED6AF2}"/>
              </a:ext>
            </a:extLst>
          </p:cNvPr>
          <p:cNvSpPr/>
          <p:nvPr/>
        </p:nvSpPr>
        <p:spPr>
          <a:xfrm>
            <a:off x="130749" y="4199895"/>
            <a:ext cx="3676000" cy="247472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b="1">
                <a:solidFill>
                  <a:schemeClr val="tx1"/>
                </a:solidFill>
              </a:rPr>
              <a:t>Baseline Community Vs Independent Homes</a:t>
            </a:r>
          </a:p>
          <a:p>
            <a:pPr algn="ctr"/>
            <a:endParaRPr lang="de-DE" b="1">
              <a:solidFill>
                <a:schemeClr val="tx1"/>
              </a:solidFill>
            </a:endParaRPr>
          </a:p>
          <a:p>
            <a:pPr algn="ctr"/>
            <a:r>
              <a:rPr lang="de-DE">
                <a:solidFill>
                  <a:schemeClr val="tx1"/>
                </a:solidFill>
              </a:rPr>
              <a:t>Higher SC</a:t>
            </a:r>
          </a:p>
          <a:p>
            <a:pPr algn="ctr"/>
            <a:r>
              <a:rPr lang="de-DE" b="1">
                <a:solidFill>
                  <a:schemeClr val="tx1"/>
                </a:solidFill>
              </a:rPr>
              <a:t>+35.6%</a:t>
            </a:r>
            <a:endParaRPr lang="de-DE">
              <a:solidFill>
                <a:schemeClr val="tx1"/>
              </a:solidFill>
            </a:endParaRPr>
          </a:p>
          <a:p>
            <a:pPr algn="ctr"/>
            <a:endParaRPr lang="de-DE">
              <a:solidFill>
                <a:schemeClr val="tx1"/>
              </a:solidFill>
            </a:endParaRPr>
          </a:p>
          <a:p>
            <a:pPr algn="ctr"/>
            <a:r>
              <a:rPr lang="de-DE">
                <a:solidFill>
                  <a:schemeClr val="tx1"/>
                </a:solidFill>
              </a:rPr>
              <a:t>Lower Peak P Import</a:t>
            </a:r>
          </a:p>
          <a:p>
            <a:pPr algn="ctr"/>
            <a:r>
              <a:rPr lang="de-DE" b="1">
                <a:solidFill>
                  <a:schemeClr val="tx1"/>
                </a:solidFill>
              </a:rPr>
              <a:t>-23,34%</a:t>
            </a:r>
          </a:p>
        </p:txBody>
      </p:sp>
      <p:sp>
        <p:nvSpPr>
          <p:cNvPr id="37" name="TextBox 36">
            <a:extLst>
              <a:ext uri="{FF2B5EF4-FFF2-40B4-BE49-F238E27FC236}">
                <a16:creationId xmlns:a16="http://schemas.microsoft.com/office/drawing/2014/main" id="{68A9B17E-9881-400D-C307-BCECBAC8DBC5}"/>
              </a:ext>
            </a:extLst>
          </p:cNvPr>
          <p:cNvSpPr txBox="1"/>
          <p:nvPr/>
        </p:nvSpPr>
        <p:spPr>
          <a:xfrm>
            <a:off x="8455581" y="1233110"/>
            <a:ext cx="3482959"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a:t>Before Smart Control</a:t>
            </a:r>
          </a:p>
          <a:p>
            <a:endParaRPr lang="en-GB" sz="2000" b="1"/>
          </a:p>
          <a:p>
            <a:pPr marL="285750" indent="-285750">
              <a:buFont typeface="Arial"/>
              <a:buChar char="•"/>
            </a:pPr>
            <a:r>
              <a:rPr lang="en-GB" sz="2000"/>
              <a:t>Shared Excess PV Generation</a:t>
            </a:r>
          </a:p>
          <a:p>
            <a:endParaRPr lang="en-GB" sz="2000"/>
          </a:p>
          <a:p>
            <a:pPr marL="285750" indent="-285750">
              <a:buFont typeface="Arial"/>
              <a:buChar char="•"/>
            </a:pPr>
            <a:r>
              <a:rPr lang="en-GB" sz="2000"/>
              <a:t>66% Larger Storage Tank</a:t>
            </a:r>
          </a:p>
          <a:p>
            <a:pPr marL="742950" lvl="1" indent="-285750">
              <a:buFont typeface="Courier New"/>
              <a:buChar char="o"/>
            </a:pPr>
            <a:r>
              <a:rPr lang="en-GB" sz="2000"/>
              <a:t>More Thermal Inertia</a:t>
            </a:r>
            <a:endParaRPr lang="en-GB"/>
          </a:p>
        </p:txBody>
      </p:sp>
      <p:pic>
        <p:nvPicPr>
          <p:cNvPr id="46" name="Picture 45" descr="Right arrow Basic Rounded Filled icon | Freepik">
            <a:extLst>
              <a:ext uri="{FF2B5EF4-FFF2-40B4-BE49-F238E27FC236}">
                <a16:creationId xmlns:a16="http://schemas.microsoft.com/office/drawing/2014/main" id="{A68E5940-97F8-8297-72D7-5D141FA63184}"/>
              </a:ext>
            </a:extLst>
          </p:cNvPr>
          <p:cNvPicPr>
            <a:picLocks noChangeAspect="1"/>
          </p:cNvPicPr>
          <p:nvPr/>
        </p:nvPicPr>
        <p:blipFill>
          <a:blip r:embed="rId4"/>
          <a:stretch>
            <a:fillRect/>
          </a:stretch>
        </p:blipFill>
        <p:spPr>
          <a:xfrm>
            <a:off x="4071445" y="1943099"/>
            <a:ext cx="1303283" cy="1290146"/>
          </a:xfrm>
          <a:prstGeom prst="rect">
            <a:avLst/>
          </a:prstGeom>
        </p:spPr>
      </p:pic>
      <p:sp>
        <p:nvSpPr>
          <p:cNvPr id="14" name="Rectangle: Rounded Corners 13">
            <a:extLst>
              <a:ext uri="{FF2B5EF4-FFF2-40B4-BE49-F238E27FC236}">
                <a16:creationId xmlns:a16="http://schemas.microsoft.com/office/drawing/2014/main" id="{4E3C6EFE-4000-0B46-BDFD-05B61BC8281D}"/>
              </a:ext>
            </a:extLst>
          </p:cNvPr>
          <p:cNvSpPr/>
          <p:nvPr/>
        </p:nvSpPr>
        <p:spPr>
          <a:xfrm>
            <a:off x="5981923" y="93744"/>
            <a:ext cx="6321977" cy="782320"/>
          </a:xfrm>
          <a:prstGeom prst="roundRect">
            <a:avLst/>
          </a:prstGeom>
          <a:solidFill>
            <a:srgbClr val="0029ED"/>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sz="4000" b="1"/>
              <a:t>12 Homes Vs. Community</a:t>
            </a:r>
          </a:p>
        </p:txBody>
      </p:sp>
      <p:sp>
        <p:nvSpPr>
          <p:cNvPr id="4" name="Slide Number Placeholder 3">
            <a:extLst>
              <a:ext uri="{FF2B5EF4-FFF2-40B4-BE49-F238E27FC236}">
                <a16:creationId xmlns:a16="http://schemas.microsoft.com/office/drawing/2014/main" id="{4FBE1997-B289-6492-2081-9F9A7169283F}"/>
              </a:ext>
            </a:extLst>
          </p:cNvPr>
          <p:cNvSpPr>
            <a:spLocks noGrp="1"/>
          </p:cNvSpPr>
          <p:nvPr>
            <p:ph type="sldNum" sz="quarter" idx="12"/>
          </p:nvPr>
        </p:nvSpPr>
        <p:spPr/>
        <p:txBody>
          <a:bodyPr/>
          <a:lstStyle/>
          <a:p>
            <a:fld id="{B716C8F4-20CD-364A-8A8E-DE130115B178}" type="slidenum">
              <a:rPr lang="sv-SE" smtClean="0"/>
              <a:t>10</a:t>
            </a:fld>
            <a:endParaRPr lang="sv-SE"/>
          </a:p>
        </p:txBody>
      </p:sp>
      <p:grpSp>
        <p:nvGrpSpPr>
          <p:cNvPr id="51" name="Group 50">
            <a:extLst>
              <a:ext uri="{FF2B5EF4-FFF2-40B4-BE49-F238E27FC236}">
                <a16:creationId xmlns:a16="http://schemas.microsoft.com/office/drawing/2014/main" id="{AD39475F-4AF8-A04A-DFF7-2BA8AF2184D8}"/>
              </a:ext>
            </a:extLst>
          </p:cNvPr>
          <p:cNvGrpSpPr/>
          <p:nvPr/>
        </p:nvGrpSpPr>
        <p:grpSpPr>
          <a:xfrm>
            <a:off x="6212413" y="1421819"/>
            <a:ext cx="1935209" cy="1418771"/>
            <a:chOff x="5920685" y="1545469"/>
            <a:chExt cx="1935209" cy="1418771"/>
          </a:xfrm>
        </p:grpSpPr>
        <p:pic>
          <p:nvPicPr>
            <p:cNvPr id="9" name="Picture 8" descr="House - Free real estate icons">
              <a:extLst>
                <a:ext uri="{FF2B5EF4-FFF2-40B4-BE49-F238E27FC236}">
                  <a16:creationId xmlns:a16="http://schemas.microsoft.com/office/drawing/2014/main" id="{76F3C751-31D4-0476-F492-5AE7A0C2BC5D}"/>
                </a:ext>
              </a:extLst>
            </p:cNvPr>
            <p:cNvPicPr>
              <a:picLocks noChangeAspect="1"/>
            </p:cNvPicPr>
            <p:nvPr/>
          </p:nvPicPr>
          <p:blipFill>
            <a:blip r:embed="rId5"/>
            <a:stretch>
              <a:fillRect/>
            </a:stretch>
          </p:blipFill>
          <p:spPr>
            <a:xfrm>
              <a:off x="5920685" y="1571973"/>
              <a:ext cx="614867" cy="612610"/>
            </a:xfrm>
            <a:prstGeom prst="rect">
              <a:avLst/>
            </a:prstGeom>
          </p:spPr>
        </p:pic>
        <p:pic>
          <p:nvPicPr>
            <p:cNvPr id="11" name="Picture 10" descr="House - Free real estate icons">
              <a:extLst>
                <a:ext uri="{FF2B5EF4-FFF2-40B4-BE49-F238E27FC236}">
                  <a16:creationId xmlns:a16="http://schemas.microsoft.com/office/drawing/2014/main" id="{37CE1371-7721-0EC4-AE1C-1DE0A5222997}"/>
                </a:ext>
              </a:extLst>
            </p:cNvPr>
            <p:cNvPicPr>
              <a:picLocks noChangeAspect="1"/>
            </p:cNvPicPr>
            <p:nvPr/>
          </p:nvPicPr>
          <p:blipFill>
            <a:blip r:embed="rId5"/>
            <a:stretch>
              <a:fillRect/>
            </a:stretch>
          </p:blipFill>
          <p:spPr>
            <a:xfrm>
              <a:off x="7293578" y="1945530"/>
              <a:ext cx="562316" cy="586336"/>
            </a:xfrm>
            <a:prstGeom prst="rect">
              <a:avLst/>
            </a:prstGeom>
          </p:spPr>
        </p:pic>
        <p:pic>
          <p:nvPicPr>
            <p:cNvPr id="18" name="Picture 17" descr="Sharing Kawaii Lineal color icon | Freepik">
              <a:extLst>
                <a:ext uri="{FF2B5EF4-FFF2-40B4-BE49-F238E27FC236}">
                  <a16:creationId xmlns:a16="http://schemas.microsoft.com/office/drawing/2014/main" id="{B13C992D-CD42-CDB4-8503-1E3EA3315682}"/>
                </a:ext>
              </a:extLst>
            </p:cNvPr>
            <p:cNvPicPr>
              <a:picLocks noChangeAspect="1"/>
            </p:cNvPicPr>
            <p:nvPr/>
          </p:nvPicPr>
          <p:blipFill>
            <a:blip r:embed="rId6"/>
            <a:stretch>
              <a:fillRect/>
            </a:stretch>
          </p:blipFill>
          <p:spPr>
            <a:xfrm>
              <a:off x="6561810" y="1914989"/>
              <a:ext cx="705510" cy="725214"/>
            </a:xfrm>
            <a:prstGeom prst="rect">
              <a:avLst/>
            </a:prstGeom>
          </p:spPr>
        </p:pic>
        <p:pic>
          <p:nvPicPr>
            <p:cNvPr id="42" name="Picture 41" descr="Solar panel - Free technology icons">
              <a:extLst>
                <a:ext uri="{FF2B5EF4-FFF2-40B4-BE49-F238E27FC236}">
                  <a16:creationId xmlns:a16="http://schemas.microsoft.com/office/drawing/2014/main" id="{C2EF3E64-DAC0-189A-623D-98B6DFFC5A16}"/>
                </a:ext>
              </a:extLst>
            </p:cNvPr>
            <p:cNvPicPr>
              <a:picLocks noChangeAspect="1"/>
            </p:cNvPicPr>
            <p:nvPr/>
          </p:nvPicPr>
          <p:blipFill>
            <a:blip r:embed="rId7"/>
            <a:stretch>
              <a:fillRect/>
            </a:stretch>
          </p:blipFill>
          <p:spPr>
            <a:xfrm>
              <a:off x="7165847" y="1545469"/>
              <a:ext cx="363922" cy="403336"/>
            </a:xfrm>
            <a:prstGeom prst="rect">
              <a:avLst/>
            </a:prstGeom>
          </p:spPr>
        </p:pic>
        <p:pic>
          <p:nvPicPr>
            <p:cNvPr id="12" name="Picture 11" descr="House - Free real estate icons">
              <a:extLst>
                <a:ext uri="{FF2B5EF4-FFF2-40B4-BE49-F238E27FC236}">
                  <a16:creationId xmlns:a16="http://schemas.microsoft.com/office/drawing/2014/main" id="{348F4414-2CC4-43F5-A843-AFDF878814A4}"/>
                </a:ext>
              </a:extLst>
            </p:cNvPr>
            <p:cNvPicPr>
              <a:picLocks noChangeAspect="1"/>
            </p:cNvPicPr>
            <p:nvPr/>
          </p:nvPicPr>
          <p:blipFill>
            <a:blip r:embed="rId5"/>
            <a:stretch>
              <a:fillRect/>
            </a:stretch>
          </p:blipFill>
          <p:spPr>
            <a:xfrm>
              <a:off x="6094907" y="2364766"/>
              <a:ext cx="595161" cy="599474"/>
            </a:xfrm>
            <a:prstGeom prst="rect">
              <a:avLst/>
            </a:prstGeom>
          </p:spPr>
        </p:pic>
      </p:grpSp>
      <p:sp>
        <p:nvSpPr>
          <p:cNvPr id="32" name="TextBox 31">
            <a:extLst>
              <a:ext uri="{FF2B5EF4-FFF2-40B4-BE49-F238E27FC236}">
                <a16:creationId xmlns:a16="http://schemas.microsoft.com/office/drawing/2014/main" id="{2CE8060E-BC3D-866A-8C79-5C8FDE0141A6}"/>
              </a:ext>
            </a:extLst>
          </p:cNvPr>
          <p:cNvSpPr txBox="1"/>
          <p:nvPr/>
        </p:nvSpPr>
        <p:spPr>
          <a:xfrm>
            <a:off x="6008812" y="2934793"/>
            <a:ext cx="246647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a:t>Energy Community</a:t>
            </a:r>
          </a:p>
        </p:txBody>
      </p:sp>
      <p:pic>
        <p:nvPicPr>
          <p:cNvPr id="34" name="Picture 33" descr="Environment - Free ecology and environment icons">
            <a:extLst>
              <a:ext uri="{FF2B5EF4-FFF2-40B4-BE49-F238E27FC236}">
                <a16:creationId xmlns:a16="http://schemas.microsoft.com/office/drawing/2014/main" id="{3E38CCE6-9112-D0A3-694C-A36A980423D6}"/>
              </a:ext>
            </a:extLst>
          </p:cNvPr>
          <p:cNvPicPr>
            <a:picLocks noChangeAspect="1"/>
          </p:cNvPicPr>
          <p:nvPr/>
        </p:nvPicPr>
        <p:blipFill>
          <a:blip r:embed="rId8"/>
          <a:stretch>
            <a:fillRect/>
          </a:stretch>
        </p:blipFill>
        <p:spPr>
          <a:xfrm>
            <a:off x="10221554" y="5182779"/>
            <a:ext cx="1322356" cy="1377339"/>
          </a:xfrm>
          <a:prstGeom prst="rect">
            <a:avLst/>
          </a:prstGeom>
        </p:spPr>
      </p:pic>
      <p:pic>
        <p:nvPicPr>
          <p:cNvPr id="36" name="Picture 35" descr="Money - Free miscellaneous icons">
            <a:extLst>
              <a:ext uri="{FF2B5EF4-FFF2-40B4-BE49-F238E27FC236}">
                <a16:creationId xmlns:a16="http://schemas.microsoft.com/office/drawing/2014/main" id="{B55BF6E9-6B76-1CEA-0A45-0B2C19A7A058}"/>
              </a:ext>
            </a:extLst>
          </p:cNvPr>
          <p:cNvPicPr>
            <a:picLocks noChangeAspect="1"/>
          </p:cNvPicPr>
          <p:nvPr/>
        </p:nvPicPr>
        <p:blipFill>
          <a:blip r:embed="rId9"/>
          <a:stretch>
            <a:fillRect/>
          </a:stretch>
        </p:blipFill>
        <p:spPr>
          <a:xfrm>
            <a:off x="10221282" y="3820320"/>
            <a:ext cx="1203583" cy="1299792"/>
          </a:xfrm>
          <a:prstGeom prst="rect">
            <a:avLst/>
          </a:prstGeom>
        </p:spPr>
      </p:pic>
      <p:pic>
        <p:nvPicPr>
          <p:cNvPr id="43" name="Graphic 42" descr="Thermometer with solid fill">
            <a:extLst>
              <a:ext uri="{FF2B5EF4-FFF2-40B4-BE49-F238E27FC236}">
                <a16:creationId xmlns:a16="http://schemas.microsoft.com/office/drawing/2014/main" id="{626269E0-110C-2E9E-F115-C7EDF3FFC9F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1153761" y="4586107"/>
            <a:ext cx="1186770" cy="1247780"/>
          </a:xfrm>
          <a:prstGeom prst="rect">
            <a:avLst/>
          </a:prstGeom>
        </p:spPr>
      </p:pic>
      <p:sp>
        <p:nvSpPr>
          <p:cNvPr id="15" name="Oval 14">
            <a:extLst>
              <a:ext uri="{FF2B5EF4-FFF2-40B4-BE49-F238E27FC236}">
                <a16:creationId xmlns:a16="http://schemas.microsoft.com/office/drawing/2014/main" id="{A61FECC0-EA24-E581-CAC7-F0C229C82164}"/>
              </a:ext>
            </a:extLst>
          </p:cNvPr>
          <p:cNvSpPr>
            <a:spLocks noChangeAspect="1"/>
          </p:cNvSpPr>
          <p:nvPr/>
        </p:nvSpPr>
        <p:spPr>
          <a:xfrm>
            <a:off x="8305377" y="4670302"/>
            <a:ext cx="1945150" cy="1927179"/>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sv-SE" sz="2800"/>
              <a:t>CO2:</a:t>
            </a:r>
          </a:p>
          <a:p>
            <a:pPr algn="ctr"/>
            <a:r>
              <a:rPr lang="sv-SE" sz="2800" b="1"/>
              <a:t>- 15.5%</a:t>
            </a:r>
          </a:p>
        </p:txBody>
      </p:sp>
      <p:sp>
        <p:nvSpPr>
          <p:cNvPr id="21" name="Oval 20">
            <a:extLst>
              <a:ext uri="{FF2B5EF4-FFF2-40B4-BE49-F238E27FC236}">
                <a16:creationId xmlns:a16="http://schemas.microsoft.com/office/drawing/2014/main" id="{B7E53EC8-260F-14A0-5531-903553327DEB}"/>
              </a:ext>
            </a:extLst>
          </p:cNvPr>
          <p:cNvSpPr>
            <a:spLocks noChangeAspect="1"/>
          </p:cNvSpPr>
          <p:nvPr/>
        </p:nvSpPr>
        <p:spPr>
          <a:xfrm>
            <a:off x="6773671" y="3713605"/>
            <a:ext cx="2076655" cy="1969024"/>
          </a:xfrm>
          <a:prstGeom prst="ellipse">
            <a:avLst/>
          </a:prstGeom>
          <a:solidFill>
            <a:srgbClr val="43AEE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sv-SE" sz="2400"/>
              <a:t>Comfort:</a:t>
            </a:r>
          </a:p>
          <a:p>
            <a:pPr algn="ctr"/>
            <a:r>
              <a:rPr lang="sv-SE" sz="2800" b="1"/>
              <a:t>-3,78 %</a:t>
            </a:r>
          </a:p>
          <a:p>
            <a:pPr algn="ctr"/>
            <a:r>
              <a:rPr lang="sv-SE" sz="1600"/>
              <a:t>(</a:t>
            </a:r>
            <a:r>
              <a:rPr lang="sv-SE" sz="1600" err="1"/>
              <a:t>Within</a:t>
            </a:r>
            <a:r>
              <a:rPr lang="sv-SE" sz="1600"/>
              <a:t> limits)</a:t>
            </a:r>
          </a:p>
        </p:txBody>
      </p:sp>
      <p:pic>
        <p:nvPicPr>
          <p:cNvPr id="5" name="Graphic 4" descr="Lightbulb and gear with solid fill">
            <a:extLst>
              <a:ext uri="{FF2B5EF4-FFF2-40B4-BE49-F238E27FC236}">
                <a16:creationId xmlns:a16="http://schemas.microsoft.com/office/drawing/2014/main" id="{69053AD9-A561-0B71-AB3C-B6F0BCB0824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60579" y="1304795"/>
            <a:ext cx="366128" cy="366128"/>
          </a:xfrm>
          <a:prstGeom prst="rect">
            <a:avLst/>
          </a:prstGeom>
        </p:spPr>
      </p:pic>
      <p:pic>
        <p:nvPicPr>
          <p:cNvPr id="8" name="Picture 7" descr="House - Free real estate icons">
            <a:extLst>
              <a:ext uri="{FF2B5EF4-FFF2-40B4-BE49-F238E27FC236}">
                <a16:creationId xmlns:a16="http://schemas.microsoft.com/office/drawing/2014/main" id="{29930534-F8EB-74B3-D441-400E78743DD7}"/>
              </a:ext>
            </a:extLst>
          </p:cNvPr>
          <p:cNvPicPr>
            <a:picLocks noChangeAspect="1"/>
          </p:cNvPicPr>
          <p:nvPr/>
        </p:nvPicPr>
        <p:blipFill>
          <a:blip r:embed="rId5"/>
          <a:stretch>
            <a:fillRect/>
          </a:stretch>
        </p:blipFill>
        <p:spPr>
          <a:xfrm>
            <a:off x="543296" y="1541411"/>
            <a:ext cx="549178" cy="507955"/>
          </a:xfrm>
          <a:prstGeom prst="rect">
            <a:avLst/>
          </a:prstGeom>
        </p:spPr>
      </p:pic>
      <p:pic>
        <p:nvPicPr>
          <p:cNvPr id="10" name="Picture 9" descr="Solar panel - Free technology icons">
            <a:extLst>
              <a:ext uri="{FF2B5EF4-FFF2-40B4-BE49-F238E27FC236}">
                <a16:creationId xmlns:a16="http://schemas.microsoft.com/office/drawing/2014/main" id="{B3D089A1-2A1B-9A4D-71E3-C3FB434A62FC}"/>
              </a:ext>
            </a:extLst>
          </p:cNvPr>
          <p:cNvPicPr>
            <a:picLocks noChangeAspect="1"/>
          </p:cNvPicPr>
          <p:nvPr/>
        </p:nvPicPr>
        <p:blipFill>
          <a:blip r:embed="rId7"/>
          <a:stretch>
            <a:fillRect/>
          </a:stretch>
        </p:blipFill>
        <p:spPr>
          <a:xfrm>
            <a:off x="421541" y="1166956"/>
            <a:ext cx="363922" cy="403336"/>
          </a:xfrm>
          <a:prstGeom prst="rect">
            <a:avLst/>
          </a:prstGeom>
        </p:spPr>
      </p:pic>
      <p:pic>
        <p:nvPicPr>
          <p:cNvPr id="13" name="Picture 12" descr="Slash - Free shapes and symbols icons">
            <a:extLst>
              <a:ext uri="{FF2B5EF4-FFF2-40B4-BE49-F238E27FC236}">
                <a16:creationId xmlns:a16="http://schemas.microsoft.com/office/drawing/2014/main" id="{37BA57EA-9516-7A7E-03CC-C070C2056FF0}"/>
              </a:ext>
            </a:extLst>
          </p:cNvPr>
          <p:cNvPicPr>
            <a:picLocks noChangeAspect="1"/>
          </p:cNvPicPr>
          <p:nvPr/>
        </p:nvPicPr>
        <p:blipFill>
          <a:blip r:embed="rId3"/>
          <a:srcRect l="23856" t="16009" r="23795" b="17754"/>
          <a:stretch>
            <a:fillRect/>
          </a:stretch>
        </p:blipFill>
        <p:spPr>
          <a:xfrm>
            <a:off x="2371472" y="1270225"/>
            <a:ext cx="346776" cy="757197"/>
          </a:xfrm>
          <a:prstGeom prst="rect">
            <a:avLst/>
          </a:prstGeom>
        </p:spPr>
      </p:pic>
      <p:pic>
        <p:nvPicPr>
          <p:cNvPr id="20" name="Graphic 19" descr="Lightbulb and gear with solid fill">
            <a:extLst>
              <a:ext uri="{FF2B5EF4-FFF2-40B4-BE49-F238E27FC236}">
                <a16:creationId xmlns:a16="http://schemas.microsoft.com/office/drawing/2014/main" id="{3378362D-53CD-2475-3D02-A1F4FA296DD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139122" y="1293099"/>
            <a:ext cx="366128" cy="366128"/>
          </a:xfrm>
          <a:prstGeom prst="rect">
            <a:avLst/>
          </a:prstGeom>
        </p:spPr>
      </p:pic>
      <p:pic>
        <p:nvPicPr>
          <p:cNvPr id="22" name="Picture 21" descr="House - Free real estate icons">
            <a:extLst>
              <a:ext uri="{FF2B5EF4-FFF2-40B4-BE49-F238E27FC236}">
                <a16:creationId xmlns:a16="http://schemas.microsoft.com/office/drawing/2014/main" id="{A0A6FB89-07FD-835D-34FA-46EDE1B89226}"/>
              </a:ext>
            </a:extLst>
          </p:cNvPr>
          <p:cNvPicPr>
            <a:picLocks noChangeAspect="1"/>
          </p:cNvPicPr>
          <p:nvPr/>
        </p:nvPicPr>
        <p:blipFill>
          <a:blip r:embed="rId5"/>
          <a:stretch>
            <a:fillRect/>
          </a:stretch>
        </p:blipFill>
        <p:spPr>
          <a:xfrm>
            <a:off x="1721839" y="1529715"/>
            <a:ext cx="549178" cy="507955"/>
          </a:xfrm>
          <a:prstGeom prst="rect">
            <a:avLst/>
          </a:prstGeom>
        </p:spPr>
      </p:pic>
      <p:pic>
        <p:nvPicPr>
          <p:cNvPr id="23" name="Picture 22" descr="Solar panel - Free technology icons">
            <a:extLst>
              <a:ext uri="{FF2B5EF4-FFF2-40B4-BE49-F238E27FC236}">
                <a16:creationId xmlns:a16="http://schemas.microsoft.com/office/drawing/2014/main" id="{5869DEDD-E023-BCA5-9D5C-B87E68D346F1}"/>
              </a:ext>
            </a:extLst>
          </p:cNvPr>
          <p:cNvPicPr>
            <a:picLocks noChangeAspect="1"/>
          </p:cNvPicPr>
          <p:nvPr/>
        </p:nvPicPr>
        <p:blipFill>
          <a:blip r:embed="rId7"/>
          <a:stretch>
            <a:fillRect/>
          </a:stretch>
        </p:blipFill>
        <p:spPr>
          <a:xfrm>
            <a:off x="1600084" y="1155260"/>
            <a:ext cx="363922" cy="403336"/>
          </a:xfrm>
          <a:prstGeom prst="rect">
            <a:avLst/>
          </a:prstGeom>
        </p:spPr>
      </p:pic>
      <p:pic>
        <p:nvPicPr>
          <p:cNvPr id="26" name="Graphic 25" descr="Lightbulb and gear with solid fill">
            <a:extLst>
              <a:ext uri="{FF2B5EF4-FFF2-40B4-BE49-F238E27FC236}">
                <a16:creationId xmlns:a16="http://schemas.microsoft.com/office/drawing/2014/main" id="{6EC23EA9-B626-0B23-571D-A4B6FCB0888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340987" y="1282111"/>
            <a:ext cx="366128" cy="366128"/>
          </a:xfrm>
          <a:prstGeom prst="rect">
            <a:avLst/>
          </a:prstGeom>
        </p:spPr>
      </p:pic>
      <p:pic>
        <p:nvPicPr>
          <p:cNvPr id="27" name="Picture 26" descr="House - Free real estate icons">
            <a:extLst>
              <a:ext uri="{FF2B5EF4-FFF2-40B4-BE49-F238E27FC236}">
                <a16:creationId xmlns:a16="http://schemas.microsoft.com/office/drawing/2014/main" id="{23775ACD-651F-30B7-E34C-B0D282CEEC5C}"/>
              </a:ext>
            </a:extLst>
          </p:cNvPr>
          <p:cNvPicPr>
            <a:picLocks noChangeAspect="1"/>
          </p:cNvPicPr>
          <p:nvPr/>
        </p:nvPicPr>
        <p:blipFill>
          <a:blip r:embed="rId5"/>
          <a:stretch>
            <a:fillRect/>
          </a:stretch>
        </p:blipFill>
        <p:spPr>
          <a:xfrm>
            <a:off x="2923704" y="1518727"/>
            <a:ext cx="549178" cy="507955"/>
          </a:xfrm>
          <a:prstGeom prst="rect">
            <a:avLst/>
          </a:prstGeom>
        </p:spPr>
      </p:pic>
      <p:pic>
        <p:nvPicPr>
          <p:cNvPr id="28" name="Picture 27" descr="Solar panel - Free technology icons">
            <a:extLst>
              <a:ext uri="{FF2B5EF4-FFF2-40B4-BE49-F238E27FC236}">
                <a16:creationId xmlns:a16="http://schemas.microsoft.com/office/drawing/2014/main" id="{DF6ECD2C-C43E-4DD4-3467-370BCD41D135}"/>
              </a:ext>
            </a:extLst>
          </p:cNvPr>
          <p:cNvPicPr>
            <a:picLocks noChangeAspect="1"/>
          </p:cNvPicPr>
          <p:nvPr/>
        </p:nvPicPr>
        <p:blipFill>
          <a:blip r:embed="rId7"/>
          <a:stretch>
            <a:fillRect/>
          </a:stretch>
        </p:blipFill>
        <p:spPr>
          <a:xfrm>
            <a:off x="2801949" y="1144272"/>
            <a:ext cx="363922" cy="403336"/>
          </a:xfrm>
          <a:prstGeom prst="rect">
            <a:avLst/>
          </a:prstGeom>
        </p:spPr>
      </p:pic>
    </p:spTree>
    <p:extLst>
      <p:ext uri="{BB962C8B-B14F-4D97-AF65-F5344CB8AC3E}">
        <p14:creationId xmlns:p14="http://schemas.microsoft.com/office/powerpoint/2010/main" val="2142073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59" grpId="0" animBg="1"/>
      <p:bldP spid="31" grpId="0" animBg="1"/>
      <p:bldP spid="24" grpId="0" animBg="1"/>
      <p:bldP spid="37" grpId="0"/>
      <p:bldP spid="32" grpId="0"/>
      <p:bldP spid="15" grpId="0" animBg="1"/>
      <p:bldP spid="2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0258D-C42C-09E4-59E0-3840F0FE5609}"/>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7FC3AE3-0AE3-25E7-DB44-54D2906E1810}"/>
              </a:ext>
            </a:extLst>
          </p:cNvPr>
          <p:cNvSpPr/>
          <p:nvPr/>
        </p:nvSpPr>
        <p:spPr>
          <a:xfrm>
            <a:off x="97373" y="3223720"/>
            <a:ext cx="7719837" cy="352180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Chart 2">
            <a:extLst>
              <a:ext uri="{FF2B5EF4-FFF2-40B4-BE49-F238E27FC236}">
                <a16:creationId xmlns:a16="http://schemas.microsoft.com/office/drawing/2014/main" id="{CAA302FE-9452-986E-91B2-B6822CDDC4A9}"/>
              </a:ext>
            </a:extLst>
          </p:cNvPr>
          <p:cNvGraphicFramePr>
            <a:graphicFrameLocks/>
          </p:cNvGraphicFramePr>
          <p:nvPr>
            <p:extLst>
              <p:ext uri="{D42A27DB-BD31-4B8C-83A1-F6EECF244321}">
                <p14:modId xmlns:p14="http://schemas.microsoft.com/office/powerpoint/2010/main" val="4014225025"/>
              </p:ext>
            </p:extLst>
          </p:nvPr>
        </p:nvGraphicFramePr>
        <p:xfrm>
          <a:off x="137854" y="3622593"/>
          <a:ext cx="7672276" cy="3095230"/>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a:extLst>
              <a:ext uri="{FF2B5EF4-FFF2-40B4-BE49-F238E27FC236}">
                <a16:creationId xmlns:a16="http://schemas.microsoft.com/office/drawing/2014/main" id="{1921F20A-2C13-78F0-8D62-BB8D2619F3CC}"/>
              </a:ext>
            </a:extLst>
          </p:cNvPr>
          <p:cNvSpPr>
            <a:spLocks noGrp="1"/>
          </p:cNvSpPr>
          <p:nvPr>
            <p:ph type="title"/>
          </p:nvPr>
        </p:nvSpPr>
        <p:spPr>
          <a:xfrm>
            <a:off x="1527586" y="204236"/>
            <a:ext cx="10666601" cy="568412"/>
          </a:xfrm>
        </p:spPr>
        <p:txBody>
          <a:bodyPr/>
          <a:lstStyle/>
          <a:p>
            <a:r>
              <a:rPr lang="de-DE"/>
              <a:t>Energy Community</a:t>
            </a:r>
          </a:p>
        </p:txBody>
      </p:sp>
      <p:sp>
        <p:nvSpPr>
          <p:cNvPr id="14" name="Rectangle: Rounded Corners 13">
            <a:extLst>
              <a:ext uri="{FF2B5EF4-FFF2-40B4-BE49-F238E27FC236}">
                <a16:creationId xmlns:a16="http://schemas.microsoft.com/office/drawing/2014/main" id="{382CCBF2-5326-BF3F-CE89-29BA83C6088E}"/>
              </a:ext>
            </a:extLst>
          </p:cNvPr>
          <p:cNvSpPr/>
          <p:nvPr/>
        </p:nvSpPr>
        <p:spPr>
          <a:xfrm>
            <a:off x="6070775" y="91737"/>
            <a:ext cx="6255189" cy="1283958"/>
          </a:xfrm>
          <a:prstGeom prst="roundRect">
            <a:avLst/>
          </a:prstGeom>
          <a:solidFill>
            <a:srgbClr val="0029ED"/>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de-DE" sz="4000" b="1"/>
              <a:t>  Smart Homes vs. </a:t>
            </a:r>
          </a:p>
          <a:p>
            <a:r>
              <a:rPr lang="de-DE" sz="4000" b="1"/>
              <a:t>	Smart Community</a:t>
            </a:r>
          </a:p>
        </p:txBody>
      </p:sp>
      <p:pic>
        <p:nvPicPr>
          <p:cNvPr id="31" name="Picture 30" descr="Free Plus SVG, PNG Icon, Symbol. Download Image.">
            <a:extLst>
              <a:ext uri="{FF2B5EF4-FFF2-40B4-BE49-F238E27FC236}">
                <a16:creationId xmlns:a16="http://schemas.microsoft.com/office/drawing/2014/main" id="{33D4A9D8-4872-5AC3-F8E2-CEFE2CDCB4C3}"/>
              </a:ext>
            </a:extLst>
          </p:cNvPr>
          <p:cNvPicPr>
            <a:picLocks noChangeAspect="1"/>
          </p:cNvPicPr>
          <p:nvPr/>
        </p:nvPicPr>
        <p:blipFill>
          <a:blip r:embed="rId4"/>
          <a:stretch>
            <a:fillRect/>
          </a:stretch>
        </p:blipFill>
        <p:spPr>
          <a:xfrm>
            <a:off x="1240772" y="2032509"/>
            <a:ext cx="452595" cy="434619"/>
          </a:xfrm>
          <a:prstGeom prst="rect">
            <a:avLst/>
          </a:prstGeom>
        </p:spPr>
      </p:pic>
      <p:pic>
        <p:nvPicPr>
          <p:cNvPr id="45" name="Picture 44" descr="Free Plus SVG, PNG Icon, Symbol. Download Image.">
            <a:extLst>
              <a:ext uri="{FF2B5EF4-FFF2-40B4-BE49-F238E27FC236}">
                <a16:creationId xmlns:a16="http://schemas.microsoft.com/office/drawing/2014/main" id="{20FD7808-295B-1332-AF11-0669DDB67189}"/>
              </a:ext>
            </a:extLst>
          </p:cNvPr>
          <p:cNvPicPr>
            <a:picLocks noChangeAspect="1"/>
          </p:cNvPicPr>
          <p:nvPr/>
        </p:nvPicPr>
        <p:blipFill>
          <a:blip r:embed="rId4"/>
          <a:stretch>
            <a:fillRect/>
          </a:stretch>
        </p:blipFill>
        <p:spPr>
          <a:xfrm>
            <a:off x="3094084" y="2032509"/>
            <a:ext cx="452595" cy="434619"/>
          </a:xfrm>
          <a:prstGeom prst="rect">
            <a:avLst/>
          </a:prstGeom>
        </p:spPr>
      </p:pic>
      <p:pic>
        <p:nvPicPr>
          <p:cNvPr id="48" name="Picture 47" descr="Equals symbol - Free education icons">
            <a:extLst>
              <a:ext uri="{FF2B5EF4-FFF2-40B4-BE49-F238E27FC236}">
                <a16:creationId xmlns:a16="http://schemas.microsoft.com/office/drawing/2014/main" id="{F3D5ACBE-98BA-5CA4-1BE2-81B9133FE85C}"/>
              </a:ext>
            </a:extLst>
          </p:cNvPr>
          <p:cNvPicPr>
            <a:picLocks noChangeAspect="1"/>
          </p:cNvPicPr>
          <p:nvPr/>
        </p:nvPicPr>
        <p:blipFill>
          <a:blip r:embed="rId5"/>
          <a:stretch>
            <a:fillRect/>
          </a:stretch>
        </p:blipFill>
        <p:spPr>
          <a:xfrm>
            <a:off x="4950771" y="1961472"/>
            <a:ext cx="607584" cy="576693"/>
          </a:xfrm>
          <a:prstGeom prst="rect">
            <a:avLst/>
          </a:prstGeom>
        </p:spPr>
      </p:pic>
      <p:sp>
        <p:nvSpPr>
          <p:cNvPr id="20" name="Rectangle: Rounded Corners 19">
            <a:extLst>
              <a:ext uri="{FF2B5EF4-FFF2-40B4-BE49-F238E27FC236}">
                <a16:creationId xmlns:a16="http://schemas.microsoft.com/office/drawing/2014/main" id="{46B9F272-92AD-8949-772B-8B9972772E33}"/>
              </a:ext>
            </a:extLst>
          </p:cNvPr>
          <p:cNvSpPr/>
          <p:nvPr/>
        </p:nvSpPr>
        <p:spPr>
          <a:xfrm>
            <a:off x="5669119" y="1429335"/>
            <a:ext cx="6295498" cy="1722006"/>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solidFill>
                  <a:schemeClr val="tx1"/>
                </a:solidFill>
              </a:rPr>
              <a:t>   </a:t>
            </a:r>
            <a:r>
              <a:rPr lang="en-GB" sz="2000" b="1">
                <a:solidFill>
                  <a:schemeClr val="tx1"/>
                </a:solidFill>
              </a:rPr>
              <a:t>   Smart Community</a:t>
            </a:r>
          </a:p>
          <a:p>
            <a:pPr algn="ctr"/>
            <a:endParaRPr lang="en-GB" b="1">
              <a:solidFill>
                <a:schemeClr val="tx1"/>
              </a:solidFill>
            </a:endParaRPr>
          </a:p>
          <a:p>
            <a:pPr algn="ctr"/>
            <a:r>
              <a:rPr lang="en-GB">
                <a:solidFill>
                  <a:schemeClr val="tx1"/>
                </a:solidFill>
              </a:rPr>
              <a:t>         Building and DHW </a:t>
            </a:r>
            <a:r>
              <a:rPr lang="en-GB" b="1">
                <a:solidFill>
                  <a:schemeClr val="tx1"/>
                </a:solidFill>
              </a:rPr>
              <a:t>demand</a:t>
            </a:r>
            <a:r>
              <a:rPr lang="en-GB">
                <a:solidFill>
                  <a:schemeClr val="tx1"/>
                </a:solidFill>
              </a:rPr>
              <a:t> </a:t>
            </a:r>
            <a:r>
              <a:rPr lang="en-GB" b="1">
                <a:solidFill>
                  <a:schemeClr val="tx1"/>
                </a:solidFill>
              </a:rPr>
              <a:t>satisfied </a:t>
            </a:r>
            <a:endParaRPr lang="en-GB">
              <a:solidFill>
                <a:schemeClr val="tx1"/>
              </a:solidFill>
            </a:endParaRPr>
          </a:p>
          <a:p>
            <a:pPr algn="ctr"/>
            <a:endParaRPr lang="en-GB" b="1">
              <a:solidFill>
                <a:schemeClr val="tx1"/>
              </a:solidFill>
            </a:endParaRPr>
          </a:p>
          <a:p>
            <a:pPr algn="ctr"/>
            <a:r>
              <a:rPr lang="en-GB" b="1">
                <a:solidFill>
                  <a:schemeClr val="tx1"/>
                </a:solidFill>
              </a:rPr>
              <a:t>      +53% SC</a:t>
            </a:r>
            <a:r>
              <a:rPr lang="en-GB">
                <a:solidFill>
                  <a:schemeClr val="tx1"/>
                </a:solidFill>
              </a:rPr>
              <a:t> increase</a:t>
            </a:r>
          </a:p>
        </p:txBody>
      </p:sp>
      <p:sp>
        <p:nvSpPr>
          <p:cNvPr id="5" name="Slide Number Placeholder 4">
            <a:extLst>
              <a:ext uri="{FF2B5EF4-FFF2-40B4-BE49-F238E27FC236}">
                <a16:creationId xmlns:a16="http://schemas.microsoft.com/office/drawing/2014/main" id="{C16A44E5-81B7-DD14-7D48-6F2503771AB9}"/>
              </a:ext>
            </a:extLst>
          </p:cNvPr>
          <p:cNvSpPr>
            <a:spLocks noGrp="1"/>
          </p:cNvSpPr>
          <p:nvPr>
            <p:ph type="sldNum" sz="quarter" idx="12"/>
          </p:nvPr>
        </p:nvSpPr>
        <p:spPr/>
        <p:txBody>
          <a:bodyPr/>
          <a:lstStyle/>
          <a:p>
            <a:fld id="{B716C8F4-20CD-364A-8A8E-DE130115B178}" type="slidenum">
              <a:rPr lang="sv-SE" smtClean="0"/>
              <a:t>11</a:t>
            </a:fld>
            <a:endParaRPr lang="sv-SE"/>
          </a:p>
        </p:txBody>
      </p:sp>
      <p:pic>
        <p:nvPicPr>
          <p:cNvPr id="6" name="Graphic 5" descr="Battery with solid fill">
            <a:extLst>
              <a:ext uri="{FF2B5EF4-FFF2-40B4-BE49-F238E27FC236}">
                <a16:creationId xmlns:a16="http://schemas.microsoft.com/office/drawing/2014/main" id="{126413B4-A324-6B5B-694A-DAB398DD829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547572" y="1607839"/>
            <a:ext cx="1283958" cy="1283958"/>
          </a:xfrm>
          <a:prstGeom prst="rect">
            <a:avLst/>
          </a:prstGeom>
        </p:spPr>
      </p:pic>
      <p:pic>
        <p:nvPicPr>
          <p:cNvPr id="7" name="Picture 6" descr="Red forbidden sign no warning icon on blank background 4144357 Vector Art  at Vecteezy">
            <a:extLst>
              <a:ext uri="{FF2B5EF4-FFF2-40B4-BE49-F238E27FC236}">
                <a16:creationId xmlns:a16="http://schemas.microsoft.com/office/drawing/2014/main" id="{21C94434-A0FD-9D6F-DC30-0F45B84710A7}"/>
              </a:ext>
            </a:extLst>
          </p:cNvPr>
          <p:cNvPicPr>
            <a:picLocks noChangeAspect="1"/>
          </p:cNvPicPr>
          <p:nvPr/>
        </p:nvPicPr>
        <p:blipFill>
          <a:blip r:embed="rId8"/>
          <a:srcRect l="9237" t="7206" r="10671" b="6748"/>
          <a:stretch>
            <a:fillRect/>
          </a:stretch>
        </p:blipFill>
        <p:spPr>
          <a:xfrm>
            <a:off x="3576219" y="1663787"/>
            <a:ext cx="1131687" cy="1172063"/>
          </a:xfrm>
          <a:prstGeom prst="rect">
            <a:avLst/>
          </a:prstGeom>
          <a:ln>
            <a:noFill/>
          </a:ln>
        </p:spPr>
      </p:pic>
      <p:pic>
        <p:nvPicPr>
          <p:cNvPr id="8" name="Graphic 7" descr="Electric car with solid fill">
            <a:extLst>
              <a:ext uri="{FF2B5EF4-FFF2-40B4-BE49-F238E27FC236}">
                <a16:creationId xmlns:a16="http://schemas.microsoft.com/office/drawing/2014/main" id="{DE6D5DE6-A1A9-003F-89A1-DF5DCF04625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00865" y="1552197"/>
            <a:ext cx="1395243" cy="1395243"/>
          </a:xfrm>
          <a:prstGeom prst="rect">
            <a:avLst/>
          </a:prstGeom>
        </p:spPr>
      </p:pic>
      <p:pic>
        <p:nvPicPr>
          <p:cNvPr id="10" name="Picture 2" descr="Heat Pump Icons - Free SVG &amp; PNG Heat Pump Images - Noun Project">
            <a:extLst>
              <a:ext uri="{FF2B5EF4-FFF2-40B4-BE49-F238E27FC236}">
                <a16:creationId xmlns:a16="http://schemas.microsoft.com/office/drawing/2014/main" id="{4372FC0E-473B-AFCA-D533-7D9E51FFDFA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8749" y="1681500"/>
            <a:ext cx="1136636" cy="1136636"/>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descr="Red forbidden sign no warning icon on blank background 4144357 Vector Art  at Vecteezy">
            <a:extLst>
              <a:ext uri="{FF2B5EF4-FFF2-40B4-BE49-F238E27FC236}">
                <a16:creationId xmlns:a16="http://schemas.microsoft.com/office/drawing/2014/main" id="{30ADBA2D-1A43-0924-7536-2DB0849E20A2}"/>
              </a:ext>
            </a:extLst>
          </p:cNvPr>
          <p:cNvPicPr>
            <a:picLocks noChangeAspect="1"/>
          </p:cNvPicPr>
          <p:nvPr/>
        </p:nvPicPr>
        <p:blipFill>
          <a:blip r:embed="rId8"/>
          <a:srcRect l="9237" t="7206" r="10671" b="6748"/>
          <a:stretch>
            <a:fillRect/>
          </a:stretch>
        </p:blipFill>
        <p:spPr>
          <a:xfrm>
            <a:off x="1832642" y="1659667"/>
            <a:ext cx="1131687" cy="1180302"/>
          </a:xfrm>
          <a:prstGeom prst="rect">
            <a:avLst/>
          </a:prstGeom>
          <a:ln>
            <a:noFill/>
          </a:ln>
        </p:spPr>
      </p:pic>
      <p:grpSp>
        <p:nvGrpSpPr>
          <p:cNvPr id="39" name="Group 38">
            <a:extLst>
              <a:ext uri="{FF2B5EF4-FFF2-40B4-BE49-F238E27FC236}">
                <a16:creationId xmlns:a16="http://schemas.microsoft.com/office/drawing/2014/main" id="{15E1B40C-E3A9-71A3-4808-F1BD858FDC0E}"/>
              </a:ext>
            </a:extLst>
          </p:cNvPr>
          <p:cNvGrpSpPr/>
          <p:nvPr/>
        </p:nvGrpSpPr>
        <p:grpSpPr>
          <a:xfrm>
            <a:off x="5677596" y="1562110"/>
            <a:ext cx="1935209" cy="1418771"/>
            <a:chOff x="526669" y="2173831"/>
            <a:chExt cx="1935209" cy="1418771"/>
          </a:xfrm>
        </p:grpSpPr>
        <p:pic>
          <p:nvPicPr>
            <p:cNvPr id="40" name="Picture 39" descr="House - Free real estate icons">
              <a:extLst>
                <a:ext uri="{FF2B5EF4-FFF2-40B4-BE49-F238E27FC236}">
                  <a16:creationId xmlns:a16="http://schemas.microsoft.com/office/drawing/2014/main" id="{78262512-7AB1-E1C3-46E6-645EAB3A52D7}"/>
                </a:ext>
              </a:extLst>
            </p:cNvPr>
            <p:cNvPicPr>
              <a:picLocks noChangeAspect="1"/>
            </p:cNvPicPr>
            <p:nvPr/>
          </p:nvPicPr>
          <p:blipFill>
            <a:blip r:embed="rId12"/>
            <a:stretch>
              <a:fillRect/>
            </a:stretch>
          </p:blipFill>
          <p:spPr>
            <a:xfrm>
              <a:off x="526669" y="2200335"/>
              <a:ext cx="614867" cy="612610"/>
            </a:xfrm>
            <a:prstGeom prst="rect">
              <a:avLst/>
            </a:prstGeom>
          </p:spPr>
        </p:pic>
        <p:pic>
          <p:nvPicPr>
            <p:cNvPr id="44" name="Picture 43" descr="House - Free real estate icons">
              <a:extLst>
                <a:ext uri="{FF2B5EF4-FFF2-40B4-BE49-F238E27FC236}">
                  <a16:creationId xmlns:a16="http://schemas.microsoft.com/office/drawing/2014/main" id="{73514D1B-F68C-6CD1-8618-AF9C8EDDDC52}"/>
                </a:ext>
              </a:extLst>
            </p:cNvPr>
            <p:cNvPicPr>
              <a:picLocks noChangeAspect="1"/>
            </p:cNvPicPr>
            <p:nvPr/>
          </p:nvPicPr>
          <p:blipFill>
            <a:blip r:embed="rId12"/>
            <a:stretch>
              <a:fillRect/>
            </a:stretch>
          </p:blipFill>
          <p:spPr>
            <a:xfrm>
              <a:off x="1899562" y="2573892"/>
              <a:ext cx="562316" cy="586336"/>
            </a:xfrm>
            <a:prstGeom prst="rect">
              <a:avLst/>
            </a:prstGeom>
          </p:spPr>
        </p:pic>
        <p:pic>
          <p:nvPicPr>
            <p:cNvPr id="46" name="Picture 45" descr="Sharing Kawaii Lineal color icon | Freepik">
              <a:extLst>
                <a:ext uri="{FF2B5EF4-FFF2-40B4-BE49-F238E27FC236}">
                  <a16:creationId xmlns:a16="http://schemas.microsoft.com/office/drawing/2014/main" id="{C058910D-2017-4DAE-3444-28CD1BAA3E5C}"/>
                </a:ext>
              </a:extLst>
            </p:cNvPr>
            <p:cNvPicPr>
              <a:picLocks noChangeAspect="1"/>
            </p:cNvPicPr>
            <p:nvPr/>
          </p:nvPicPr>
          <p:blipFill>
            <a:blip r:embed="rId13"/>
            <a:stretch>
              <a:fillRect/>
            </a:stretch>
          </p:blipFill>
          <p:spPr>
            <a:xfrm>
              <a:off x="1167794" y="2543351"/>
              <a:ext cx="705510" cy="725214"/>
            </a:xfrm>
            <a:prstGeom prst="rect">
              <a:avLst/>
            </a:prstGeom>
          </p:spPr>
        </p:pic>
        <p:pic>
          <p:nvPicPr>
            <p:cNvPr id="47" name="Picture 46" descr="Solar panel - Free technology icons">
              <a:extLst>
                <a:ext uri="{FF2B5EF4-FFF2-40B4-BE49-F238E27FC236}">
                  <a16:creationId xmlns:a16="http://schemas.microsoft.com/office/drawing/2014/main" id="{49DA7E4F-EA46-8F80-9B30-CB93E95DB59A}"/>
                </a:ext>
              </a:extLst>
            </p:cNvPr>
            <p:cNvPicPr>
              <a:picLocks noChangeAspect="1"/>
            </p:cNvPicPr>
            <p:nvPr/>
          </p:nvPicPr>
          <p:blipFill>
            <a:blip r:embed="rId14"/>
            <a:stretch>
              <a:fillRect/>
            </a:stretch>
          </p:blipFill>
          <p:spPr>
            <a:xfrm>
              <a:off x="1771831" y="2173831"/>
              <a:ext cx="363922" cy="403336"/>
            </a:xfrm>
            <a:prstGeom prst="rect">
              <a:avLst/>
            </a:prstGeom>
          </p:spPr>
        </p:pic>
        <p:pic>
          <p:nvPicPr>
            <p:cNvPr id="50" name="Picture 49" descr="House - Free real estate icons">
              <a:extLst>
                <a:ext uri="{FF2B5EF4-FFF2-40B4-BE49-F238E27FC236}">
                  <a16:creationId xmlns:a16="http://schemas.microsoft.com/office/drawing/2014/main" id="{D906E4ED-0EA5-C54A-4F26-303B0F26F854}"/>
                </a:ext>
              </a:extLst>
            </p:cNvPr>
            <p:cNvPicPr>
              <a:picLocks noChangeAspect="1"/>
            </p:cNvPicPr>
            <p:nvPr/>
          </p:nvPicPr>
          <p:blipFill>
            <a:blip r:embed="rId12"/>
            <a:stretch>
              <a:fillRect/>
            </a:stretch>
          </p:blipFill>
          <p:spPr>
            <a:xfrm>
              <a:off x="700891" y="2993128"/>
              <a:ext cx="595161" cy="599474"/>
            </a:xfrm>
            <a:prstGeom prst="rect">
              <a:avLst/>
            </a:prstGeom>
          </p:spPr>
        </p:pic>
      </p:grpSp>
      <p:sp>
        <p:nvSpPr>
          <p:cNvPr id="21" name="TextBox 20">
            <a:extLst>
              <a:ext uri="{FF2B5EF4-FFF2-40B4-BE49-F238E27FC236}">
                <a16:creationId xmlns:a16="http://schemas.microsoft.com/office/drawing/2014/main" id="{C0CE59ED-E544-8F75-C624-13C291101487}"/>
              </a:ext>
            </a:extLst>
          </p:cNvPr>
          <p:cNvSpPr txBox="1"/>
          <p:nvPr/>
        </p:nvSpPr>
        <p:spPr>
          <a:xfrm>
            <a:off x="1819293" y="3251438"/>
            <a:ext cx="482640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t>Smart Control; Margin of Improvement</a:t>
            </a:r>
          </a:p>
        </p:txBody>
      </p:sp>
      <p:sp>
        <p:nvSpPr>
          <p:cNvPr id="23" name="Rectangle: Rounded Corners 22">
            <a:extLst>
              <a:ext uri="{FF2B5EF4-FFF2-40B4-BE49-F238E27FC236}">
                <a16:creationId xmlns:a16="http://schemas.microsoft.com/office/drawing/2014/main" id="{01D60A6E-2849-C752-BC3E-0DAE71A3F2B6}"/>
              </a:ext>
            </a:extLst>
          </p:cNvPr>
          <p:cNvSpPr/>
          <p:nvPr/>
        </p:nvSpPr>
        <p:spPr>
          <a:xfrm>
            <a:off x="7967964" y="3244225"/>
            <a:ext cx="3991496" cy="316705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t>Larger Marginal Improvement</a:t>
            </a:r>
            <a:r>
              <a:rPr lang="en-US"/>
              <a:t> From Making </a:t>
            </a:r>
            <a:r>
              <a:rPr lang="en-US" b="1"/>
              <a:t>Independent Houses Smart</a:t>
            </a:r>
            <a:endParaRPr lang="en-US"/>
          </a:p>
          <a:p>
            <a:pPr algn="ctr"/>
            <a:endParaRPr lang="en-US"/>
          </a:p>
          <a:p>
            <a:pPr algn="ctr"/>
            <a:endParaRPr lang="en-US"/>
          </a:p>
          <a:p>
            <a:pPr algn="ctr"/>
            <a:r>
              <a:rPr lang="en-US" b="1"/>
              <a:t>Better Absolute Values</a:t>
            </a:r>
            <a:r>
              <a:rPr lang="en-US"/>
              <a:t> of KPIs in</a:t>
            </a:r>
            <a:r>
              <a:rPr lang="en-US" b="1"/>
              <a:t> E Community</a:t>
            </a:r>
          </a:p>
        </p:txBody>
      </p:sp>
    </p:spTree>
    <p:extLst>
      <p:ext uri="{BB962C8B-B14F-4D97-AF65-F5344CB8AC3E}">
        <p14:creationId xmlns:p14="http://schemas.microsoft.com/office/powerpoint/2010/main" val="840361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Graphic spid="3" grpId="1">
        <p:bldAsOne/>
      </p:bldGraphic>
      <p:bldP spid="21" grpId="0"/>
      <p:bldP spid="2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6B17C-550B-6AE9-D623-ACA018CDF2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8E0792-BB0F-A712-9C43-63EE1B3A5608}"/>
              </a:ext>
            </a:extLst>
          </p:cNvPr>
          <p:cNvSpPr>
            <a:spLocks noGrp="1"/>
          </p:cNvSpPr>
          <p:nvPr>
            <p:ph type="title"/>
          </p:nvPr>
        </p:nvSpPr>
        <p:spPr/>
        <p:txBody>
          <a:bodyPr/>
          <a:lstStyle/>
          <a:p>
            <a:r>
              <a:rPr lang="de-DE" err="1"/>
              <a:t>Results</a:t>
            </a:r>
            <a:r>
              <a:rPr lang="de-DE"/>
              <a:t> and </a:t>
            </a:r>
            <a:r>
              <a:rPr lang="de-DE" err="1"/>
              <a:t>conclusion</a:t>
            </a:r>
            <a:endParaRPr lang="de-DE"/>
          </a:p>
        </p:txBody>
      </p:sp>
      <p:sp>
        <p:nvSpPr>
          <p:cNvPr id="3" name="Text Placeholder 2">
            <a:extLst>
              <a:ext uri="{FF2B5EF4-FFF2-40B4-BE49-F238E27FC236}">
                <a16:creationId xmlns:a16="http://schemas.microsoft.com/office/drawing/2014/main" id="{764F34F3-AEF5-E03B-EF05-1DF4AF2BBB1D}"/>
              </a:ext>
            </a:extLst>
          </p:cNvPr>
          <p:cNvSpPr>
            <a:spLocks noGrp="1"/>
          </p:cNvSpPr>
          <p:nvPr>
            <p:ph type="body" idx="1"/>
          </p:nvPr>
        </p:nvSpPr>
        <p:spPr>
          <a:xfrm>
            <a:off x="600075" y="5226050"/>
            <a:ext cx="5960746" cy="863600"/>
          </a:xfrm>
        </p:spPr>
        <p:txBody>
          <a:bodyPr/>
          <a:lstStyle/>
          <a:p>
            <a:r>
              <a:rPr lang="de-DE" err="1"/>
              <a:t>Recommendations</a:t>
            </a:r>
            <a:r>
              <a:rPr lang="de-DE"/>
              <a:t> and </a:t>
            </a:r>
            <a:r>
              <a:rPr lang="de-DE" err="1"/>
              <a:t>future</a:t>
            </a:r>
            <a:r>
              <a:rPr lang="de-DE"/>
              <a:t> </a:t>
            </a:r>
            <a:r>
              <a:rPr lang="de-DE" err="1"/>
              <a:t>work</a:t>
            </a:r>
            <a:r>
              <a:rPr lang="de-DE"/>
              <a:t> on </a:t>
            </a:r>
            <a:r>
              <a:rPr lang="de-DE" err="1"/>
              <a:t>the</a:t>
            </a:r>
            <a:r>
              <a:rPr lang="de-DE"/>
              <a:t> smart </a:t>
            </a:r>
            <a:r>
              <a:rPr lang="de-DE" err="1"/>
              <a:t>city</a:t>
            </a:r>
            <a:r>
              <a:rPr lang="de-DE"/>
              <a:t> controllers</a:t>
            </a:r>
          </a:p>
        </p:txBody>
      </p:sp>
      <p:sp>
        <p:nvSpPr>
          <p:cNvPr id="4" name="Slide Number Placeholder 3">
            <a:extLst>
              <a:ext uri="{FF2B5EF4-FFF2-40B4-BE49-F238E27FC236}">
                <a16:creationId xmlns:a16="http://schemas.microsoft.com/office/drawing/2014/main" id="{B54EB513-CFE9-3B50-9041-8FEE028BCB39}"/>
              </a:ext>
            </a:extLst>
          </p:cNvPr>
          <p:cNvSpPr>
            <a:spLocks noGrp="1"/>
          </p:cNvSpPr>
          <p:nvPr>
            <p:ph type="sldNum" sz="quarter" idx="12"/>
          </p:nvPr>
        </p:nvSpPr>
        <p:spPr/>
        <p:txBody>
          <a:bodyPr/>
          <a:lstStyle/>
          <a:p>
            <a:fld id="{B716C8F4-20CD-364A-8A8E-DE130115B178}" type="slidenum">
              <a:rPr lang="sv-SE" smtClean="0"/>
              <a:pPr/>
              <a:t>12</a:t>
            </a:fld>
            <a:endParaRPr lang="sv-SE"/>
          </a:p>
        </p:txBody>
      </p:sp>
    </p:spTree>
    <p:extLst>
      <p:ext uri="{BB962C8B-B14F-4D97-AF65-F5344CB8AC3E}">
        <p14:creationId xmlns:p14="http://schemas.microsoft.com/office/powerpoint/2010/main" val="2387929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64DDB-9D26-C0B5-65B1-35EA1DCA87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495D79-ED5C-8FEA-920D-D190404D1A0D}"/>
              </a:ext>
            </a:extLst>
          </p:cNvPr>
          <p:cNvSpPr>
            <a:spLocks noGrp="1"/>
          </p:cNvSpPr>
          <p:nvPr>
            <p:ph type="title"/>
          </p:nvPr>
        </p:nvSpPr>
        <p:spPr>
          <a:xfrm>
            <a:off x="1099316" y="267942"/>
            <a:ext cx="10990263" cy="568412"/>
          </a:xfrm>
        </p:spPr>
        <p:txBody>
          <a:bodyPr/>
          <a:lstStyle/>
          <a:p>
            <a:r>
              <a:rPr lang="de-DE" err="1"/>
              <a:t>Results</a:t>
            </a:r>
            <a:r>
              <a:rPr lang="de-DE"/>
              <a:t> and </a:t>
            </a:r>
            <a:r>
              <a:rPr lang="de-DE" err="1"/>
              <a:t>Conclusions</a:t>
            </a:r>
            <a:endParaRPr lang="en-US"/>
          </a:p>
        </p:txBody>
      </p:sp>
      <p:sp>
        <p:nvSpPr>
          <p:cNvPr id="50" name="Rectangle: Rounded Corners 49">
            <a:extLst>
              <a:ext uri="{FF2B5EF4-FFF2-40B4-BE49-F238E27FC236}">
                <a16:creationId xmlns:a16="http://schemas.microsoft.com/office/drawing/2014/main" id="{0093C345-9C7C-DA52-D1D3-024C24114D74}"/>
              </a:ext>
            </a:extLst>
          </p:cNvPr>
          <p:cNvSpPr/>
          <p:nvPr/>
        </p:nvSpPr>
        <p:spPr>
          <a:xfrm>
            <a:off x="914523" y="1114383"/>
            <a:ext cx="4697040" cy="2276003"/>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t>Technology Comparison</a:t>
            </a:r>
          </a:p>
          <a:p>
            <a:pPr algn="ctr"/>
            <a:endParaRPr lang="en-US" b="1"/>
          </a:p>
          <a:p>
            <a:pPr algn="ctr"/>
            <a:r>
              <a:rPr lang="en-US"/>
              <a:t>Heat Pump &gt; EV Control &gt; Battery</a:t>
            </a:r>
          </a:p>
          <a:p>
            <a:pPr algn="ctr"/>
            <a:endParaRPr lang="en-US"/>
          </a:p>
          <a:p>
            <a:pPr algn="ctr"/>
            <a:r>
              <a:rPr lang="en-US"/>
              <a:t>Difficult Cross-Technology Integration (Correlated effects)</a:t>
            </a:r>
          </a:p>
        </p:txBody>
      </p:sp>
      <p:sp>
        <p:nvSpPr>
          <p:cNvPr id="13" name="Slide Number Placeholder 12">
            <a:extLst>
              <a:ext uri="{FF2B5EF4-FFF2-40B4-BE49-F238E27FC236}">
                <a16:creationId xmlns:a16="http://schemas.microsoft.com/office/drawing/2014/main" id="{3B7115EC-213B-07BB-D761-CFC319D12FEE}"/>
              </a:ext>
            </a:extLst>
          </p:cNvPr>
          <p:cNvSpPr>
            <a:spLocks noGrp="1"/>
          </p:cNvSpPr>
          <p:nvPr>
            <p:ph type="sldNum" sz="quarter" idx="12"/>
          </p:nvPr>
        </p:nvSpPr>
        <p:spPr/>
        <p:txBody>
          <a:bodyPr/>
          <a:lstStyle/>
          <a:p>
            <a:fld id="{B716C8F4-20CD-364A-8A8E-DE130115B178}" type="slidenum">
              <a:rPr lang="sv-SE" smtClean="0"/>
              <a:t>13</a:t>
            </a:fld>
            <a:endParaRPr lang="sv-SE"/>
          </a:p>
        </p:txBody>
      </p:sp>
      <p:grpSp>
        <p:nvGrpSpPr>
          <p:cNvPr id="73" name="Gruppieren 72">
            <a:extLst>
              <a:ext uri="{FF2B5EF4-FFF2-40B4-BE49-F238E27FC236}">
                <a16:creationId xmlns:a16="http://schemas.microsoft.com/office/drawing/2014/main" id="{BFFEF5FA-9F27-DBC9-B170-38E0C76AB268}"/>
              </a:ext>
            </a:extLst>
          </p:cNvPr>
          <p:cNvGrpSpPr/>
          <p:nvPr/>
        </p:nvGrpSpPr>
        <p:grpSpPr>
          <a:xfrm>
            <a:off x="285010" y="3912675"/>
            <a:ext cx="6186521" cy="2676444"/>
            <a:chOff x="6101795" y="1138008"/>
            <a:chExt cx="6186521" cy="2676444"/>
          </a:xfrm>
        </p:grpSpPr>
        <p:cxnSp>
          <p:nvCxnSpPr>
            <p:cNvPr id="9" name="Straight Connector 8">
              <a:extLst>
                <a:ext uri="{FF2B5EF4-FFF2-40B4-BE49-F238E27FC236}">
                  <a16:creationId xmlns:a16="http://schemas.microsoft.com/office/drawing/2014/main" id="{3904931B-AA3F-20D1-8A65-82FA42451CED}"/>
                </a:ext>
              </a:extLst>
            </p:cNvPr>
            <p:cNvCxnSpPr>
              <a:cxnSpLocks/>
            </p:cNvCxnSpPr>
            <p:nvPr/>
          </p:nvCxnSpPr>
          <p:spPr>
            <a:xfrm>
              <a:off x="9394827" y="2191838"/>
              <a:ext cx="0" cy="15531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CBC66FD-0C05-8050-B818-D143E5C2F0C5}"/>
                </a:ext>
              </a:extLst>
            </p:cNvPr>
            <p:cNvCxnSpPr>
              <a:cxnSpLocks/>
            </p:cNvCxnSpPr>
            <p:nvPr/>
          </p:nvCxnSpPr>
          <p:spPr>
            <a:xfrm flipV="1">
              <a:off x="6983023" y="3135067"/>
              <a:ext cx="4504784" cy="182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290860B8-DF93-6298-6CE1-34493193E24D}"/>
                </a:ext>
              </a:extLst>
            </p:cNvPr>
            <p:cNvSpPr txBox="1"/>
            <p:nvPr/>
          </p:nvSpPr>
          <p:spPr>
            <a:xfrm>
              <a:off x="7534543" y="1809069"/>
              <a:ext cx="1747310" cy="646331"/>
            </a:xfrm>
            <a:prstGeom prst="rect">
              <a:avLst/>
            </a:prstGeom>
            <a:noFill/>
          </p:spPr>
          <p:txBody>
            <a:bodyPr wrap="square">
              <a:spAutoFit/>
            </a:bodyPr>
            <a:lstStyle/>
            <a:p>
              <a:pPr algn="ctr"/>
              <a:r>
                <a:rPr lang="en-US" b="1"/>
                <a:t>Grid Purchases</a:t>
              </a:r>
              <a:endParaRPr lang="sv-SE"/>
            </a:p>
          </p:txBody>
        </p:sp>
        <p:sp>
          <p:nvSpPr>
            <p:cNvPr id="30" name="TextBox 29">
              <a:extLst>
                <a:ext uri="{FF2B5EF4-FFF2-40B4-BE49-F238E27FC236}">
                  <a16:creationId xmlns:a16="http://schemas.microsoft.com/office/drawing/2014/main" id="{7B811B21-60DC-5B4E-D0C1-33A056EA3B04}"/>
                </a:ext>
              </a:extLst>
            </p:cNvPr>
            <p:cNvSpPr txBox="1"/>
            <p:nvPr/>
          </p:nvSpPr>
          <p:spPr>
            <a:xfrm>
              <a:off x="8984061" y="1815814"/>
              <a:ext cx="3304255" cy="646331"/>
            </a:xfrm>
            <a:prstGeom prst="rect">
              <a:avLst/>
            </a:prstGeom>
            <a:noFill/>
          </p:spPr>
          <p:txBody>
            <a:bodyPr wrap="square" lIns="91440" tIns="45720" rIns="91440" bIns="45720" anchor="t">
              <a:spAutoFit/>
            </a:bodyPr>
            <a:lstStyle/>
            <a:p>
              <a:pPr algn="ctr"/>
              <a:r>
                <a:rPr lang="en-US" b="1"/>
                <a:t>Peak Import </a:t>
              </a:r>
            </a:p>
            <a:p>
              <a:pPr algn="ctr"/>
              <a:r>
                <a:rPr lang="en-US" b="1"/>
                <a:t>and PV Export</a:t>
              </a:r>
              <a:endParaRPr lang="sv-SE"/>
            </a:p>
          </p:txBody>
        </p:sp>
        <p:sp>
          <p:nvSpPr>
            <p:cNvPr id="32" name="TextBox 31">
              <a:extLst>
                <a:ext uri="{FF2B5EF4-FFF2-40B4-BE49-F238E27FC236}">
                  <a16:creationId xmlns:a16="http://schemas.microsoft.com/office/drawing/2014/main" id="{1343794E-6057-9903-2E65-74BF6F47E502}"/>
                </a:ext>
              </a:extLst>
            </p:cNvPr>
            <p:cNvSpPr txBox="1"/>
            <p:nvPr/>
          </p:nvSpPr>
          <p:spPr>
            <a:xfrm>
              <a:off x="6101795" y="2455400"/>
              <a:ext cx="1747310" cy="646331"/>
            </a:xfrm>
            <a:prstGeom prst="rect">
              <a:avLst/>
            </a:prstGeom>
            <a:noFill/>
          </p:spPr>
          <p:txBody>
            <a:bodyPr wrap="square">
              <a:spAutoFit/>
            </a:bodyPr>
            <a:lstStyle/>
            <a:p>
              <a:pPr algn="ctr"/>
              <a:r>
                <a:rPr lang="en-US" b="1"/>
                <a:t>Smart Households</a:t>
              </a:r>
              <a:endParaRPr lang="sv-SE"/>
            </a:p>
          </p:txBody>
        </p:sp>
        <p:sp>
          <p:nvSpPr>
            <p:cNvPr id="34" name="TextBox 33">
              <a:extLst>
                <a:ext uri="{FF2B5EF4-FFF2-40B4-BE49-F238E27FC236}">
                  <a16:creationId xmlns:a16="http://schemas.microsoft.com/office/drawing/2014/main" id="{706D544D-DDBA-61F9-0188-3393163D2488}"/>
                </a:ext>
              </a:extLst>
            </p:cNvPr>
            <p:cNvSpPr txBox="1"/>
            <p:nvPr/>
          </p:nvSpPr>
          <p:spPr>
            <a:xfrm>
              <a:off x="6101795" y="3168121"/>
              <a:ext cx="1747310" cy="646331"/>
            </a:xfrm>
            <a:prstGeom prst="rect">
              <a:avLst/>
            </a:prstGeom>
            <a:noFill/>
          </p:spPr>
          <p:txBody>
            <a:bodyPr wrap="square">
              <a:spAutoFit/>
            </a:bodyPr>
            <a:lstStyle/>
            <a:p>
              <a:pPr algn="ctr"/>
              <a:r>
                <a:rPr lang="en-US" b="1"/>
                <a:t>Energy Community</a:t>
              </a:r>
              <a:endParaRPr lang="sv-SE"/>
            </a:p>
          </p:txBody>
        </p:sp>
        <p:sp>
          <p:nvSpPr>
            <p:cNvPr id="3" name="Plus Sign 2">
              <a:extLst>
                <a:ext uri="{FF2B5EF4-FFF2-40B4-BE49-F238E27FC236}">
                  <a16:creationId xmlns:a16="http://schemas.microsoft.com/office/drawing/2014/main" id="{4B6DAE5C-B451-1B70-2881-EF8889CC5214}"/>
                </a:ext>
              </a:extLst>
            </p:cNvPr>
            <p:cNvSpPr/>
            <p:nvPr/>
          </p:nvSpPr>
          <p:spPr>
            <a:xfrm>
              <a:off x="8146640" y="2578613"/>
              <a:ext cx="523116" cy="523116"/>
            </a:xfrm>
            <a:prstGeom prst="mathPlus">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 name="Plus Sign 7">
              <a:extLst>
                <a:ext uri="{FF2B5EF4-FFF2-40B4-BE49-F238E27FC236}">
                  <a16:creationId xmlns:a16="http://schemas.microsoft.com/office/drawing/2014/main" id="{6CBC044C-725B-D375-2007-8F62FEBDF686}"/>
                </a:ext>
              </a:extLst>
            </p:cNvPr>
            <p:cNvSpPr/>
            <p:nvPr/>
          </p:nvSpPr>
          <p:spPr>
            <a:xfrm>
              <a:off x="10374630" y="3277654"/>
              <a:ext cx="523116" cy="523116"/>
            </a:xfrm>
            <a:prstGeom prst="mathPlus">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Minus Sign 10">
              <a:extLst>
                <a:ext uri="{FF2B5EF4-FFF2-40B4-BE49-F238E27FC236}">
                  <a16:creationId xmlns:a16="http://schemas.microsoft.com/office/drawing/2014/main" id="{676714F8-4F06-F947-7B64-A1A734BC82D0}"/>
                </a:ext>
              </a:extLst>
            </p:cNvPr>
            <p:cNvSpPr/>
            <p:nvPr/>
          </p:nvSpPr>
          <p:spPr>
            <a:xfrm>
              <a:off x="10325073" y="2634367"/>
              <a:ext cx="622230" cy="411609"/>
            </a:xfrm>
            <a:prstGeom prst="mathMinus">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Minus Sign 11">
              <a:extLst>
                <a:ext uri="{FF2B5EF4-FFF2-40B4-BE49-F238E27FC236}">
                  <a16:creationId xmlns:a16="http://schemas.microsoft.com/office/drawing/2014/main" id="{FE4543E8-3D06-3CF9-3610-B4B8A1A91E77}"/>
                </a:ext>
              </a:extLst>
            </p:cNvPr>
            <p:cNvSpPr/>
            <p:nvPr/>
          </p:nvSpPr>
          <p:spPr>
            <a:xfrm>
              <a:off x="8097083" y="3333408"/>
              <a:ext cx="622230" cy="411609"/>
            </a:xfrm>
            <a:prstGeom prst="mathMinus">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3" name="Rectangle: Rounded Corners 62">
              <a:extLst>
                <a:ext uri="{FF2B5EF4-FFF2-40B4-BE49-F238E27FC236}">
                  <a16:creationId xmlns:a16="http://schemas.microsoft.com/office/drawing/2014/main" id="{C5CCF109-68E0-CC0D-1169-7EB64B61FAD2}"/>
                </a:ext>
              </a:extLst>
            </p:cNvPr>
            <p:cNvSpPr/>
            <p:nvPr/>
          </p:nvSpPr>
          <p:spPr>
            <a:xfrm>
              <a:off x="6731308" y="1138008"/>
              <a:ext cx="4697040" cy="49084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t>DSO Perspective</a:t>
              </a:r>
            </a:p>
          </p:txBody>
        </p:sp>
      </p:grpSp>
      <p:grpSp>
        <p:nvGrpSpPr>
          <p:cNvPr id="5" name="Gruppieren 4">
            <a:extLst>
              <a:ext uri="{FF2B5EF4-FFF2-40B4-BE49-F238E27FC236}">
                <a16:creationId xmlns:a16="http://schemas.microsoft.com/office/drawing/2014/main" id="{91D05DF4-FEE1-7CEC-607D-8FA8CD6AED6C}"/>
              </a:ext>
            </a:extLst>
          </p:cNvPr>
          <p:cNvGrpSpPr/>
          <p:nvPr/>
        </p:nvGrpSpPr>
        <p:grpSpPr>
          <a:xfrm>
            <a:off x="6541700" y="1119952"/>
            <a:ext cx="5181822" cy="5346470"/>
            <a:chOff x="6541700" y="1119952"/>
            <a:chExt cx="5181822" cy="5346470"/>
          </a:xfrm>
        </p:grpSpPr>
        <p:grpSp>
          <p:nvGrpSpPr>
            <p:cNvPr id="94" name="Gruppieren 93">
              <a:extLst>
                <a:ext uri="{FF2B5EF4-FFF2-40B4-BE49-F238E27FC236}">
                  <a16:creationId xmlns:a16="http://schemas.microsoft.com/office/drawing/2014/main" id="{50E8ADCA-A081-DB52-3CC3-C4896D57BDEA}"/>
                </a:ext>
              </a:extLst>
            </p:cNvPr>
            <p:cNvGrpSpPr/>
            <p:nvPr/>
          </p:nvGrpSpPr>
          <p:grpSpPr>
            <a:xfrm>
              <a:off x="6798220" y="1119952"/>
              <a:ext cx="4674335" cy="2523070"/>
              <a:chOff x="496553" y="1119952"/>
              <a:chExt cx="4674335" cy="2523070"/>
            </a:xfrm>
          </p:grpSpPr>
          <p:sp>
            <p:nvSpPr>
              <p:cNvPr id="7" name="Rectangle: Rounded Corners 6">
                <a:extLst>
                  <a:ext uri="{FF2B5EF4-FFF2-40B4-BE49-F238E27FC236}">
                    <a16:creationId xmlns:a16="http://schemas.microsoft.com/office/drawing/2014/main" id="{6248131A-C17E-7193-4AC0-0E89EFF34B0D}"/>
                  </a:ext>
                </a:extLst>
              </p:cNvPr>
              <p:cNvSpPr/>
              <p:nvPr/>
            </p:nvSpPr>
            <p:spPr>
              <a:xfrm>
                <a:off x="496553" y="1119952"/>
                <a:ext cx="4674335" cy="655895"/>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t>Uncontrolled Energy Community &gt; Smart Collection of Households</a:t>
                </a:r>
              </a:p>
            </p:txBody>
          </p:sp>
          <p:pic>
            <p:nvPicPr>
              <p:cNvPr id="36" name="Picture 35" descr="Greater than symbol - Free ui icons">
                <a:extLst>
                  <a:ext uri="{FF2B5EF4-FFF2-40B4-BE49-F238E27FC236}">
                    <a16:creationId xmlns:a16="http://schemas.microsoft.com/office/drawing/2014/main" id="{0CF10E9B-DB8B-CDB5-C187-34B5033FC385}"/>
                  </a:ext>
                </a:extLst>
              </p:cNvPr>
              <p:cNvPicPr>
                <a:picLocks noChangeAspect="1"/>
              </p:cNvPicPr>
              <p:nvPr/>
            </p:nvPicPr>
            <p:blipFill>
              <a:blip r:embed="rId2"/>
              <a:stretch>
                <a:fillRect/>
              </a:stretch>
            </p:blipFill>
            <p:spPr>
              <a:xfrm>
                <a:off x="2585256" y="2520612"/>
                <a:ext cx="860158" cy="1002225"/>
              </a:xfrm>
              <a:prstGeom prst="rect">
                <a:avLst/>
              </a:prstGeom>
              <a:noFill/>
            </p:spPr>
          </p:pic>
          <p:grpSp>
            <p:nvGrpSpPr>
              <p:cNvPr id="70" name="Group 69">
                <a:extLst>
                  <a:ext uri="{FF2B5EF4-FFF2-40B4-BE49-F238E27FC236}">
                    <a16:creationId xmlns:a16="http://schemas.microsoft.com/office/drawing/2014/main" id="{6FE5BB5B-3917-E44E-7C95-2FEC47D015D0}"/>
                  </a:ext>
                </a:extLst>
              </p:cNvPr>
              <p:cNvGrpSpPr/>
              <p:nvPr/>
            </p:nvGrpSpPr>
            <p:grpSpPr>
              <a:xfrm>
                <a:off x="526669" y="2173831"/>
                <a:ext cx="1935209" cy="1418771"/>
                <a:chOff x="526669" y="2173831"/>
                <a:chExt cx="1935209" cy="1418771"/>
              </a:xfrm>
            </p:grpSpPr>
            <p:pic>
              <p:nvPicPr>
                <p:cNvPr id="65" name="Picture 64" descr="House - Free real estate icons">
                  <a:extLst>
                    <a:ext uri="{FF2B5EF4-FFF2-40B4-BE49-F238E27FC236}">
                      <a16:creationId xmlns:a16="http://schemas.microsoft.com/office/drawing/2014/main" id="{93F34C17-99CA-A6C1-9D29-2D84A0F79CC3}"/>
                    </a:ext>
                  </a:extLst>
                </p:cNvPr>
                <p:cNvPicPr>
                  <a:picLocks noChangeAspect="1"/>
                </p:cNvPicPr>
                <p:nvPr/>
              </p:nvPicPr>
              <p:blipFill>
                <a:blip r:embed="rId3"/>
                <a:stretch>
                  <a:fillRect/>
                </a:stretch>
              </p:blipFill>
              <p:spPr>
                <a:xfrm>
                  <a:off x="526669" y="2200335"/>
                  <a:ext cx="614867" cy="612610"/>
                </a:xfrm>
                <a:prstGeom prst="rect">
                  <a:avLst/>
                </a:prstGeom>
              </p:spPr>
            </p:pic>
            <p:pic>
              <p:nvPicPr>
                <p:cNvPr id="66" name="Picture 65" descr="House - Free real estate icons">
                  <a:extLst>
                    <a:ext uri="{FF2B5EF4-FFF2-40B4-BE49-F238E27FC236}">
                      <a16:creationId xmlns:a16="http://schemas.microsoft.com/office/drawing/2014/main" id="{92EC5356-6E49-E142-36E3-870FE20071CF}"/>
                    </a:ext>
                  </a:extLst>
                </p:cNvPr>
                <p:cNvPicPr>
                  <a:picLocks noChangeAspect="1"/>
                </p:cNvPicPr>
                <p:nvPr/>
              </p:nvPicPr>
              <p:blipFill>
                <a:blip r:embed="rId3"/>
                <a:stretch>
                  <a:fillRect/>
                </a:stretch>
              </p:blipFill>
              <p:spPr>
                <a:xfrm>
                  <a:off x="1899562" y="2573892"/>
                  <a:ext cx="562316" cy="586336"/>
                </a:xfrm>
                <a:prstGeom prst="rect">
                  <a:avLst/>
                </a:prstGeom>
              </p:spPr>
            </p:pic>
            <p:pic>
              <p:nvPicPr>
                <p:cNvPr id="67" name="Picture 66" descr="Sharing Kawaii Lineal color icon | Freepik">
                  <a:extLst>
                    <a:ext uri="{FF2B5EF4-FFF2-40B4-BE49-F238E27FC236}">
                      <a16:creationId xmlns:a16="http://schemas.microsoft.com/office/drawing/2014/main" id="{32E185A4-37C4-24A7-CBB7-10A7C15E6CA2}"/>
                    </a:ext>
                  </a:extLst>
                </p:cNvPr>
                <p:cNvPicPr>
                  <a:picLocks noChangeAspect="1"/>
                </p:cNvPicPr>
                <p:nvPr/>
              </p:nvPicPr>
              <p:blipFill>
                <a:blip r:embed="rId4"/>
                <a:stretch>
                  <a:fillRect/>
                </a:stretch>
              </p:blipFill>
              <p:spPr>
                <a:xfrm>
                  <a:off x="1167794" y="2543351"/>
                  <a:ext cx="705510" cy="725214"/>
                </a:xfrm>
                <a:prstGeom prst="rect">
                  <a:avLst/>
                </a:prstGeom>
              </p:spPr>
            </p:pic>
            <p:pic>
              <p:nvPicPr>
                <p:cNvPr id="68" name="Picture 67" descr="Solar panel - Free technology icons">
                  <a:extLst>
                    <a:ext uri="{FF2B5EF4-FFF2-40B4-BE49-F238E27FC236}">
                      <a16:creationId xmlns:a16="http://schemas.microsoft.com/office/drawing/2014/main" id="{7EC44A51-18D2-4B33-B91C-40D46130FA02}"/>
                    </a:ext>
                  </a:extLst>
                </p:cNvPr>
                <p:cNvPicPr>
                  <a:picLocks noChangeAspect="1"/>
                </p:cNvPicPr>
                <p:nvPr/>
              </p:nvPicPr>
              <p:blipFill>
                <a:blip r:embed="rId5"/>
                <a:stretch>
                  <a:fillRect/>
                </a:stretch>
              </p:blipFill>
              <p:spPr>
                <a:xfrm>
                  <a:off x="1771831" y="2173831"/>
                  <a:ext cx="363922" cy="403336"/>
                </a:xfrm>
                <a:prstGeom prst="rect">
                  <a:avLst/>
                </a:prstGeom>
              </p:spPr>
            </p:pic>
            <p:pic>
              <p:nvPicPr>
                <p:cNvPr id="69" name="Picture 68" descr="House - Free real estate icons">
                  <a:extLst>
                    <a:ext uri="{FF2B5EF4-FFF2-40B4-BE49-F238E27FC236}">
                      <a16:creationId xmlns:a16="http://schemas.microsoft.com/office/drawing/2014/main" id="{6BCC656C-1960-8C89-77AD-979E6B121999}"/>
                    </a:ext>
                  </a:extLst>
                </p:cNvPr>
                <p:cNvPicPr>
                  <a:picLocks noChangeAspect="1"/>
                </p:cNvPicPr>
                <p:nvPr/>
              </p:nvPicPr>
              <p:blipFill>
                <a:blip r:embed="rId3"/>
                <a:stretch>
                  <a:fillRect/>
                </a:stretch>
              </p:blipFill>
              <p:spPr>
                <a:xfrm>
                  <a:off x="700891" y="2993128"/>
                  <a:ext cx="595161" cy="599474"/>
                </a:xfrm>
                <a:prstGeom prst="rect">
                  <a:avLst/>
                </a:prstGeom>
              </p:spPr>
            </p:pic>
          </p:grpSp>
          <p:grpSp>
            <p:nvGrpSpPr>
              <p:cNvPr id="80" name="Group 79">
                <a:extLst>
                  <a:ext uri="{FF2B5EF4-FFF2-40B4-BE49-F238E27FC236}">
                    <a16:creationId xmlns:a16="http://schemas.microsoft.com/office/drawing/2014/main" id="{D92AAFF7-8BAA-77A5-37B9-D724BF1391BC}"/>
                  </a:ext>
                </a:extLst>
              </p:cNvPr>
              <p:cNvGrpSpPr/>
              <p:nvPr/>
            </p:nvGrpSpPr>
            <p:grpSpPr>
              <a:xfrm>
                <a:off x="3225708" y="1826362"/>
                <a:ext cx="1790331" cy="1816660"/>
                <a:chOff x="3225708" y="1826362"/>
                <a:chExt cx="1790331" cy="1816660"/>
              </a:xfrm>
            </p:grpSpPr>
            <p:pic>
              <p:nvPicPr>
                <p:cNvPr id="39" name="Graphic 57" descr="Lightbulb and gear with solid fill">
                  <a:extLst>
                    <a:ext uri="{FF2B5EF4-FFF2-40B4-BE49-F238E27FC236}">
                      <a16:creationId xmlns:a16="http://schemas.microsoft.com/office/drawing/2014/main" id="{0D5FFC39-EE5C-15D8-C679-C36AAE8B06B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64746" y="2539830"/>
                  <a:ext cx="366128" cy="366128"/>
                </a:xfrm>
                <a:prstGeom prst="rect">
                  <a:avLst/>
                </a:prstGeom>
              </p:spPr>
            </p:pic>
            <p:pic>
              <p:nvPicPr>
                <p:cNvPr id="40" name="Picture 70" descr="House - Free real estate icons">
                  <a:extLst>
                    <a:ext uri="{FF2B5EF4-FFF2-40B4-BE49-F238E27FC236}">
                      <a16:creationId xmlns:a16="http://schemas.microsoft.com/office/drawing/2014/main" id="{BD19F19E-44F1-8AA5-14D2-1DB2EF7878FA}"/>
                    </a:ext>
                  </a:extLst>
                </p:cNvPr>
                <p:cNvPicPr>
                  <a:picLocks noChangeAspect="1"/>
                </p:cNvPicPr>
                <p:nvPr/>
              </p:nvPicPr>
              <p:blipFill>
                <a:blip r:embed="rId3"/>
                <a:stretch>
                  <a:fillRect/>
                </a:stretch>
              </p:blipFill>
              <p:spPr>
                <a:xfrm>
                  <a:off x="3347463" y="2776446"/>
                  <a:ext cx="549178" cy="507955"/>
                </a:xfrm>
                <a:prstGeom prst="rect">
                  <a:avLst/>
                </a:prstGeom>
              </p:spPr>
            </p:pic>
            <p:pic>
              <p:nvPicPr>
                <p:cNvPr id="41" name="Picture 71" descr="Solar panel - Free technology icons">
                  <a:extLst>
                    <a:ext uri="{FF2B5EF4-FFF2-40B4-BE49-F238E27FC236}">
                      <a16:creationId xmlns:a16="http://schemas.microsoft.com/office/drawing/2014/main" id="{DBABE6F1-396D-E643-6562-FB3C88026CB4}"/>
                    </a:ext>
                  </a:extLst>
                </p:cNvPr>
                <p:cNvPicPr>
                  <a:picLocks noChangeAspect="1"/>
                </p:cNvPicPr>
                <p:nvPr/>
              </p:nvPicPr>
              <p:blipFill>
                <a:blip r:embed="rId5"/>
                <a:stretch>
                  <a:fillRect/>
                </a:stretch>
              </p:blipFill>
              <p:spPr>
                <a:xfrm>
                  <a:off x="3225708" y="2401991"/>
                  <a:ext cx="363922" cy="403336"/>
                </a:xfrm>
                <a:prstGeom prst="rect">
                  <a:avLst/>
                </a:prstGeom>
              </p:spPr>
            </p:pic>
            <p:pic>
              <p:nvPicPr>
                <p:cNvPr id="44" name="Graphic 3" descr="Lightbulb and gear with solid fill">
                  <a:extLst>
                    <a:ext uri="{FF2B5EF4-FFF2-40B4-BE49-F238E27FC236}">
                      <a16:creationId xmlns:a16="http://schemas.microsoft.com/office/drawing/2014/main" id="{44268B78-D343-D21D-36DB-B465DBB4E06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49911" y="2898451"/>
                  <a:ext cx="366128" cy="366128"/>
                </a:xfrm>
                <a:prstGeom prst="rect">
                  <a:avLst/>
                </a:prstGeom>
              </p:spPr>
            </p:pic>
            <p:pic>
              <p:nvPicPr>
                <p:cNvPr id="45" name="Picture 9" descr="House - Free real estate icons">
                  <a:extLst>
                    <a:ext uri="{FF2B5EF4-FFF2-40B4-BE49-F238E27FC236}">
                      <a16:creationId xmlns:a16="http://schemas.microsoft.com/office/drawing/2014/main" id="{A0B97C42-9FBD-9094-CF04-A0C51804CEFB}"/>
                    </a:ext>
                  </a:extLst>
                </p:cNvPr>
                <p:cNvPicPr>
                  <a:picLocks noChangeAspect="1"/>
                </p:cNvPicPr>
                <p:nvPr/>
              </p:nvPicPr>
              <p:blipFill>
                <a:blip r:embed="rId3"/>
                <a:stretch>
                  <a:fillRect/>
                </a:stretch>
              </p:blipFill>
              <p:spPr>
                <a:xfrm>
                  <a:off x="4232628" y="3135067"/>
                  <a:ext cx="549178" cy="507955"/>
                </a:xfrm>
                <a:prstGeom prst="rect">
                  <a:avLst/>
                </a:prstGeom>
              </p:spPr>
            </p:pic>
            <p:pic>
              <p:nvPicPr>
                <p:cNvPr id="51" name="Picture 14" descr="Solar panel - Free technology icons">
                  <a:extLst>
                    <a:ext uri="{FF2B5EF4-FFF2-40B4-BE49-F238E27FC236}">
                      <a16:creationId xmlns:a16="http://schemas.microsoft.com/office/drawing/2014/main" id="{4968643F-FCB3-BEC0-2795-6F357205756E}"/>
                    </a:ext>
                  </a:extLst>
                </p:cNvPr>
                <p:cNvPicPr>
                  <a:picLocks noChangeAspect="1"/>
                </p:cNvPicPr>
                <p:nvPr/>
              </p:nvPicPr>
              <p:blipFill>
                <a:blip r:embed="rId5"/>
                <a:stretch>
                  <a:fillRect/>
                </a:stretch>
              </p:blipFill>
              <p:spPr>
                <a:xfrm>
                  <a:off x="4110873" y="2760612"/>
                  <a:ext cx="363922" cy="403336"/>
                </a:xfrm>
                <a:prstGeom prst="rect">
                  <a:avLst/>
                </a:prstGeom>
              </p:spPr>
            </p:pic>
            <p:pic>
              <p:nvPicPr>
                <p:cNvPr id="52" name="Graphic 76" descr="Lightbulb and gear with solid fill">
                  <a:extLst>
                    <a:ext uri="{FF2B5EF4-FFF2-40B4-BE49-F238E27FC236}">
                      <a16:creationId xmlns:a16="http://schemas.microsoft.com/office/drawing/2014/main" id="{19DFE899-917C-175C-BF3B-F7388D2CDFA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19543" y="1964201"/>
                  <a:ext cx="366128" cy="366128"/>
                </a:xfrm>
                <a:prstGeom prst="rect">
                  <a:avLst/>
                </a:prstGeom>
              </p:spPr>
            </p:pic>
            <p:pic>
              <p:nvPicPr>
                <p:cNvPr id="53" name="Picture 77" descr="House - Free real estate icons">
                  <a:extLst>
                    <a:ext uri="{FF2B5EF4-FFF2-40B4-BE49-F238E27FC236}">
                      <a16:creationId xmlns:a16="http://schemas.microsoft.com/office/drawing/2014/main" id="{CE588824-5AB6-AA31-FD19-787E7659E06E}"/>
                    </a:ext>
                  </a:extLst>
                </p:cNvPr>
                <p:cNvPicPr>
                  <a:picLocks noChangeAspect="1"/>
                </p:cNvPicPr>
                <p:nvPr/>
              </p:nvPicPr>
              <p:blipFill>
                <a:blip r:embed="rId3"/>
                <a:stretch>
                  <a:fillRect/>
                </a:stretch>
              </p:blipFill>
              <p:spPr>
                <a:xfrm>
                  <a:off x="4202260" y="2200817"/>
                  <a:ext cx="549178" cy="507955"/>
                </a:xfrm>
                <a:prstGeom prst="rect">
                  <a:avLst/>
                </a:prstGeom>
              </p:spPr>
            </p:pic>
            <p:pic>
              <p:nvPicPr>
                <p:cNvPr id="54" name="Picture 78" descr="Solar panel - Free technology icons">
                  <a:extLst>
                    <a:ext uri="{FF2B5EF4-FFF2-40B4-BE49-F238E27FC236}">
                      <a16:creationId xmlns:a16="http://schemas.microsoft.com/office/drawing/2014/main" id="{4BA3B2CD-34F0-3DF3-694D-07C59472D12A}"/>
                    </a:ext>
                  </a:extLst>
                </p:cNvPr>
                <p:cNvPicPr>
                  <a:picLocks noChangeAspect="1"/>
                </p:cNvPicPr>
                <p:nvPr/>
              </p:nvPicPr>
              <p:blipFill>
                <a:blip r:embed="rId5"/>
                <a:stretch>
                  <a:fillRect/>
                </a:stretch>
              </p:blipFill>
              <p:spPr>
                <a:xfrm>
                  <a:off x="4080505" y="1826362"/>
                  <a:ext cx="363922" cy="403336"/>
                </a:xfrm>
                <a:prstGeom prst="rect">
                  <a:avLst/>
                </a:prstGeom>
              </p:spPr>
            </p:pic>
          </p:grpSp>
        </p:grpSp>
        <p:grpSp>
          <p:nvGrpSpPr>
            <p:cNvPr id="96" name="Gruppieren 95">
              <a:extLst>
                <a:ext uri="{FF2B5EF4-FFF2-40B4-BE49-F238E27FC236}">
                  <a16:creationId xmlns:a16="http://schemas.microsoft.com/office/drawing/2014/main" id="{769EE239-230D-3237-CB14-8FE9EFE2179C}"/>
                </a:ext>
              </a:extLst>
            </p:cNvPr>
            <p:cNvGrpSpPr/>
            <p:nvPr/>
          </p:nvGrpSpPr>
          <p:grpSpPr>
            <a:xfrm>
              <a:off x="6541700" y="3897292"/>
              <a:ext cx="5181822" cy="2569130"/>
              <a:chOff x="460373" y="3897292"/>
              <a:chExt cx="5181822" cy="2569130"/>
            </a:xfrm>
          </p:grpSpPr>
          <p:sp>
            <p:nvSpPr>
              <p:cNvPr id="6" name="Rectangle: Rounded Corners 5">
                <a:extLst>
                  <a:ext uri="{FF2B5EF4-FFF2-40B4-BE49-F238E27FC236}">
                    <a16:creationId xmlns:a16="http://schemas.microsoft.com/office/drawing/2014/main" id="{A04AB788-1C88-103E-D60F-04F0F723422E}"/>
                  </a:ext>
                </a:extLst>
              </p:cNvPr>
              <p:cNvSpPr/>
              <p:nvPr/>
            </p:nvSpPr>
            <p:spPr>
              <a:xfrm>
                <a:off x="460373" y="3897292"/>
                <a:ext cx="5181822" cy="256913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b="1"/>
                  <a:t>Smart Community Give Lower Margin of Improvement Than Smart Houses </a:t>
                </a:r>
              </a:p>
              <a:p>
                <a:pPr algn="ctr"/>
                <a:endParaRPr lang="en-US" b="1"/>
              </a:p>
              <a:p>
                <a:pPr algn="ctr"/>
                <a:endParaRPr lang="en-US" b="1"/>
              </a:p>
              <a:p>
                <a:pPr algn="ctr"/>
                <a:endParaRPr lang="en-US" b="1"/>
              </a:p>
              <a:p>
                <a:pPr algn="ctr"/>
                <a:endParaRPr lang="en-US" b="1"/>
              </a:p>
            </p:txBody>
          </p:sp>
          <p:pic>
            <p:nvPicPr>
              <p:cNvPr id="47" name="Picture 46" descr="Arrow up 1 Icon | Flat Cute Arrows Iconpack | Custom Icon Design">
                <a:extLst>
                  <a:ext uri="{FF2B5EF4-FFF2-40B4-BE49-F238E27FC236}">
                    <a16:creationId xmlns:a16="http://schemas.microsoft.com/office/drawing/2014/main" id="{5C9B82E3-B09F-E0AE-DA01-198C976D2661}"/>
                  </a:ext>
                </a:extLst>
              </p:cNvPr>
              <p:cNvPicPr>
                <a:picLocks noChangeAspect="1"/>
              </p:cNvPicPr>
              <p:nvPr/>
            </p:nvPicPr>
            <p:blipFill>
              <a:blip r:embed="rId8"/>
              <a:stretch>
                <a:fillRect/>
              </a:stretch>
            </p:blipFill>
            <p:spPr>
              <a:xfrm flipH="1">
                <a:off x="2340989" y="5181857"/>
                <a:ext cx="805910" cy="834326"/>
              </a:xfrm>
              <a:prstGeom prst="rect">
                <a:avLst/>
              </a:prstGeom>
            </p:spPr>
          </p:pic>
          <p:pic>
            <p:nvPicPr>
              <p:cNvPr id="48" name="Picture 47" descr="Arrow up 1 Icon | Flat Cute Arrows Iconpack | Custom Icon Design">
                <a:extLst>
                  <a:ext uri="{FF2B5EF4-FFF2-40B4-BE49-F238E27FC236}">
                    <a16:creationId xmlns:a16="http://schemas.microsoft.com/office/drawing/2014/main" id="{78ACB9B8-A2D8-C7DF-F4B0-DAC2F3E2F88C}"/>
                  </a:ext>
                </a:extLst>
              </p:cNvPr>
              <p:cNvPicPr>
                <a:picLocks noChangeAspect="1"/>
              </p:cNvPicPr>
              <p:nvPr/>
            </p:nvPicPr>
            <p:blipFill>
              <a:blip r:embed="rId8"/>
              <a:stretch>
                <a:fillRect/>
              </a:stretch>
            </p:blipFill>
            <p:spPr>
              <a:xfrm flipH="1">
                <a:off x="4507786" y="4903722"/>
                <a:ext cx="805910" cy="834326"/>
              </a:xfrm>
              <a:prstGeom prst="rect">
                <a:avLst/>
              </a:prstGeom>
            </p:spPr>
          </p:pic>
          <p:pic>
            <p:nvPicPr>
              <p:cNvPr id="49" name="Picture 48" descr="Arrow up 1 Icon | Flat Cute Arrows Iconpack | Custom Icon Design">
                <a:extLst>
                  <a:ext uri="{FF2B5EF4-FFF2-40B4-BE49-F238E27FC236}">
                    <a16:creationId xmlns:a16="http://schemas.microsoft.com/office/drawing/2014/main" id="{B0FA5079-32E7-B5BC-87C1-556F2B316703}"/>
                  </a:ext>
                </a:extLst>
              </p:cNvPr>
              <p:cNvPicPr>
                <a:picLocks noChangeAspect="1"/>
              </p:cNvPicPr>
              <p:nvPr/>
            </p:nvPicPr>
            <p:blipFill>
              <a:blip r:embed="rId8"/>
              <a:stretch>
                <a:fillRect/>
              </a:stretch>
            </p:blipFill>
            <p:spPr>
              <a:xfrm flipH="1">
                <a:off x="4728126" y="5381587"/>
                <a:ext cx="805910" cy="834326"/>
              </a:xfrm>
              <a:prstGeom prst="rect">
                <a:avLst/>
              </a:prstGeom>
            </p:spPr>
          </p:pic>
          <p:grpSp>
            <p:nvGrpSpPr>
              <p:cNvPr id="42" name="Group 41">
                <a:extLst>
                  <a:ext uri="{FF2B5EF4-FFF2-40B4-BE49-F238E27FC236}">
                    <a16:creationId xmlns:a16="http://schemas.microsoft.com/office/drawing/2014/main" id="{CBB578A7-ABBE-4551-0269-ADECE2A06359}"/>
                  </a:ext>
                </a:extLst>
              </p:cNvPr>
              <p:cNvGrpSpPr/>
              <p:nvPr/>
            </p:nvGrpSpPr>
            <p:grpSpPr>
              <a:xfrm>
                <a:off x="597861" y="4941092"/>
                <a:ext cx="1694577" cy="1258350"/>
                <a:chOff x="526669" y="2173831"/>
                <a:chExt cx="1935209" cy="1418771"/>
              </a:xfrm>
            </p:grpSpPr>
            <p:pic>
              <p:nvPicPr>
                <p:cNvPr id="43" name="Picture 42" descr="House - Free real estate icons">
                  <a:extLst>
                    <a:ext uri="{FF2B5EF4-FFF2-40B4-BE49-F238E27FC236}">
                      <a16:creationId xmlns:a16="http://schemas.microsoft.com/office/drawing/2014/main" id="{B869037C-6FAE-8D5F-33B5-CF21850351C5}"/>
                    </a:ext>
                  </a:extLst>
                </p:cNvPr>
                <p:cNvPicPr>
                  <a:picLocks noChangeAspect="1"/>
                </p:cNvPicPr>
                <p:nvPr/>
              </p:nvPicPr>
              <p:blipFill>
                <a:blip r:embed="rId3"/>
                <a:stretch>
                  <a:fillRect/>
                </a:stretch>
              </p:blipFill>
              <p:spPr>
                <a:xfrm>
                  <a:off x="526669" y="2200335"/>
                  <a:ext cx="614867" cy="612610"/>
                </a:xfrm>
                <a:prstGeom prst="rect">
                  <a:avLst/>
                </a:prstGeom>
              </p:spPr>
            </p:pic>
            <p:pic>
              <p:nvPicPr>
                <p:cNvPr id="46" name="Picture 45" descr="House - Free real estate icons">
                  <a:extLst>
                    <a:ext uri="{FF2B5EF4-FFF2-40B4-BE49-F238E27FC236}">
                      <a16:creationId xmlns:a16="http://schemas.microsoft.com/office/drawing/2014/main" id="{E0FA0C49-F278-9D61-2113-C51374E7B26C}"/>
                    </a:ext>
                  </a:extLst>
                </p:cNvPr>
                <p:cNvPicPr>
                  <a:picLocks noChangeAspect="1"/>
                </p:cNvPicPr>
                <p:nvPr/>
              </p:nvPicPr>
              <p:blipFill>
                <a:blip r:embed="rId3"/>
                <a:stretch>
                  <a:fillRect/>
                </a:stretch>
              </p:blipFill>
              <p:spPr>
                <a:xfrm>
                  <a:off x="1899562" y="2573892"/>
                  <a:ext cx="562316" cy="586336"/>
                </a:xfrm>
                <a:prstGeom prst="rect">
                  <a:avLst/>
                </a:prstGeom>
              </p:spPr>
            </p:pic>
            <p:pic>
              <p:nvPicPr>
                <p:cNvPr id="74" name="Picture 73" descr="Sharing Kawaii Lineal color icon | Freepik">
                  <a:extLst>
                    <a:ext uri="{FF2B5EF4-FFF2-40B4-BE49-F238E27FC236}">
                      <a16:creationId xmlns:a16="http://schemas.microsoft.com/office/drawing/2014/main" id="{8CB4953C-76AC-FC90-DEDC-E383ADB76FB6}"/>
                    </a:ext>
                  </a:extLst>
                </p:cNvPr>
                <p:cNvPicPr>
                  <a:picLocks noChangeAspect="1"/>
                </p:cNvPicPr>
                <p:nvPr/>
              </p:nvPicPr>
              <p:blipFill>
                <a:blip r:embed="rId4"/>
                <a:stretch>
                  <a:fillRect/>
                </a:stretch>
              </p:blipFill>
              <p:spPr>
                <a:xfrm>
                  <a:off x="1167794" y="2543351"/>
                  <a:ext cx="705510" cy="725214"/>
                </a:xfrm>
                <a:prstGeom prst="rect">
                  <a:avLst/>
                </a:prstGeom>
              </p:spPr>
            </p:pic>
            <p:pic>
              <p:nvPicPr>
                <p:cNvPr id="75" name="Picture 74" descr="Solar panel - Free technology icons">
                  <a:extLst>
                    <a:ext uri="{FF2B5EF4-FFF2-40B4-BE49-F238E27FC236}">
                      <a16:creationId xmlns:a16="http://schemas.microsoft.com/office/drawing/2014/main" id="{496BF18D-7167-2FC9-826B-795E367DA924}"/>
                    </a:ext>
                  </a:extLst>
                </p:cNvPr>
                <p:cNvPicPr>
                  <a:picLocks noChangeAspect="1"/>
                </p:cNvPicPr>
                <p:nvPr/>
              </p:nvPicPr>
              <p:blipFill>
                <a:blip r:embed="rId5"/>
                <a:stretch>
                  <a:fillRect/>
                </a:stretch>
              </p:blipFill>
              <p:spPr>
                <a:xfrm>
                  <a:off x="1771831" y="2173831"/>
                  <a:ext cx="363922" cy="403336"/>
                </a:xfrm>
                <a:prstGeom prst="rect">
                  <a:avLst/>
                </a:prstGeom>
              </p:spPr>
            </p:pic>
            <p:pic>
              <p:nvPicPr>
                <p:cNvPr id="76" name="Picture 75" descr="House - Free real estate icons">
                  <a:extLst>
                    <a:ext uri="{FF2B5EF4-FFF2-40B4-BE49-F238E27FC236}">
                      <a16:creationId xmlns:a16="http://schemas.microsoft.com/office/drawing/2014/main" id="{355AFDC4-A408-9AFE-D631-AE7712397321}"/>
                    </a:ext>
                  </a:extLst>
                </p:cNvPr>
                <p:cNvPicPr>
                  <a:picLocks noChangeAspect="1"/>
                </p:cNvPicPr>
                <p:nvPr/>
              </p:nvPicPr>
              <p:blipFill>
                <a:blip r:embed="rId3"/>
                <a:stretch>
                  <a:fillRect/>
                </a:stretch>
              </p:blipFill>
              <p:spPr>
                <a:xfrm>
                  <a:off x="700891" y="2993128"/>
                  <a:ext cx="595161" cy="599474"/>
                </a:xfrm>
                <a:prstGeom prst="rect">
                  <a:avLst/>
                </a:prstGeom>
              </p:spPr>
            </p:pic>
          </p:grpSp>
          <p:grpSp>
            <p:nvGrpSpPr>
              <p:cNvPr id="31" name="Group 80">
                <a:extLst>
                  <a:ext uri="{FF2B5EF4-FFF2-40B4-BE49-F238E27FC236}">
                    <a16:creationId xmlns:a16="http://schemas.microsoft.com/office/drawing/2014/main" id="{149C83A2-5A45-8366-B07C-72B43C5AA15D}"/>
                  </a:ext>
                </a:extLst>
              </p:cNvPr>
              <p:cNvGrpSpPr/>
              <p:nvPr/>
            </p:nvGrpSpPr>
            <p:grpSpPr>
              <a:xfrm>
                <a:off x="3211584" y="4736174"/>
                <a:ext cx="1549195" cy="1571978"/>
                <a:chOff x="3225708" y="1826362"/>
                <a:chExt cx="1790331" cy="1816660"/>
              </a:xfrm>
            </p:grpSpPr>
            <p:pic>
              <p:nvPicPr>
                <p:cNvPr id="33" name="Graphic 81" descr="Lightbulb and gear with solid fill">
                  <a:extLst>
                    <a:ext uri="{FF2B5EF4-FFF2-40B4-BE49-F238E27FC236}">
                      <a16:creationId xmlns:a16="http://schemas.microsoft.com/office/drawing/2014/main" id="{E5A8FC6E-2E70-2A4D-FCEE-D3008CB0334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764746" y="2539830"/>
                  <a:ext cx="366128" cy="366128"/>
                </a:xfrm>
                <a:prstGeom prst="rect">
                  <a:avLst/>
                </a:prstGeom>
              </p:spPr>
            </p:pic>
            <p:pic>
              <p:nvPicPr>
                <p:cNvPr id="37" name="Picture 82" descr="House - Free real estate icons">
                  <a:extLst>
                    <a:ext uri="{FF2B5EF4-FFF2-40B4-BE49-F238E27FC236}">
                      <a16:creationId xmlns:a16="http://schemas.microsoft.com/office/drawing/2014/main" id="{EF05CCEF-397F-E55A-CA94-7B51159BD1A1}"/>
                    </a:ext>
                  </a:extLst>
                </p:cNvPr>
                <p:cNvPicPr>
                  <a:picLocks noChangeAspect="1"/>
                </p:cNvPicPr>
                <p:nvPr/>
              </p:nvPicPr>
              <p:blipFill>
                <a:blip r:embed="rId3"/>
                <a:stretch>
                  <a:fillRect/>
                </a:stretch>
              </p:blipFill>
              <p:spPr>
                <a:xfrm>
                  <a:off x="3347463" y="2776446"/>
                  <a:ext cx="549178" cy="507955"/>
                </a:xfrm>
                <a:prstGeom prst="rect">
                  <a:avLst/>
                </a:prstGeom>
              </p:spPr>
            </p:pic>
            <p:pic>
              <p:nvPicPr>
                <p:cNvPr id="24" name="Picture 83" descr="Solar panel - Free technology icons">
                  <a:extLst>
                    <a:ext uri="{FF2B5EF4-FFF2-40B4-BE49-F238E27FC236}">
                      <a16:creationId xmlns:a16="http://schemas.microsoft.com/office/drawing/2014/main" id="{EE99B226-CC07-97AA-F8B1-262FB03FA2CD}"/>
                    </a:ext>
                  </a:extLst>
                </p:cNvPr>
                <p:cNvPicPr>
                  <a:picLocks noChangeAspect="1"/>
                </p:cNvPicPr>
                <p:nvPr/>
              </p:nvPicPr>
              <p:blipFill>
                <a:blip r:embed="rId5"/>
                <a:stretch>
                  <a:fillRect/>
                </a:stretch>
              </p:blipFill>
              <p:spPr>
                <a:xfrm>
                  <a:off x="3225708" y="2401991"/>
                  <a:ext cx="363922" cy="403336"/>
                </a:xfrm>
                <a:prstGeom prst="rect">
                  <a:avLst/>
                </a:prstGeom>
              </p:spPr>
            </p:pic>
            <p:pic>
              <p:nvPicPr>
                <p:cNvPr id="25" name="Graphic 84" descr="Lightbulb and gear with solid fill">
                  <a:extLst>
                    <a:ext uri="{FF2B5EF4-FFF2-40B4-BE49-F238E27FC236}">
                      <a16:creationId xmlns:a16="http://schemas.microsoft.com/office/drawing/2014/main" id="{41458E0B-36E3-750E-CC73-00AF4BF9EEBD}"/>
                    </a:ext>
                  </a:extLst>
                </p:cNvPr>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4649911" y="2898451"/>
                  <a:ext cx="366128" cy="366128"/>
                </a:xfrm>
                <a:prstGeom prst="rect">
                  <a:avLst/>
                </a:prstGeom>
              </p:spPr>
            </p:pic>
            <p:pic>
              <p:nvPicPr>
                <p:cNvPr id="26" name="Picture 85" descr="House - Free real estate icons">
                  <a:extLst>
                    <a:ext uri="{FF2B5EF4-FFF2-40B4-BE49-F238E27FC236}">
                      <a16:creationId xmlns:a16="http://schemas.microsoft.com/office/drawing/2014/main" id="{3B70D256-49A8-4000-4B73-A085723F736E}"/>
                    </a:ext>
                  </a:extLst>
                </p:cNvPr>
                <p:cNvPicPr>
                  <a:picLocks noChangeAspect="1"/>
                </p:cNvPicPr>
                <p:nvPr/>
              </p:nvPicPr>
              <p:blipFill>
                <a:blip r:embed="rId3"/>
                <a:stretch>
                  <a:fillRect/>
                </a:stretch>
              </p:blipFill>
              <p:spPr>
                <a:xfrm>
                  <a:off x="4232628" y="3135067"/>
                  <a:ext cx="549178" cy="507955"/>
                </a:xfrm>
                <a:prstGeom prst="rect">
                  <a:avLst/>
                </a:prstGeom>
              </p:spPr>
            </p:pic>
            <p:pic>
              <p:nvPicPr>
                <p:cNvPr id="27" name="Picture 86" descr="Solar panel - Free technology icons">
                  <a:extLst>
                    <a:ext uri="{FF2B5EF4-FFF2-40B4-BE49-F238E27FC236}">
                      <a16:creationId xmlns:a16="http://schemas.microsoft.com/office/drawing/2014/main" id="{7F244D78-1E0B-7A7E-AA17-9D943C3DF2B9}"/>
                    </a:ext>
                  </a:extLst>
                </p:cNvPr>
                <p:cNvPicPr>
                  <a:picLocks noChangeAspect="1"/>
                </p:cNvPicPr>
                <p:nvPr/>
              </p:nvPicPr>
              <p:blipFill>
                <a:blip r:embed="rId5"/>
                <a:stretch>
                  <a:fillRect/>
                </a:stretch>
              </p:blipFill>
              <p:spPr>
                <a:xfrm>
                  <a:off x="4110873" y="2760612"/>
                  <a:ext cx="363922" cy="403336"/>
                </a:xfrm>
                <a:prstGeom prst="rect">
                  <a:avLst/>
                </a:prstGeom>
              </p:spPr>
            </p:pic>
            <p:pic>
              <p:nvPicPr>
                <p:cNvPr id="29" name="Graphic 87" descr="Lightbulb and gear with solid fill">
                  <a:extLst>
                    <a:ext uri="{FF2B5EF4-FFF2-40B4-BE49-F238E27FC236}">
                      <a16:creationId xmlns:a16="http://schemas.microsoft.com/office/drawing/2014/main" id="{77CE3715-C43E-CFAD-E069-772B89CA2967}"/>
                    </a:ext>
                  </a:extLst>
                </p:cNvPr>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4619543" y="1964201"/>
                  <a:ext cx="366128" cy="366128"/>
                </a:xfrm>
                <a:prstGeom prst="rect">
                  <a:avLst/>
                </a:prstGeom>
              </p:spPr>
            </p:pic>
            <p:pic>
              <p:nvPicPr>
                <p:cNvPr id="35" name="Picture 88" descr="House - Free real estate icons">
                  <a:extLst>
                    <a:ext uri="{FF2B5EF4-FFF2-40B4-BE49-F238E27FC236}">
                      <a16:creationId xmlns:a16="http://schemas.microsoft.com/office/drawing/2014/main" id="{CC7D5F6E-3C81-92D0-C81D-8EC4BD2704B1}"/>
                    </a:ext>
                  </a:extLst>
                </p:cNvPr>
                <p:cNvPicPr>
                  <a:picLocks noChangeAspect="1"/>
                </p:cNvPicPr>
                <p:nvPr/>
              </p:nvPicPr>
              <p:blipFill>
                <a:blip r:embed="rId3"/>
                <a:stretch>
                  <a:fillRect/>
                </a:stretch>
              </p:blipFill>
              <p:spPr>
                <a:xfrm>
                  <a:off x="4202260" y="2200817"/>
                  <a:ext cx="549178" cy="507955"/>
                </a:xfrm>
                <a:prstGeom prst="rect">
                  <a:avLst/>
                </a:prstGeom>
              </p:spPr>
            </p:pic>
            <p:pic>
              <p:nvPicPr>
                <p:cNvPr id="38" name="Picture 89" descr="Solar panel - Free technology icons">
                  <a:extLst>
                    <a:ext uri="{FF2B5EF4-FFF2-40B4-BE49-F238E27FC236}">
                      <a16:creationId xmlns:a16="http://schemas.microsoft.com/office/drawing/2014/main" id="{7E630614-984A-25E5-0FED-4C411C9D1334}"/>
                    </a:ext>
                  </a:extLst>
                </p:cNvPr>
                <p:cNvPicPr>
                  <a:picLocks noChangeAspect="1"/>
                </p:cNvPicPr>
                <p:nvPr/>
              </p:nvPicPr>
              <p:blipFill>
                <a:blip r:embed="rId5"/>
                <a:stretch>
                  <a:fillRect/>
                </a:stretch>
              </p:blipFill>
              <p:spPr>
                <a:xfrm>
                  <a:off x="4080505" y="1826362"/>
                  <a:ext cx="363922" cy="403336"/>
                </a:xfrm>
                <a:prstGeom prst="rect">
                  <a:avLst/>
                </a:prstGeom>
              </p:spPr>
            </p:pic>
          </p:grpSp>
        </p:grpSp>
      </p:grpSp>
    </p:spTree>
    <p:extLst>
      <p:ext uri="{BB962C8B-B14F-4D97-AF65-F5344CB8AC3E}">
        <p14:creationId xmlns:p14="http://schemas.microsoft.com/office/powerpoint/2010/main" val="1122107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3"/>
                                        </p:tgtEl>
                                        <p:attrNameLst>
                                          <p:attrName>style.visibility</p:attrName>
                                        </p:attrNameLst>
                                      </p:cBhvr>
                                      <p:to>
                                        <p:strVal val="visible"/>
                                      </p:to>
                                    </p:set>
                                    <p:animEffect transition="in" filter="fade">
                                      <p:cBhvr>
                                        <p:cTn id="17"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497C9-2FDB-F0C3-4B81-34B8D8F8D211}"/>
            </a:ext>
          </a:extLst>
        </p:cNvPr>
        <p:cNvGrpSpPr/>
        <p:nvPr/>
      </p:nvGrpSpPr>
      <p:grpSpPr>
        <a:xfrm>
          <a:off x="0" y="0"/>
          <a:ext cx="0" cy="0"/>
          <a:chOff x="0" y="0"/>
          <a:chExt cx="0" cy="0"/>
        </a:xfrm>
      </p:grpSpPr>
      <p:pic>
        <p:nvPicPr>
          <p:cNvPr id="35" name="Picture 34" descr="House - Free real estate icons">
            <a:extLst>
              <a:ext uri="{FF2B5EF4-FFF2-40B4-BE49-F238E27FC236}">
                <a16:creationId xmlns:a16="http://schemas.microsoft.com/office/drawing/2014/main" id="{4E95C59C-845D-8592-CE4C-6A5F8800A292}"/>
              </a:ext>
            </a:extLst>
          </p:cNvPr>
          <p:cNvPicPr>
            <a:picLocks noChangeAspect="1"/>
          </p:cNvPicPr>
          <p:nvPr/>
        </p:nvPicPr>
        <p:blipFill>
          <a:blip r:embed="rId3"/>
          <a:stretch>
            <a:fillRect/>
          </a:stretch>
        </p:blipFill>
        <p:spPr>
          <a:xfrm>
            <a:off x="1107936" y="2565821"/>
            <a:ext cx="1909271" cy="1971446"/>
          </a:xfrm>
          <a:prstGeom prst="rect">
            <a:avLst/>
          </a:prstGeom>
        </p:spPr>
      </p:pic>
      <p:pic>
        <p:nvPicPr>
          <p:cNvPr id="13" name="Picture 12" descr="Solar panel - Free technology icons">
            <a:extLst>
              <a:ext uri="{FF2B5EF4-FFF2-40B4-BE49-F238E27FC236}">
                <a16:creationId xmlns:a16="http://schemas.microsoft.com/office/drawing/2014/main" id="{9CCE2FF9-69FD-6B33-5BD5-33840AFF2587}"/>
              </a:ext>
            </a:extLst>
          </p:cNvPr>
          <p:cNvPicPr>
            <a:picLocks noChangeAspect="1"/>
          </p:cNvPicPr>
          <p:nvPr/>
        </p:nvPicPr>
        <p:blipFill>
          <a:blip r:embed="rId4"/>
          <a:stretch>
            <a:fillRect/>
          </a:stretch>
        </p:blipFill>
        <p:spPr>
          <a:xfrm>
            <a:off x="918103" y="1825370"/>
            <a:ext cx="913059" cy="986884"/>
          </a:xfrm>
          <a:prstGeom prst="rect">
            <a:avLst/>
          </a:prstGeom>
        </p:spPr>
      </p:pic>
      <p:pic>
        <p:nvPicPr>
          <p:cNvPr id="34" name="Picture 33" descr="Right arrow Basic Rounded Filled icon | Freepik">
            <a:extLst>
              <a:ext uri="{FF2B5EF4-FFF2-40B4-BE49-F238E27FC236}">
                <a16:creationId xmlns:a16="http://schemas.microsoft.com/office/drawing/2014/main" id="{702CA41D-2AB5-E48C-B417-26BE1626AF21}"/>
              </a:ext>
            </a:extLst>
          </p:cNvPr>
          <p:cNvPicPr>
            <a:picLocks noChangeAspect="1"/>
          </p:cNvPicPr>
          <p:nvPr/>
        </p:nvPicPr>
        <p:blipFill>
          <a:blip r:embed="rId5">
            <a:duotone>
              <a:schemeClr val="accent2">
                <a:shade val="45000"/>
                <a:satMod val="135000"/>
              </a:schemeClr>
              <a:prstClr val="white"/>
            </a:duotone>
          </a:blip>
          <a:stretch>
            <a:fillRect/>
          </a:stretch>
        </p:blipFill>
        <p:spPr>
          <a:xfrm>
            <a:off x="5496898" y="2928610"/>
            <a:ext cx="1499822" cy="1245868"/>
          </a:xfrm>
          <a:prstGeom prst="rect">
            <a:avLst/>
          </a:prstGeom>
          <a:solidFill>
            <a:srgbClr val="DEF0FF"/>
          </a:solidFill>
        </p:spPr>
      </p:pic>
      <p:pic>
        <p:nvPicPr>
          <p:cNvPr id="5" name="Graphic 4" descr="Lightbulb and gear with solid fill">
            <a:extLst>
              <a:ext uri="{FF2B5EF4-FFF2-40B4-BE49-F238E27FC236}">
                <a16:creationId xmlns:a16="http://schemas.microsoft.com/office/drawing/2014/main" id="{8388190E-2281-9986-39B7-53D8E5DBA29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61928" y="2812254"/>
            <a:ext cx="1263229" cy="1263229"/>
          </a:xfrm>
          <a:prstGeom prst="rect">
            <a:avLst/>
          </a:prstGeom>
        </p:spPr>
      </p:pic>
      <p:pic>
        <p:nvPicPr>
          <p:cNvPr id="6" name="Picture 5" descr="House - Free real estate icons">
            <a:extLst>
              <a:ext uri="{FF2B5EF4-FFF2-40B4-BE49-F238E27FC236}">
                <a16:creationId xmlns:a16="http://schemas.microsoft.com/office/drawing/2014/main" id="{4BC1C5D5-B514-AE6B-8705-BA8E267A367D}"/>
              </a:ext>
            </a:extLst>
          </p:cNvPr>
          <p:cNvPicPr>
            <a:picLocks noChangeAspect="1"/>
          </p:cNvPicPr>
          <p:nvPr/>
        </p:nvPicPr>
        <p:blipFill>
          <a:blip r:embed="rId3"/>
          <a:stretch>
            <a:fillRect/>
          </a:stretch>
        </p:blipFill>
        <p:spPr>
          <a:xfrm>
            <a:off x="2955446" y="4259760"/>
            <a:ext cx="1176599" cy="1214915"/>
          </a:xfrm>
          <a:prstGeom prst="rect">
            <a:avLst/>
          </a:prstGeom>
        </p:spPr>
      </p:pic>
      <p:pic>
        <p:nvPicPr>
          <p:cNvPr id="7" name="Picture 6" descr="House - Free real estate icons">
            <a:extLst>
              <a:ext uri="{FF2B5EF4-FFF2-40B4-BE49-F238E27FC236}">
                <a16:creationId xmlns:a16="http://schemas.microsoft.com/office/drawing/2014/main" id="{A07EBF0E-835D-E13D-326E-49919D597199}"/>
              </a:ext>
            </a:extLst>
          </p:cNvPr>
          <p:cNvPicPr>
            <a:picLocks noChangeAspect="1"/>
          </p:cNvPicPr>
          <p:nvPr/>
        </p:nvPicPr>
        <p:blipFill>
          <a:blip r:embed="rId3"/>
          <a:stretch>
            <a:fillRect/>
          </a:stretch>
        </p:blipFill>
        <p:spPr>
          <a:xfrm>
            <a:off x="2230810" y="1399087"/>
            <a:ext cx="913059" cy="942793"/>
          </a:xfrm>
          <a:prstGeom prst="rect">
            <a:avLst/>
          </a:prstGeom>
        </p:spPr>
      </p:pic>
      <p:sp>
        <p:nvSpPr>
          <p:cNvPr id="8" name="Slide Number Placeholder 7">
            <a:extLst>
              <a:ext uri="{FF2B5EF4-FFF2-40B4-BE49-F238E27FC236}">
                <a16:creationId xmlns:a16="http://schemas.microsoft.com/office/drawing/2014/main" id="{E36694F1-77E5-AA12-09F5-B77A61CB2228}"/>
              </a:ext>
            </a:extLst>
          </p:cNvPr>
          <p:cNvSpPr>
            <a:spLocks noGrp="1"/>
          </p:cNvSpPr>
          <p:nvPr>
            <p:ph type="sldNum" sz="quarter" idx="12"/>
          </p:nvPr>
        </p:nvSpPr>
        <p:spPr/>
        <p:txBody>
          <a:bodyPr/>
          <a:lstStyle/>
          <a:p>
            <a:fld id="{B716C8F4-20CD-364A-8A8E-DE130115B178}" type="slidenum">
              <a:rPr lang="sv-SE" smtClean="0"/>
              <a:t>14</a:t>
            </a:fld>
            <a:endParaRPr lang="sv-SE"/>
          </a:p>
        </p:txBody>
      </p:sp>
      <p:pic>
        <p:nvPicPr>
          <p:cNvPr id="9" name="Picture 8" descr="Environment - Free ecology and environment icons">
            <a:extLst>
              <a:ext uri="{FF2B5EF4-FFF2-40B4-BE49-F238E27FC236}">
                <a16:creationId xmlns:a16="http://schemas.microsoft.com/office/drawing/2014/main" id="{476B4455-CA84-43EF-322C-DB1100C2F7E0}"/>
              </a:ext>
            </a:extLst>
          </p:cNvPr>
          <p:cNvPicPr>
            <a:picLocks noChangeAspect="1"/>
          </p:cNvPicPr>
          <p:nvPr/>
        </p:nvPicPr>
        <p:blipFill>
          <a:blip r:embed="rId8"/>
          <a:stretch>
            <a:fillRect/>
          </a:stretch>
        </p:blipFill>
        <p:spPr>
          <a:xfrm>
            <a:off x="9017754" y="3876368"/>
            <a:ext cx="2054832" cy="1981697"/>
          </a:xfrm>
          <a:prstGeom prst="rect">
            <a:avLst/>
          </a:prstGeom>
        </p:spPr>
      </p:pic>
      <p:pic>
        <p:nvPicPr>
          <p:cNvPr id="10" name="Picture 9" descr="Money - Free miscellaneous icons">
            <a:extLst>
              <a:ext uri="{FF2B5EF4-FFF2-40B4-BE49-F238E27FC236}">
                <a16:creationId xmlns:a16="http://schemas.microsoft.com/office/drawing/2014/main" id="{1641A5B7-B7C0-8457-4109-9AC612989980}"/>
              </a:ext>
            </a:extLst>
          </p:cNvPr>
          <p:cNvPicPr>
            <a:picLocks noChangeAspect="1"/>
          </p:cNvPicPr>
          <p:nvPr/>
        </p:nvPicPr>
        <p:blipFill>
          <a:blip r:embed="rId9"/>
          <a:stretch>
            <a:fillRect/>
          </a:stretch>
        </p:blipFill>
        <p:spPr>
          <a:xfrm>
            <a:off x="9524820" y="813706"/>
            <a:ext cx="1909271" cy="1981696"/>
          </a:xfrm>
          <a:prstGeom prst="rect">
            <a:avLst/>
          </a:prstGeom>
        </p:spPr>
      </p:pic>
      <p:pic>
        <p:nvPicPr>
          <p:cNvPr id="11" name="Graphic 10" descr="Thermometer with solid fill">
            <a:extLst>
              <a:ext uri="{FF2B5EF4-FFF2-40B4-BE49-F238E27FC236}">
                <a16:creationId xmlns:a16="http://schemas.microsoft.com/office/drawing/2014/main" id="{60023C9F-BF0F-C381-C7E3-0D10915086F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500625" y="2164237"/>
            <a:ext cx="2010241" cy="2010241"/>
          </a:xfrm>
          <a:prstGeom prst="rect">
            <a:avLst/>
          </a:prstGeom>
        </p:spPr>
      </p:pic>
    </p:spTree>
    <p:extLst>
      <p:ext uri="{BB962C8B-B14F-4D97-AF65-F5344CB8AC3E}">
        <p14:creationId xmlns:p14="http://schemas.microsoft.com/office/powerpoint/2010/main" val="3259187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3541C-71EA-0842-2F01-AC63C26BB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A3F528-CAC7-FA72-3765-6103E2DD5C1A}"/>
              </a:ext>
            </a:extLst>
          </p:cNvPr>
          <p:cNvSpPr>
            <a:spLocks noGrp="1"/>
          </p:cNvSpPr>
          <p:nvPr>
            <p:ph type="title"/>
          </p:nvPr>
        </p:nvSpPr>
        <p:spPr/>
        <p:txBody>
          <a:bodyPr/>
          <a:lstStyle/>
          <a:p>
            <a:r>
              <a:rPr lang="de-DE" err="1"/>
              <a:t>Thank</a:t>
            </a:r>
            <a:r>
              <a:rPr lang="de-DE"/>
              <a:t> </a:t>
            </a:r>
            <a:r>
              <a:rPr lang="de-DE" err="1"/>
              <a:t>you</a:t>
            </a:r>
            <a:endParaRPr lang="de-DE"/>
          </a:p>
        </p:txBody>
      </p:sp>
      <p:sp>
        <p:nvSpPr>
          <p:cNvPr id="3" name="Slide Number Placeholder 2">
            <a:extLst>
              <a:ext uri="{FF2B5EF4-FFF2-40B4-BE49-F238E27FC236}">
                <a16:creationId xmlns:a16="http://schemas.microsoft.com/office/drawing/2014/main" id="{D5B2CCA1-6979-8B27-E0FE-0C33ED14EB89}"/>
              </a:ext>
            </a:extLst>
          </p:cNvPr>
          <p:cNvSpPr>
            <a:spLocks noGrp="1"/>
          </p:cNvSpPr>
          <p:nvPr>
            <p:ph type="sldNum" sz="quarter" idx="12"/>
          </p:nvPr>
        </p:nvSpPr>
        <p:spPr/>
        <p:txBody>
          <a:bodyPr/>
          <a:lstStyle/>
          <a:p>
            <a:fld id="{B716C8F4-20CD-364A-8A8E-DE130115B178}" type="slidenum">
              <a:rPr lang="sv-SE" smtClean="0"/>
              <a:pPr/>
              <a:t>15</a:t>
            </a:fld>
            <a:endParaRPr lang="sv-SE"/>
          </a:p>
        </p:txBody>
      </p:sp>
    </p:spTree>
    <p:extLst>
      <p:ext uri="{BB962C8B-B14F-4D97-AF65-F5344CB8AC3E}">
        <p14:creationId xmlns:p14="http://schemas.microsoft.com/office/powerpoint/2010/main" val="3115126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B18CF-77CC-712C-69CD-0C3A7BD580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9CBEC9-FB65-765C-C2E5-D085DA1779A3}"/>
              </a:ext>
            </a:extLst>
          </p:cNvPr>
          <p:cNvSpPr>
            <a:spLocks noGrp="1"/>
          </p:cNvSpPr>
          <p:nvPr>
            <p:ph type="title"/>
          </p:nvPr>
        </p:nvSpPr>
        <p:spPr/>
        <p:txBody>
          <a:bodyPr/>
          <a:lstStyle/>
          <a:p>
            <a:r>
              <a:rPr lang="de-DE"/>
              <a:t>Backup Slides</a:t>
            </a:r>
          </a:p>
        </p:txBody>
      </p:sp>
      <p:sp>
        <p:nvSpPr>
          <p:cNvPr id="3" name="Slide Number Placeholder 2">
            <a:extLst>
              <a:ext uri="{FF2B5EF4-FFF2-40B4-BE49-F238E27FC236}">
                <a16:creationId xmlns:a16="http://schemas.microsoft.com/office/drawing/2014/main" id="{FC175C51-C0C3-BF27-EBF4-8900EA02D3FC}"/>
              </a:ext>
            </a:extLst>
          </p:cNvPr>
          <p:cNvSpPr>
            <a:spLocks noGrp="1"/>
          </p:cNvSpPr>
          <p:nvPr>
            <p:ph type="sldNum" sz="quarter" idx="12"/>
          </p:nvPr>
        </p:nvSpPr>
        <p:spPr/>
        <p:txBody>
          <a:bodyPr/>
          <a:lstStyle/>
          <a:p>
            <a:fld id="{B716C8F4-20CD-364A-8A8E-DE130115B178}" type="slidenum">
              <a:rPr lang="sv-SE" smtClean="0"/>
              <a:pPr/>
              <a:t>16</a:t>
            </a:fld>
            <a:endParaRPr lang="sv-SE"/>
          </a:p>
        </p:txBody>
      </p:sp>
    </p:spTree>
    <p:extLst>
      <p:ext uri="{BB962C8B-B14F-4D97-AF65-F5344CB8AC3E}">
        <p14:creationId xmlns:p14="http://schemas.microsoft.com/office/powerpoint/2010/main" val="29096249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7D8DA-CF44-23D5-25D3-8BE52F9C9E7C}"/>
              </a:ext>
            </a:extLst>
          </p:cNvPr>
          <p:cNvSpPr>
            <a:spLocks noGrp="1"/>
          </p:cNvSpPr>
          <p:nvPr>
            <p:ph type="title"/>
          </p:nvPr>
        </p:nvSpPr>
        <p:spPr>
          <a:xfrm>
            <a:off x="999364" y="334164"/>
            <a:ext cx="10990263" cy="568412"/>
          </a:xfrm>
        </p:spPr>
        <p:txBody>
          <a:bodyPr/>
          <a:lstStyle/>
          <a:p>
            <a:r>
              <a:rPr lang="de-DE"/>
              <a:t>The Price Analysis – Price Arbitrage </a:t>
            </a:r>
            <a:r>
              <a:rPr lang="de-DE" err="1"/>
              <a:t>for</a:t>
            </a:r>
            <a:r>
              <a:rPr lang="de-DE"/>
              <a:t> </a:t>
            </a:r>
            <a:r>
              <a:rPr lang="de-DE" err="1"/>
              <a:t>the</a:t>
            </a:r>
            <a:r>
              <a:rPr lang="de-DE"/>
              <a:t> HP</a:t>
            </a:r>
          </a:p>
        </p:txBody>
      </p:sp>
      <p:sp>
        <p:nvSpPr>
          <p:cNvPr id="3" name="Content Placeholder 2">
            <a:extLst>
              <a:ext uri="{FF2B5EF4-FFF2-40B4-BE49-F238E27FC236}">
                <a16:creationId xmlns:a16="http://schemas.microsoft.com/office/drawing/2014/main" id="{4D641700-1BB7-8405-C304-4C3919A174B4}"/>
              </a:ext>
            </a:extLst>
          </p:cNvPr>
          <p:cNvSpPr>
            <a:spLocks noGrp="1"/>
          </p:cNvSpPr>
          <p:nvPr>
            <p:ph idx="1"/>
          </p:nvPr>
        </p:nvSpPr>
        <p:spPr>
          <a:xfrm>
            <a:off x="600074" y="1855258"/>
            <a:ext cx="6310419" cy="4530302"/>
          </a:xfrm>
        </p:spPr>
        <p:txBody>
          <a:bodyPr/>
          <a:lstStyle/>
          <a:p>
            <a:r>
              <a:rPr lang="de-DE" sz="1800" err="1"/>
              <a:t>Thresholds</a:t>
            </a:r>
            <a:r>
              <a:rPr lang="de-DE" sz="1800"/>
              <a:t> </a:t>
            </a:r>
            <a:r>
              <a:rPr lang="de-DE" sz="1800" err="1"/>
              <a:t>based</a:t>
            </a:r>
            <a:r>
              <a:rPr lang="de-DE" sz="1800"/>
              <a:t> on relative </a:t>
            </a:r>
            <a:r>
              <a:rPr lang="de-DE" sz="1800" err="1"/>
              <a:t>price</a:t>
            </a:r>
            <a:r>
              <a:rPr lang="de-DE" sz="1800"/>
              <a:t> </a:t>
            </a:r>
            <a:r>
              <a:rPr lang="de-DE" sz="1800" err="1"/>
              <a:t>distribution</a:t>
            </a:r>
            <a:endParaRPr lang="de-DE" sz="1800"/>
          </a:p>
          <a:p>
            <a:r>
              <a:rPr lang="de-DE" sz="1800"/>
              <a:t>Trade-off </a:t>
            </a:r>
            <a:r>
              <a:rPr lang="de-DE" sz="1800" err="1"/>
              <a:t>between</a:t>
            </a:r>
            <a:r>
              <a:rPr lang="de-DE" sz="1800"/>
              <a:t> </a:t>
            </a:r>
            <a:r>
              <a:rPr lang="de-DE" sz="1800" err="1"/>
              <a:t>energy</a:t>
            </a:r>
            <a:r>
              <a:rPr lang="de-DE" sz="1800"/>
              <a:t> </a:t>
            </a:r>
            <a:r>
              <a:rPr lang="de-DE" sz="1800" err="1"/>
              <a:t>consumption</a:t>
            </a:r>
            <a:r>
              <a:rPr lang="de-DE" sz="1800"/>
              <a:t> and </a:t>
            </a:r>
            <a:r>
              <a:rPr lang="de-DE" sz="1800" err="1"/>
              <a:t>load</a:t>
            </a:r>
            <a:r>
              <a:rPr lang="de-DE" sz="1800"/>
              <a:t> shifting</a:t>
            </a:r>
          </a:p>
        </p:txBody>
      </p:sp>
      <p:grpSp>
        <p:nvGrpSpPr>
          <p:cNvPr id="11" name="Group 10">
            <a:extLst>
              <a:ext uri="{FF2B5EF4-FFF2-40B4-BE49-F238E27FC236}">
                <a16:creationId xmlns:a16="http://schemas.microsoft.com/office/drawing/2014/main" id="{C326ED2E-42A7-00CA-DEC4-A1FEA137574E}"/>
              </a:ext>
            </a:extLst>
          </p:cNvPr>
          <p:cNvGrpSpPr/>
          <p:nvPr/>
        </p:nvGrpSpPr>
        <p:grpSpPr>
          <a:xfrm>
            <a:off x="600075" y="3192211"/>
            <a:ext cx="6461610" cy="3459284"/>
            <a:chOff x="291887" y="2776464"/>
            <a:chExt cx="6718514" cy="3571538"/>
          </a:xfrm>
        </p:grpSpPr>
        <p:pic>
          <p:nvPicPr>
            <p:cNvPr id="5" name="Picture 4">
              <a:extLst>
                <a:ext uri="{FF2B5EF4-FFF2-40B4-BE49-F238E27FC236}">
                  <a16:creationId xmlns:a16="http://schemas.microsoft.com/office/drawing/2014/main" id="{5DA3E2DA-D94B-E8FC-AFFD-8D3AB3866708}"/>
                </a:ext>
              </a:extLst>
            </p:cNvPr>
            <p:cNvPicPr>
              <a:picLocks noChangeAspect="1"/>
            </p:cNvPicPr>
            <p:nvPr/>
          </p:nvPicPr>
          <p:blipFill>
            <a:blip r:embed="rId3"/>
            <a:srcRect b="18345"/>
            <a:stretch>
              <a:fillRect/>
            </a:stretch>
          </p:blipFill>
          <p:spPr>
            <a:xfrm>
              <a:off x="291887" y="2776464"/>
              <a:ext cx="6718514" cy="3094761"/>
            </a:xfrm>
            <a:prstGeom prst="rect">
              <a:avLst/>
            </a:prstGeom>
          </p:spPr>
        </p:pic>
        <p:sp>
          <p:nvSpPr>
            <p:cNvPr id="7" name="TextBox 6">
              <a:extLst>
                <a:ext uri="{FF2B5EF4-FFF2-40B4-BE49-F238E27FC236}">
                  <a16:creationId xmlns:a16="http://schemas.microsoft.com/office/drawing/2014/main" id="{429FB699-3438-FD84-B456-50E2A3E0CCE5}"/>
                </a:ext>
              </a:extLst>
            </p:cNvPr>
            <p:cNvSpPr txBox="1"/>
            <p:nvPr/>
          </p:nvSpPr>
          <p:spPr>
            <a:xfrm>
              <a:off x="291887" y="5978670"/>
              <a:ext cx="546313" cy="369332"/>
            </a:xfrm>
            <a:prstGeom prst="rect">
              <a:avLst/>
            </a:prstGeom>
            <a:noFill/>
          </p:spPr>
          <p:txBody>
            <a:bodyPr wrap="square">
              <a:spAutoFit/>
            </a:bodyPr>
            <a:lstStyle/>
            <a:p>
              <a:r>
                <a:rPr lang="de-DE"/>
                <a:t>0 </a:t>
              </a:r>
            </a:p>
          </p:txBody>
        </p:sp>
        <p:sp>
          <p:nvSpPr>
            <p:cNvPr id="8" name="TextBox 7">
              <a:extLst>
                <a:ext uri="{FF2B5EF4-FFF2-40B4-BE49-F238E27FC236}">
                  <a16:creationId xmlns:a16="http://schemas.microsoft.com/office/drawing/2014/main" id="{8398E58D-1ABD-B8A6-128B-E0DCF980D3FC}"/>
                </a:ext>
              </a:extLst>
            </p:cNvPr>
            <p:cNvSpPr txBox="1"/>
            <p:nvPr/>
          </p:nvSpPr>
          <p:spPr>
            <a:xfrm>
              <a:off x="6696076" y="5978670"/>
              <a:ext cx="314325" cy="369332"/>
            </a:xfrm>
            <a:prstGeom prst="rect">
              <a:avLst/>
            </a:prstGeom>
            <a:noFill/>
          </p:spPr>
          <p:txBody>
            <a:bodyPr wrap="square">
              <a:spAutoFit/>
            </a:bodyPr>
            <a:lstStyle/>
            <a:p>
              <a:r>
                <a:rPr lang="de-DE"/>
                <a:t>1 </a:t>
              </a:r>
            </a:p>
          </p:txBody>
        </p:sp>
        <p:cxnSp>
          <p:nvCxnSpPr>
            <p:cNvPr id="10" name="Straight Arrow Connector 9">
              <a:extLst>
                <a:ext uri="{FF2B5EF4-FFF2-40B4-BE49-F238E27FC236}">
                  <a16:creationId xmlns:a16="http://schemas.microsoft.com/office/drawing/2014/main" id="{0FA89C73-775A-F60F-BACC-1B80FAD12720}"/>
                </a:ext>
              </a:extLst>
            </p:cNvPr>
            <p:cNvCxnSpPr/>
            <p:nvPr/>
          </p:nvCxnSpPr>
          <p:spPr>
            <a:xfrm>
              <a:off x="990600" y="6141720"/>
              <a:ext cx="51054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6" name="Straight Arrow Connector 5">
            <a:extLst>
              <a:ext uri="{FF2B5EF4-FFF2-40B4-BE49-F238E27FC236}">
                <a16:creationId xmlns:a16="http://schemas.microsoft.com/office/drawing/2014/main" id="{B9065D42-3DB7-521B-B20B-5CD2A93AA94B}"/>
              </a:ext>
            </a:extLst>
          </p:cNvPr>
          <p:cNvCxnSpPr/>
          <p:nvPr/>
        </p:nvCxnSpPr>
        <p:spPr>
          <a:xfrm flipH="1">
            <a:off x="862786" y="3709070"/>
            <a:ext cx="273157" cy="28448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Rounded Corners 11">
            <a:extLst>
              <a:ext uri="{FF2B5EF4-FFF2-40B4-BE49-F238E27FC236}">
                <a16:creationId xmlns:a16="http://schemas.microsoft.com/office/drawing/2014/main" id="{0524A901-D935-E26B-1F21-B001C9D0C847}"/>
              </a:ext>
            </a:extLst>
          </p:cNvPr>
          <p:cNvSpPr/>
          <p:nvPr/>
        </p:nvSpPr>
        <p:spPr>
          <a:xfrm>
            <a:off x="2959959" y="3993550"/>
            <a:ext cx="4250269" cy="2305830"/>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aphicFrame>
        <p:nvGraphicFramePr>
          <p:cNvPr id="16" name="Chart 15">
            <a:extLst>
              <a:ext uri="{FF2B5EF4-FFF2-40B4-BE49-F238E27FC236}">
                <a16:creationId xmlns:a16="http://schemas.microsoft.com/office/drawing/2014/main" id="{2E2FCF9A-8B17-893F-3E52-4C19B584A8A5}"/>
              </a:ext>
            </a:extLst>
          </p:cNvPr>
          <p:cNvGraphicFramePr>
            <a:graphicFrameLocks/>
          </p:cNvGraphicFramePr>
          <p:nvPr>
            <p:extLst>
              <p:ext uri="{D42A27DB-BD31-4B8C-83A1-F6EECF244321}">
                <p14:modId xmlns:p14="http://schemas.microsoft.com/office/powerpoint/2010/main" val="2907798643"/>
              </p:ext>
            </p:extLst>
          </p:nvPr>
        </p:nvGraphicFramePr>
        <p:xfrm>
          <a:off x="7444977" y="1814578"/>
          <a:ext cx="4250270" cy="230583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7" name="Chart 16">
            <a:extLst>
              <a:ext uri="{FF2B5EF4-FFF2-40B4-BE49-F238E27FC236}">
                <a16:creationId xmlns:a16="http://schemas.microsoft.com/office/drawing/2014/main" id="{E6AC891E-6531-ABB6-63E7-77CE2450ACE9}"/>
              </a:ext>
            </a:extLst>
          </p:cNvPr>
          <p:cNvGraphicFramePr>
            <a:graphicFrameLocks/>
          </p:cNvGraphicFramePr>
          <p:nvPr>
            <p:extLst>
              <p:ext uri="{D42A27DB-BD31-4B8C-83A1-F6EECF244321}">
                <p14:modId xmlns:p14="http://schemas.microsoft.com/office/powerpoint/2010/main" val="3885314647"/>
              </p:ext>
            </p:extLst>
          </p:nvPr>
        </p:nvGraphicFramePr>
        <p:xfrm>
          <a:off x="7441433" y="4166803"/>
          <a:ext cx="4148905" cy="2284894"/>
        </p:xfrm>
        <a:graphic>
          <a:graphicData uri="http://schemas.openxmlformats.org/drawingml/2006/chart">
            <c:chart xmlns:c="http://schemas.openxmlformats.org/drawingml/2006/chart" xmlns:r="http://schemas.openxmlformats.org/officeDocument/2006/relationships" r:id="rId5"/>
          </a:graphicData>
        </a:graphic>
      </p:graphicFrame>
      <p:sp>
        <p:nvSpPr>
          <p:cNvPr id="4" name="Slide Number Placeholder 3">
            <a:extLst>
              <a:ext uri="{FF2B5EF4-FFF2-40B4-BE49-F238E27FC236}">
                <a16:creationId xmlns:a16="http://schemas.microsoft.com/office/drawing/2014/main" id="{BF179C0C-9C5D-636D-7641-AA29A9422949}"/>
              </a:ext>
            </a:extLst>
          </p:cNvPr>
          <p:cNvSpPr>
            <a:spLocks noGrp="1"/>
          </p:cNvSpPr>
          <p:nvPr>
            <p:ph type="sldNum" sz="quarter" idx="12"/>
          </p:nvPr>
        </p:nvSpPr>
        <p:spPr/>
        <p:txBody>
          <a:bodyPr/>
          <a:lstStyle/>
          <a:p>
            <a:fld id="{B716C8F4-20CD-364A-8A8E-DE130115B178}" type="slidenum">
              <a:rPr lang="sv-SE" smtClean="0"/>
              <a:t>17</a:t>
            </a:fld>
            <a:endParaRPr lang="sv-SE"/>
          </a:p>
        </p:txBody>
      </p:sp>
    </p:spTree>
    <p:extLst>
      <p:ext uri="{BB962C8B-B14F-4D97-AF65-F5344CB8AC3E}">
        <p14:creationId xmlns:p14="http://schemas.microsoft.com/office/powerpoint/2010/main" val="13724198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351A633-EC5B-6D7F-DA38-8BB73D500ACF}"/>
            </a:ext>
          </a:extLst>
        </p:cNvPr>
        <p:cNvGrpSpPr/>
        <p:nvPr/>
      </p:nvGrpSpPr>
      <p:grpSpPr>
        <a:xfrm>
          <a:off x="0" y="0"/>
          <a:ext cx="0" cy="0"/>
          <a:chOff x="0" y="0"/>
          <a:chExt cx="0" cy="0"/>
        </a:xfrm>
      </p:grpSpPr>
      <p:sp>
        <p:nvSpPr>
          <p:cNvPr id="32" name="Rectangle: Rounded Corners 31">
            <a:extLst>
              <a:ext uri="{FF2B5EF4-FFF2-40B4-BE49-F238E27FC236}">
                <a16:creationId xmlns:a16="http://schemas.microsoft.com/office/drawing/2014/main" id="{CD9E926A-8209-04BB-9883-2D23C131F78F}"/>
              </a:ext>
            </a:extLst>
          </p:cNvPr>
          <p:cNvSpPr/>
          <p:nvPr/>
        </p:nvSpPr>
        <p:spPr>
          <a:xfrm>
            <a:off x="8522576" y="4883369"/>
            <a:ext cx="3561692" cy="178807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90000"/>
              </a:lnSpc>
              <a:spcBef>
                <a:spcPts val="1000"/>
              </a:spcBef>
            </a:pPr>
            <a:r>
              <a:rPr lang="de-DE" sz="2000">
                <a:solidFill>
                  <a:schemeClr val="bg1"/>
                </a:solidFill>
              </a:rPr>
              <a:t>Tank </a:t>
            </a:r>
            <a:r>
              <a:rPr lang="de-DE" sz="2000" err="1">
                <a:solidFill>
                  <a:schemeClr val="bg1"/>
                </a:solidFill>
              </a:rPr>
              <a:t>size</a:t>
            </a:r>
            <a:r>
              <a:rPr lang="de-DE" sz="2000">
                <a:solidFill>
                  <a:schemeClr val="bg1"/>
                </a:solidFill>
              </a:rPr>
              <a:t> – 400 l.</a:t>
            </a:r>
            <a:endParaRPr lang="en-US">
              <a:solidFill>
                <a:schemeClr val="bg1"/>
              </a:solidFill>
            </a:endParaRPr>
          </a:p>
          <a:p>
            <a:pPr marL="285750" indent="-285750">
              <a:lnSpc>
                <a:spcPct val="90000"/>
              </a:lnSpc>
              <a:spcBef>
                <a:spcPts val="1000"/>
              </a:spcBef>
              <a:buFont typeface="Arial"/>
              <a:buChar char="•"/>
            </a:pPr>
            <a:r>
              <a:rPr lang="de-DE">
                <a:solidFill>
                  <a:schemeClr val="bg1"/>
                </a:solidFill>
              </a:rPr>
              <a:t>Additional </a:t>
            </a:r>
            <a:r>
              <a:rPr lang="de-DE" err="1">
                <a:solidFill>
                  <a:schemeClr val="bg1"/>
                </a:solidFill>
              </a:rPr>
              <a:t>inertia</a:t>
            </a:r>
            <a:r>
              <a:rPr lang="de-DE">
                <a:solidFill>
                  <a:schemeClr val="bg1"/>
                </a:solidFill>
              </a:rPr>
              <a:t> </a:t>
            </a:r>
            <a:r>
              <a:rPr lang="de-DE" err="1">
                <a:solidFill>
                  <a:schemeClr val="bg1"/>
                </a:solidFill>
              </a:rPr>
              <a:t>for</a:t>
            </a:r>
            <a:r>
              <a:rPr lang="de-DE">
                <a:solidFill>
                  <a:schemeClr val="bg1"/>
                </a:solidFill>
              </a:rPr>
              <a:t> SC "</a:t>
            </a:r>
            <a:r>
              <a:rPr lang="de-DE" err="1">
                <a:solidFill>
                  <a:schemeClr val="bg1"/>
                </a:solidFill>
              </a:rPr>
              <a:t>dumping</a:t>
            </a:r>
            <a:r>
              <a:rPr lang="de-DE">
                <a:solidFill>
                  <a:schemeClr val="bg1"/>
                </a:solidFill>
              </a:rPr>
              <a:t>" and PS </a:t>
            </a:r>
            <a:r>
              <a:rPr lang="de-DE" err="1">
                <a:solidFill>
                  <a:schemeClr val="bg1"/>
                </a:solidFill>
              </a:rPr>
              <a:t>comfort</a:t>
            </a:r>
            <a:endParaRPr lang="en-GB" err="1">
              <a:solidFill>
                <a:schemeClr val="bg1"/>
              </a:solidFill>
            </a:endParaRPr>
          </a:p>
          <a:p>
            <a:pPr marL="285750" indent="-285750">
              <a:lnSpc>
                <a:spcPct val="90000"/>
              </a:lnSpc>
              <a:spcBef>
                <a:spcPts val="1000"/>
              </a:spcBef>
              <a:buFont typeface="Arial"/>
              <a:buChar char="•"/>
            </a:pPr>
            <a:r>
              <a:rPr lang="de-DE">
                <a:solidFill>
                  <a:schemeClr val="bg1"/>
                </a:solidFill>
              </a:rPr>
              <a:t>Little </a:t>
            </a:r>
            <a:r>
              <a:rPr lang="de-DE" err="1">
                <a:solidFill>
                  <a:schemeClr val="bg1"/>
                </a:solidFill>
              </a:rPr>
              <a:t>effect</a:t>
            </a:r>
            <a:r>
              <a:rPr lang="de-DE">
                <a:solidFill>
                  <a:schemeClr val="bg1"/>
                </a:solidFill>
              </a:rPr>
              <a:t> on PA</a:t>
            </a:r>
            <a:endParaRPr lang="en-GB">
              <a:solidFill>
                <a:schemeClr val="bg1"/>
              </a:solidFill>
            </a:endParaRPr>
          </a:p>
        </p:txBody>
      </p:sp>
      <p:sp>
        <p:nvSpPr>
          <p:cNvPr id="2" name="Title 1">
            <a:extLst>
              <a:ext uri="{FF2B5EF4-FFF2-40B4-BE49-F238E27FC236}">
                <a16:creationId xmlns:a16="http://schemas.microsoft.com/office/drawing/2014/main" id="{342AAD07-45A9-1AED-B4B3-53850DF9C356}"/>
              </a:ext>
            </a:extLst>
          </p:cNvPr>
          <p:cNvSpPr>
            <a:spLocks noGrp="1"/>
          </p:cNvSpPr>
          <p:nvPr>
            <p:ph type="title"/>
          </p:nvPr>
        </p:nvSpPr>
        <p:spPr>
          <a:xfrm>
            <a:off x="1251462" y="204583"/>
            <a:ext cx="10990263" cy="568412"/>
          </a:xfrm>
        </p:spPr>
        <p:txBody>
          <a:bodyPr/>
          <a:lstStyle/>
          <a:p>
            <a:r>
              <a:rPr lang="de-DE"/>
              <a:t>Individual controllers</a:t>
            </a:r>
          </a:p>
        </p:txBody>
      </p:sp>
      <p:sp>
        <p:nvSpPr>
          <p:cNvPr id="4" name="Rectangle: Rounded Corners 3">
            <a:extLst>
              <a:ext uri="{FF2B5EF4-FFF2-40B4-BE49-F238E27FC236}">
                <a16:creationId xmlns:a16="http://schemas.microsoft.com/office/drawing/2014/main" id="{84EC8C59-2812-AAD7-B50C-791440192B8B}"/>
              </a:ext>
            </a:extLst>
          </p:cNvPr>
          <p:cNvSpPr/>
          <p:nvPr/>
        </p:nvSpPr>
        <p:spPr>
          <a:xfrm>
            <a:off x="6431280" y="101600"/>
            <a:ext cx="6014720" cy="782320"/>
          </a:xfrm>
          <a:prstGeom prst="roundRect">
            <a:avLst/>
          </a:prstGeom>
          <a:solidFill>
            <a:srgbClr val="0029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4000"/>
              <a:t>Heat Pump</a:t>
            </a:r>
          </a:p>
        </p:txBody>
      </p:sp>
      <p:graphicFrame>
        <p:nvGraphicFramePr>
          <p:cNvPr id="5" name="Table 4">
            <a:extLst>
              <a:ext uri="{FF2B5EF4-FFF2-40B4-BE49-F238E27FC236}">
                <a16:creationId xmlns:a16="http://schemas.microsoft.com/office/drawing/2014/main" id="{01369FEC-2B5B-2FF8-DAA3-177139548978}"/>
              </a:ext>
            </a:extLst>
          </p:cNvPr>
          <p:cNvGraphicFramePr>
            <a:graphicFrameLocks noGrp="1"/>
          </p:cNvGraphicFramePr>
          <p:nvPr>
            <p:extLst>
              <p:ext uri="{D42A27DB-BD31-4B8C-83A1-F6EECF244321}">
                <p14:modId xmlns:p14="http://schemas.microsoft.com/office/powerpoint/2010/main" val="1221661759"/>
              </p:ext>
            </p:extLst>
          </p:nvPr>
        </p:nvGraphicFramePr>
        <p:xfrm>
          <a:off x="143881" y="1087058"/>
          <a:ext cx="9682652" cy="2606036"/>
        </p:xfrm>
        <a:graphic>
          <a:graphicData uri="http://schemas.openxmlformats.org/drawingml/2006/table">
            <a:tbl>
              <a:tblPr firstRow="1" bandRow="1">
                <a:tableStyleId>{5C22544A-7EE6-4342-B048-85BDC9FD1C3A}</a:tableStyleId>
              </a:tblPr>
              <a:tblGrid>
                <a:gridCol w="2890344">
                  <a:extLst>
                    <a:ext uri="{9D8B030D-6E8A-4147-A177-3AD203B41FA5}">
                      <a16:colId xmlns:a16="http://schemas.microsoft.com/office/drawing/2014/main" val="4220825619"/>
                    </a:ext>
                  </a:extLst>
                </a:gridCol>
                <a:gridCol w="2377965">
                  <a:extLst>
                    <a:ext uri="{9D8B030D-6E8A-4147-A177-3AD203B41FA5}">
                      <a16:colId xmlns:a16="http://schemas.microsoft.com/office/drawing/2014/main" val="4065158461"/>
                    </a:ext>
                  </a:extLst>
                </a:gridCol>
                <a:gridCol w="2259723">
                  <a:extLst>
                    <a:ext uri="{9D8B030D-6E8A-4147-A177-3AD203B41FA5}">
                      <a16:colId xmlns:a16="http://schemas.microsoft.com/office/drawing/2014/main" val="532913032"/>
                    </a:ext>
                  </a:extLst>
                </a:gridCol>
                <a:gridCol w="2154620">
                  <a:extLst>
                    <a:ext uri="{9D8B030D-6E8A-4147-A177-3AD203B41FA5}">
                      <a16:colId xmlns:a16="http://schemas.microsoft.com/office/drawing/2014/main" val="3815551685"/>
                    </a:ext>
                  </a:extLst>
                </a:gridCol>
              </a:tblGrid>
              <a:tr h="381000">
                <a:tc>
                  <a:txBody>
                    <a:bodyPr/>
                    <a:lstStyle/>
                    <a:p>
                      <a:r>
                        <a:rPr lang="en-GB"/>
                        <a:t>Strategy</a:t>
                      </a:r>
                    </a:p>
                  </a:txBody>
                  <a:tcPr/>
                </a:tc>
                <a:tc>
                  <a:txBody>
                    <a:bodyPr/>
                    <a:lstStyle/>
                    <a:p>
                      <a:r>
                        <a:rPr lang="en-GB"/>
                        <a:t>SC(DHW+SH)_400l</a:t>
                      </a:r>
                    </a:p>
                  </a:txBody>
                  <a:tcPr/>
                </a:tc>
                <a:tc>
                  <a:txBody>
                    <a:bodyPr/>
                    <a:lstStyle/>
                    <a:p>
                      <a:r>
                        <a:rPr lang="en-GB"/>
                        <a:t>PA(DHW+SH)_200l</a:t>
                      </a:r>
                    </a:p>
                  </a:txBody>
                  <a:tcPr/>
                </a:tc>
                <a:tc>
                  <a:txBody>
                    <a:bodyPr/>
                    <a:lstStyle/>
                    <a:p>
                      <a:r>
                        <a:rPr lang="en-GB"/>
                        <a:t>PS(APP_EV)_400l</a:t>
                      </a:r>
                    </a:p>
                  </a:txBody>
                  <a:tcPr/>
                </a:tc>
                <a:extLst>
                  <a:ext uri="{0D108BD9-81ED-4DB2-BD59-A6C34878D82A}">
                    <a16:rowId xmlns:a16="http://schemas.microsoft.com/office/drawing/2014/main" val="1162922899"/>
                  </a:ext>
                </a:extLst>
              </a:tr>
              <a:tr h="370840">
                <a:tc>
                  <a:txBody>
                    <a:bodyPr/>
                    <a:lstStyle/>
                    <a:p>
                      <a:r>
                        <a:rPr lang="en-GB"/>
                        <a:t>Energy Deficit [kWh]</a:t>
                      </a:r>
                    </a:p>
                  </a:txBody>
                  <a:tcPr/>
                </a:tc>
                <a:tc>
                  <a:txBody>
                    <a:bodyPr/>
                    <a:lstStyle/>
                    <a:p>
                      <a:r>
                        <a:rPr lang="en-GB"/>
                        <a:t>45.9</a:t>
                      </a:r>
                    </a:p>
                  </a:txBody>
                  <a:tcPr/>
                </a:tc>
                <a:tc>
                  <a:txBody>
                    <a:bodyPr/>
                    <a:lstStyle/>
                    <a:p>
                      <a:r>
                        <a:rPr lang="en-GB"/>
                        <a:t>61.1</a:t>
                      </a:r>
                    </a:p>
                  </a:txBody>
                  <a:tcPr/>
                </a:tc>
                <a:tc>
                  <a:txBody>
                    <a:bodyPr/>
                    <a:lstStyle/>
                    <a:p>
                      <a:r>
                        <a:rPr lang="en-GB"/>
                        <a:t>57.8</a:t>
                      </a:r>
                    </a:p>
                  </a:txBody>
                  <a:tcPr/>
                </a:tc>
                <a:extLst>
                  <a:ext uri="{0D108BD9-81ED-4DB2-BD59-A6C34878D82A}">
                    <a16:rowId xmlns:a16="http://schemas.microsoft.com/office/drawing/2014/main" val="1702296108"/>
                  </a:ext>
                </a:extLst>
              </a:tr>
              <a:tr h="370839">
                <a:tc>
                  <a:txBody>
                    <a:bodyPr/>
                    <a:lstStyle/>
                    <a:p>
                      <a:pPr lvl="0">
                        <a:buNone/>
                      </a:pPr>
                      <a:r>
                        <a:rPr lang="en-GB"/>
                        <a:t>CO2 Emissions [kg]</a:t>
                      </a:r>
                    </a:p>
                  </a:txBody>
                  <a:tcPr/>
                </a:tc>
                <a:tc>
                  <a:txBody>
                    <a:bodyPr/>
                    <a:lstStyle/>
                    <a:p>
                      <a:pPr lvl="0">
                        <a:buNone/>
                      </a:pPr>
                      <a:r>
                        <a:rPr lang="en-GB"/>
                        <a:t>4053</a:t>
                      </a:r>
                    </a:p>
                  </a:txBody>
                  <a:tcPr/>
                </a:tc>
                <a:tc>
                  <a:txBody>
                    <a:bodyPr/>
                    <a:lstStyle/>
                    <a:p>
                      <a:pPr lvl="0">
                        <a:buNone/>
                      </a:pPr>
                      <a:r>
                        <a:rPr lang="en-GB"/>
                        <a:t>3874</a:t>
                      </a:r>
                    </a:p>
                  </a:txBody>
                  <a:tcPr/>
                </a:tc>
                <a:tc>
                  <a:txBody>
                    <a:bodyPr/>
                    <a:lstStyle/>
                    <a:p>
                      <a:pPr lvl="0">
                        <a:buNone/>
                      </a:pPr>
                      <a:r>
                        <a:rPr lang="en-GB"/>
                        <a:t>4159</a:t>
                      </a:r>
                    </a:p>
                  </a:txBody>
                  <a:tcPr/>
                </a:tc>
                <a:extLst>
                  <a:ext uri="{0D108BD9-81ED-4DB2-BD59-A6C34878D82A}">
                    <a16:rowId xmlns:a16="http://schemas.microsoft.com/office/drawing/2014/main" val="1032026698"/>
                  </a:ext>
                </a:extLst>
              </a:tr>
              <a:tr h="370840">
                <a:tc>
                  <a:txBody>
                    <a:bodyPr/>
                    <a:lstStyle/>
                    <a:p>
                      <a:r>
                        <a:rPr lang="en-GB"/>
                        <a:t>Building Min. T [Cº]</a:t>
                      </a:r>
                    </a:p>
                  </a:txBody>
                  <a:tcPr/>
                </a:tc>
                <a:tc>
                  <a:txBody>
                    <a:bodyPr/>
                    <a:lstStyle/>
                    <a:p>
                      <a:r>
                        <a:rPr lang="en-GB"/>
                        <a:t>20.5</a:t>
                      </a:r>
                    </a:p>
                  </a:txBody>
                  <a:tcPr/>
                </a:tc>
                <a:tc>
                  <a:txBody>
                    <a:bodyPr/>
                    <a:lstStyle/>
                    <a:p>
                      <a:r>
                        <a:rPr lang="en-GB"/>
                        <a:t>20</a:t>
                      </a:r>
                    </a:p>
                  </a:txBody>
                  <a:tcPr/>
                </a:tc>
                <a:tc>
                  <a:txBody>
                    <a:bodyPr/>
                    <a:lstStyle/>
                    <a:p>
                      <a:r>
                        <a:rPr lang="en-GB"/>
                        <a:t>20.5</a:t>
                      </a:r>
                      <a:endParaRPr lang="en-US"/>
                    </a:p>
                  </a:txBody>
                  <a:tcPr/>
                </a:tc>
                <a:extLst>
                  <a:ext uri="{0D108BD9-81ED-4DB2-BD59-A6C34878D82A}">
                    <a16:rowId xmlns:a16="http://schemas.microsoft.com/office/drawing/2014/main" val="1444445837"/>
                  </a:ext>
                </a:extLst>
              </a:tr>
              <a:tr h="370840">
                <a:tc>
                  <a:txBody>
                    <a:bodyPr/>
                    <a:lstStyle/>
                    <a:p>
                      <a:pPr lvl="0">
                        <a:buNone/>
                      </a:pPr>
                      <a:r>
                        <a:rPr lang="en-GB" sz="1800" b="0" i="0" u="none" strike="noStrike" noProof="0">
                          <a:solidFill>
                            <a:srgbClr val="000000"/>
                          </a:solidFill>
                          <a:latin typeface="Figtree"/>
                        </a:rPr>
                        <a:t>DHW top layer Min. T [Cº]</a:t>
                      </a:r>
                      <a:endParaRPr lang="en-US"/>
                    </a:p>
                  </a:txBody>
                  <a:tcPr/>
                </a:tc>
                <a:tc>
                  <a:txBody>
                    <a:bodyPr/>
                    <a:lstStyle/>
                    <a:p>
                      <a:r>
                        <a:rPr lang="en-GB"/>
                        <a:t>50.5</a:t>
                      </a:r>
                    </a:p>
                  </a:txBody>
                  <a:tcPr/>
                </a:tc>
                <a:tc>
                  <a:txBody>
                    <a:bodyPr/>
                    <a:lstStyle/>
                    <a:p>
                      <a:r>
                        <a:rPr lang="en-GB"/>
                        <a:t>47.5</a:t>
                      </a:r>
                    </a:p>
                  </a:txBody>
                  <a:tcPr/>
                </a:tc>
                <a:tc>
                  <a:txBody>
                    <a:bodyPr/>
                    <a:lstStyle/>
                    <a:p>
                      <a:r>
                        <a:rPr lang="en-GB"/>
                        <a:t>47.8</a:t>
                      </a:r>
                    </a:p>
                  </a:txBody>
                  <a:tcPr/>
                </a:tc>
                <a:extLst>
                  <a:ext uri="{0D108BD9-81ED-4DB2-BD59-A6C34878D82A}">
                    <a16:rowId xmlns:a16="http://schemas.microsoft.com/office/drawing/2014/main" val="1619003715"/>
                  </a:ext>
                </a:extLst>
              </a:tr>
              <a:tr h="370839">
                <a:tc>
                  <a:txBody>
                    <a:bodyPr/>
                    <a:lstStyle/>
                    <a:p>
                      <a:pPr lvl="0">
                        <a:buNone/>
                      </a:pPr>
                      <a:r>
                        <a:rPr lang="en-GB"/>
                        <a:t>Peak Power [kW]</a:t>
                      </a:r>
                    </a:p>
                  </a:txBody>
                  <a:tcPr/>
                </a:tc>
                <a:tc>
                  <a:txBody>
                    <a:bodyPr/>
                    <a:lstStyle/>
                    <a:p>
                      <a:pPr lvl="0">
                        <a:buNone/>
                      </a:pPr>
                      <a:r>
                        <a:rPr lang="en-GB"/>
                        <a:t>6609</a:t>
                      </a:r>
                    </a:p>
                  </a:txBody>
                  <a:tcPr/>
                </a:tc>
                <a:tc>
                  <a:txBody>
                    <a:bodyPr/>
                    <a:lstStyle/>
                    <a:p>
                      <a:pPr lvl="0">
                        <a:buNone/>
                      </a:pPr>
                      <a:r>
                        <a:rPr lang="en-GB"/>
                        <a:t>6425</a:t>
                      </a:r>
                    </a:p>
                  </a:txBody>
                  <a:tcPr/>
                </a:tc>
                <a:tc>
                  <a:txBody>
                    <a:bodyPr/>
                    <a:lstStyle/>
                    <a:p>
                      <a:pPr lvl="0">
                        <a:buNone/>
                      </a:pPr>
                      <a:r>
                        <a:rPr lang="en-GB"/>
                        <a:t>5246</a:t>
                      </a:r>
                    </a:p>
                  </a:txBody>
                  <a:tcPr/>
                </a:tc>
                <a:extLst>
                  <a:ext uri="{0D108BD9-81ED-4DB2-BD59-A6C34878D82A}">
                    <a16:rowId xmlns:a16="http://schemas.microsoft.com/office/drawing/2014/main" val="1816744480"/>
                  </a:ext>
                </a:extLst>
              </a:tr>
              <a:tr h="370838">
                <a:tc>
                  <a:txBody>
                    <a:bodyPr/>
                    <a:lstStyle/>
                    <a:p>
                      <a:pPr lvl="0">
                        <a:buNone/>
                      </a:pPr>
                      <a:r>
                        <a:rPr lang="en-GB"/>
                        <a:t>NPV difference [SEK]</a:t>
                      </a:r>
                    </a:p>
                  </a:txBody>
                  <a:tcPr/>
                </a:tc>
                <a:tc>
                  <a:txBody>
                    <a:bodyPr/>
                    <a:lstStyle/>
                    <a:p>
                      <a:pPr lvl="0">
                        <a:buNone/>
                      </a:pPr>
                      <a:r>
                        <a:rPr lang="en-GB"/>
                        <a:t>+5 758</a:t>
                      </a:r>
                    </a:p>
                  </a:txBody>
                  <a:tcPr/>
                </a:tc>
                <a:tc>
                  <a:txBody>
                    <a:bodyPr/>
                    <a:lstStyle/>
                    <a:p>
                      <a:pPr lvl="0">
                        <a:buNone/>
                      </a:pPr>
                      <a:r>
                        <a:rPr lang="en-GB"/>
                        <a:t>+28 604</a:t>
                      </a:r>
                    </a:p>
                  </a:txBody>
                  <a:tcPr/>
                </a:tc>
                <a:tc>
                  <a:txBody>
                    <a:bodyPr/>
                    <a:lstStyle/>
                    <a:p>
                      <a:pPr lvl="0">
                        <a:buNone/>
                      </a:pPr>
                      <a:r>
                        <a:rPr lang="en-GB"/>
                        <a:t>+27 904</a:t>
                      </a:r>
                    </a:p>
                  </a:txBody>
                  <a:tcPr/>
                </a:tc>
                <a:extLst>
                  <a:ext uri="{0D108BD9-81ED-4DB2-BD59-A6C34878D82A}">
                    <a16:rowId xmlns:a16="http://schemas.microsoft.com/office/drawing/2014/main" val="599119346"/>
                  </a:ext>
                </a:extLst>
              </a:tr>
            </a:tbl>
          </a:graphicData>
        </a:graphic>
      </p:graphicFrame>
      <p:sp>
        <p:nvSpPr>
          <p:cNvPr id="7" name="Rectangle: Rounded Corners 6">
            <a:extLst>
              <a:ext uri="{FF2B5EF4-FFF2-40B4-BE49-F238E27FC236}">
                <a16:creationId xmlns:a16="http://schemas.microsoft.com/office/drawing/2014/main" id="{54CC956A-BA59-7636-431A-A50EF9969C64}"/>
              </a:ext>
            </a:extLst>
          </p:cNvPr>
          <p:cNvSpPr/>
          <p:nvPr/>
        </p:nvSpPr>
        <p:spPr>
          <a:xfrm>
            <a:off x="141424" y="3947609"/>
            <a:ext cx="2665135" cy="2728070"/>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Self-Consumption</a:t>
            </a:r>
          </a:p>
          <a:p>
            <a:pPr algn="ctr"/>
            <a:endParaRPr lang="en-GB" b="1"/>
          </a:p>
          <a:p>
            <a:pPr algn="ctr"/>
            <a:endParaRPr lang="en-GB" b="1"/>
          </a:p>
          <a:p>
            <a:pPr algn="ctr"/>
            <a:endParaRPr lang="en-GB" b="1"/>
          </a:p>
          <a:p>
            <a:pPr algn="ctr"/>
            <a:endParaRPr lang="en-GB" b="1"/>
          </a:p>
          <a:p>
            <a:pPr algn="ctr"/>
            <a:endParaRPr lang="en-GB" b="1"/>
          </a:p>
          <a:p>
            <a:pPr algn="ctr"/>
            <a:endParaRPr lang="en-GB" b="1"/>
          </a:p>
        </p:txBody>
      </p:sp>
      <p:pic>
        <p:nvPicPr>
          <p:cNvPr id="10" name="Picture 9" descr="Thermometer Icons in SVG, PNG, AI to Download">
            <a:extLst>
              <a:ext uri="{FF2B5EF4-FFF2-40B4-BE49-F238E27FC236}">
                <a16:creationId xmlns:a16="http://schemas.microsoft.com/office/drawing/2014/main" id="{8E3FE5CA-FDDB-939E-4D62-EE627D251A74}"/>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colorTemperature colorTemp="11200"/>
                    </a14:imgEffect>
                    <a14:imgEffect>
                      <a14:saturation sat="400000"/>
                    </a14:imgEffect>
                  </a14:imgLayer>
                </a14:imgProps>
              </a:ext>
            </a:extLst>
          </a:blip>
          <a:stretch>
            <a:fillRect/>
          </a:stretch>
        </p:blipFill>
        <p:spPr>
          <a:xfrm>
            <a:off x="142373" y="5536819"/>
            <a:ext cx="957325" cy="1012866"/>
          </a:xfrm>
          <a:prstGeom prst="rect">
            <a:avLst/>
          </a:prstGeom>
        </p:spPr>
      </p:pic>
      <p:pic>
        <p:nvPicPr>
          <p:cNvPr id="16" name="Picture 15" descr="No money - Free business and finance icons">
            <a:extLst>
              <a:ext uri="{FF2B5EF4-FFF2-40B4-BE49-F238E27FC236}">
                <a16:creationId xmlns:a16="http://schemas.microsoft.com/office/drawing/2014/main" id="{5F5271A1-227E-2E4A-5F2D-715DFB38732C}"/>
              </a:ext>
            </a:extLst>
          </p:cNvPr>
          <p:cNvPicPr>
            <a:picLocks noChangeAspect="1"/>
          </p:cNvPicPr>
          <p:nvPr/>
        </p:nvPicPr>
        <p:blipFill>
          <a:blip r:embed="rId5"/>
          <a:stretch>
            <a:fillRect/>
          </a:stretch>
        </p:blipFill>
        <p:spPr>
          <a:xfrm>
            <a:off x="1032768" y="4748470"/>
            <a:ext cx="879268" cy="825447"/>
          </a:xfrm>
          <a:prstGeom prst="rect">
            <a:avLst/>
          </a:prstGeom>
        </p:spPr>
      </p:pic>
      <p:pic>
        <p:nvPicPr>
          <p:cNvPr id="17" name="Picture 16" descr="Environment - Free ecology and environment icons">
            <a:extLst>
              <a:ext uri="{FF2B5EF4-FFF2-40B4-BE49-F238E27FC236}">
                <a16:creationId xmlns:a16="http://schemas.microsoft.com/office/drawing/2014/main" id="{AB85D88D-9A8B-325F-F05C-8FF8E5BB80FD}"/>
              </a:ext>
            </a:extLst>
          </p:cNvPr>
          <p:cNvPicPr>
            <a:picLocks noChangeAspect="1"/>
          </p:cNvPicPr>
          <p:nvPr/>
        </p:nvPicPr>
        <p:blipFill>
          <a:blip r:embed="rId6"/>
          <a:stretch>
            <a:fillRect/>
          </a:stretch>
        </p:blipFill>
        <p:spPr>
          <a:xfrm>
            <a:off x="1741382" y="5619307"/>
            <a:ext cx="894406" cy="850741"/>
          </a:xfrm>
          <a:prstGeom prst="rect">
            <a:avLst/>
          </a:prstGeom>
        </p:spPr>
      </p:pic>
      <p:sp>
        <p:nvSpPr>
          <p:cNvPr id="18" name="Rectangle: Rounded Corners 17">
            <a:extLst>
              <a:ext uri="{FF2B5EF4-FFF2-40B4-BE49-F238E27FC236}">
                <a16:creationId xmlns:a16="http://schemas.microsoft.com/office/drawing/2014/main" id="{E4D02FFC-B314-3D9F-794E-D0501D603CB5}"/>
              </a:ext>
            </a:extLst>
          </p:cNvPr>
          <p:cNvSpPr/>
          <p:nvPr/>
        </p:nvSpPr>
        <p:spPr>
          <a:xfrm>
            <a:off x="2966080" y="3960747"/>
            <a:ext cx="2665135" cy="2728070"/>
          </a:xfrm>
          <a:prstGeom prst="round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Price Arbitrage</a:t>
            </a:r>
            <a:endParaRPr lang="en-GB" b="1" err="1"/>
          </a:p>
          <a:p>
            <a:pPr algn="ctr"/>
            <a:endParaRPr lang="en-GB" b="1"/>
          </a:p>
          <a:p>
            <a:pPr algn="ctr"/>
            <a:endParaRPr lang="en-GB" b="1"/>
          </a:p>
          <a:p>
            <a:pPr algn="ctr"/>
            <a:endParaRPr lang="en-GB" b="1"/>
          </a:p>
          <a:p>
            <a:pPr algn="ctr"/>
            <a:endParaRPr lang="en-GB" b="1"/>
          </a:p>
          <a:p>
            <a:pPr algn="ctr"/>
            <a:endParaRPr lang="en-GB" b="1"/>
          </a:p>
          <a:p>
            <a:pPr algn="ctr"/>
            <a:endParaRPr lang="en-GB" b="1"/>
          </a:p>
        </p:txBody>
      </p:sp>
      <p:pic>
        <p:nvPicPr>
          <p:cNvPr id="21" name="Picture 20" descr="Environment - Free ecology and environment icons">
            <a:extLst>
              <a:ext uri="{FF2B5EF4-FFF2-40B4-BE49-F238E27FC236}">
                <a16:creationId xmlns:a16="http://schemas.microsoft.com/office/drawing/2014/main" id="{C017579F-CBEA-C710-640D-171D84B40F9C}"/>
              </a:ext>
            </a:extLst>
          </p:cNvPr>
          <p:cNvPicPr>
            <a:picLocks noChangeAspect="1"/>
          </p:cNvPicPr>
          <p:nvPr/>
        </p:nvPicPr>
        <p:blipFill>
          <a:blip r:embed="rId6"/>
          <a:stretch>
            <a:fillRect/>
          </a:stretch>
        </p:blipFill>
        <p:spPr>
          <a:xfrm>
            <a:off x="4566038" y="5691566"/>
            <a:ext cx="894406" cy="850741"/>
          </a:xfrm>
          <a:prstGeom prst="rect">
            <a:avLst/>
          </a:prstGeom>
        </p:spPr>
      </p:pic>
      <p:sp>
        <p:nvSpPr>
          <p:cNvPr id="22" name="Rectangle: Rounded Corners 21">
            <a:extLst>
              <a:ext uri="{FF2B5EF4-FFF2-40B4-BE49-F238E27FC236}">
                <a16:creationId xmlns:a16="http://schemas.microsoft.com/office/drawing/2014/main" id="{0F6BCAB5-596C-3980-63CE-5B10B2210382}"/>
              </a:ext>
            </a:extLst>
          </p:cNvPr>
          <p:cNvSpPr/>
          <p:nvPr/>
        </p:nvSpPr>
        <p:spPr>
          <a:xfrm>
            <a:off x="5777597" y="3973885"/>
            <a:ext cx="2665135" cy="2728070"/>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Peak Shaving</a:t>
            </a:r>
          </a:p>
          <a:p>
            <a:pPr algn="ctr"/>
            <a:endParaRPr lang="en-GB" b="1"/>
          </a:p>
          <a:p>
            <a:pPr algn="ctr"/>
            <a:endParaRPr lang="en-GB" b="1"/>
          </a:p>
          <a:p>
            <a:pPr algn="ctr"/>
            <a:endParaRPr lang="en-GB" b="1"/>
          </a:p>
          <a:p>
            <a:pPr algn="ctr"/>
            <a:endParaRPr lang="en-GB" b="1"/>
          </a:p>
          <a:p>
            <a:pPr algn="ctr"/>
            <a:endParaRPr lang="en-GB" b="1"/>
          </a:p>
          <a:p>
            <a:pPr algn="ctr"/>
            <a:endParaRPr lang="en-GB" b="1"/>
          </a:p>
        </p:txBody>
      </p:sp>
      <p:pic>
        <p:nvPicPr>
          <p:cNvPr id="26" name="Picture 25" descr="Cold - Free weather icons">
            <a:extLst>
              <a:ext uri="{FF2B5EF4-FFF2-40B4-BE49-F238E27FC236}">
                <a16:creationId xmlns:a16="http://schemas.microsoft.com/office/drawing/2014/main" id="{8726E9E9-E075-274D-1BA7-D327CCD85F29}"/>
              </a:ext>
            </a:extLst>
          </p:cNvPr>
          <p:cNvPicPr>
            <a:picLocks noChangeAspect="1"/>
          </p:cNvPicPr>
          <p:nvPr/>
        </p:nvPicPr>
        <p:blipFill>
          <a:blip r:embed="rId7"/>
          <a:stretch>
            <a:fillRect/>
          </a:stretch>
        </p:blipFill>
        <p:spPr>
          <a:xfrm>
            <a:off x="5899143" y="5499706"/>
            <a:ext cx="1112276" cy="1081550"/>
          </a:xfrm>
          <a:prstGeom prst="rect">
            <a:avLst/>
          </a:prstGeom>
        </p:spPr>
      </p:pic>
      <p:pic>
        <p:nvPicPr>
          <p:cNvPr id="27" name="Picture 26" descr="Cold - Free weather icons">
            <a:extLst>
              <a:ext uri="{FF2B5EF4-FFF2-40B4-BE49-F238E27FC236}">
                <a16:creationId xmlns:a16="http://schemas.microsoft.com/office/drawing/2014/main" id="{42D4C055-D093-77A3-8DD3-469AD19F1C51}"/>
              </a:ext>
            </a:extLst>
          </p:cNvPr>
          <p:cNvPicPr>
            <a:picLocks noChangeAspect="1"/>
          </p:cNvPicPr>
          <p:nvPr/>
        </p:nvPicPr>
        <p:blipFill>
          <a:blip r:embed="rId7"/>
          <a:stretch>
            <a:fillRect/>
          </a:stretch>
        </p:blipFill>
        <p:spPr>
          <a:xfrm>
            <a:off x="2975953" y="5466861"/>
            <a:ext cx="1112276" cy="1081550"/>
          </a:xfrm>
          <a:prstGeom prst="rect">
            <a:avLst/>
          </a:prstGeom>
        </p:spPr>
      </p:pic>
      <p:pic>
        <p:nvPicPr>
          <p:cNvPr id="28" name="Picture 27" descr="Money - Free miscellaneous icons">
            <a:extLst>
              <a:ext uri="{FF2B5EF4-FFF2-40B4-BE49-F238E27FC236}">
                <a16:creationId xmlns:a16="http://schemas.microsoft.com/office/drawing/2014/main" id="{15022B37-4FE7-DECE-79A4-A2D1B696B7F2}"/>
              </a:ext>
            </a:extLst>
          </p:cNvPr>
          <p:cNvPicPr>
            <a:picLocks noChangeAspect="1"/>
          </p:cNvPicPr>
          <p:nvPr/>
        </p:nvPicPr>
        <p:blipFill>
          <a:blip r:embed="rId8"/>
          <a:stretch>
            <a:fillRect/>
          </a:stretch>
        </p:blipFill>
        <p:spPr>
          <a:xfrm>
            <a:off x="6653260" y="4778562"/>
            <a:ext cx="907026" cy="907026"/>
          </a:xfrm>
          <a:prstGeom prst="rect">
            <a:avLst/>
          </a:prstGeom>
        </p:spPr>
      </p:pic>
      <p:pic>
        <p:nvPicPr>
          <p:cNvPr id="29" name="Picture 28" descr="Money - Free miscellaneous icons">
            <a:extLst>
              <a:ext uri="{FF2B5EF4-FFF2-40B4-BE49-F238E27FC236}">
                <a16:creationId xmlns:a16="http://schemas.microsoft.com/office/drawing/2014/main" id="{8AA9E48F-9079-F6CA-6EE6-5FA2937052C9}"/>
              </a:ext>
            </a:extLst>
          </p:cNvPr>
          <p:cNvPicPr>
            <a:picLocks noChangeAspect="1"/>
          </p:cNvPicPr>
          <p:nvPr/>
        </p:nvPicPr>
        <p:blipFill>
          <a:blip r:embed="rId8"/>
          <a:stretch>
            <a:fillRect/>
          </a:stretch>
        </p:blipFill>
        <p:spPr>
          <a:xfrm>
            <a:off x="3841742" y="4778561"/>
            <a:ext cx="907026" cy="907026"/>
          </a:xfrm>
          <a:prstGeom prst="rect">
            <a:avLst/>
          </a:prstGeom>
        </p:spPr>
      </p:pic>
      <p:pic>
        <p:nvPicPr>
          <p:cNvPr id="31" name="Picture 30" descr="Water Heater Icon #320192 - Free Icons Library">
            <a:extLst>
              <a:ext uri="{FF2B5EF4-FFF2-40B4-BE49-F238E27FC236}">
                <a16:creationId xmlns:a16="http://schemas.microsoft.com/office/drawing/2014/main" id="{516163B7-EC0E-B5C6-C002-2E6F3F52A5B1}"/>
              </a:ext>
            </a:extLst>
          </p:cNvPr>
          <p:cNvPicPr>
            <a:picLocks noChangeAspect="1"/>
          </p:cNvPicPr>
          <p:nvPr/>
        </p:nvPicPr>
        <p:blipFill>
          <a:blip r:embed="rId9"/>
          <a:srcRect l="30378" r="28537" b="358"/>
          <a:stretch>
            <a:fillRect/>
          </a:stretch>
        </p:blipFill>
        <p:spPr>
          <a:xfrm>
            <a:off x="10279622" y="2402929"/>
            <a:ext cx="1402933" cy="2347762"/>
          </a:xfrm>
          <a:prstGeom prst="rect">
            <a:avLst/>
          </a:prstGeom>
        </p:spPr>
      </p:pic>
      <p:pic>
        <p:nvPicPr>
          <p:cNvPr id="35" name="Picture 34" descr="Download Free Co2 Icons in PNG &amp; SVG">
            <a:extLst>
              <a:ext uri="{FF2B5EF4-FFF2-40B4-BE49-F238E27FC236}">
                <a16:creationId xmlns:a16="http://schemas.microsoft.com/office/drawing/2014/main" id="{CCEDD6DB-69F0-3930-4A72-927116992FC6}"/>
              </a:ext>
            </a:extLst>
          </p:cNvPr>
          <p:cNvPicPr>
            <a:picLocks noChangeAspect="1"/>
          </p:cNvPicPr>
          <p:nvPr/>
        </p:nvPicPr>
        <p:blipFill>
          <a:blip r:embed="rId10"/>
          <a:stretch>
            <a:fillRect/>
          </a:stretch>
        </p:blipFill>
        <p:spPr>
          <a:xfrm>
            <a:off x="7560879" y="5800397"/>
            <a:ext cx="794845" cy="781707"/>
          </a:xfrm>
          <a:prstGeom prst="rect">
            <a:avLst/>
          </a:prstGeom>
        </p:spPr>
      </p:pic>
      <p:sp>
        <p:nvSpPr>
          <p:cNvPr id="3" name="Slide Number Placeholder 2">
            <a:extLst>
              <a:ext uri="{FF2B5EF4-FFF2-40B4-BE49-F238E27FC236}">
                <a16:creationId xmlns:a16="http://schemas.microsoft.com/office/drawing/2014/main" id="{922F1861-8C45-EF37-C209-8406C963AC1E}"/>
              </a:ext>
            </a:extLst>
          </p:cNvPr>
          <p:cNvSpPr>
            <a:spLocks noGrp="1"/>
          </p:cNvSpPr>
          <p:nvPr>
            <p:ph type="sldNum" sz="quarter" idx="12"/>
          </p:nvPr>
        </p:nvSpPr>
        <p:spPr/>
        <p:txBody>
          <a:bodyPr/>
          <a:lstStyle/>
          <a:p>
            <a:fld id="{B716C8F4-20CD-364A-8A8E-DE130115B178}" type="slidenum">
              <a:rPr lang="sv-SE" smtClean="0"/>
              <a:t>18</a:t>
            </a:fld>
            <a:endParaRPr lang="sv-SE"/>
          </a:p>
        </p:txBody>
      </p:sp>
    </p:spTree>
    <p:extLst>
      <p:ext uri="{BB962C8B-B14F-4D97-AF65-F5344CB8AC3E}">
        <p14:creationId xmlns:p14="http://schemas.microsoft.com/office/powerpoint/2010/main" val="266142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BAB83A3-3892-9E02-682D-57206FE94F61}"/>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B75037CC-ECEF-84AC-1D4F-86D9EE7F1F37}"/>
              </a:ext>
            </a:extLst>
          </p:cNvPr>
          <p:cNvSpPr/>
          <p:nvPr/>
        </p:nvSpPr>
        <p:spPr>
          <a:xfrm>
            <a:off x="177772" y="1485835"/>
            <a:ext cx="8825018" cy="251950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518C690E-14BC-025E-4B1E-E778B7973767}"/>
              </a:ext>
            </a:extLst>
          </p:cNvPr>
          <p:cNvSpPr/>
          <p:nvPr/>
        </p:nvSpPr>
        <p:spPr>
          <a:xfrm>
            <a:off x="9002790" y="4685508"/>
            <a:ext cx="2888945" cy="1518278"/>
          </a:xfrm>
          <a:prstGeom prst="roundRect">
            <a:avLst/>
          </a:prstGeom>
          <a:solidFill>
            <a:srgbClr val="0029ED"/>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spcBef>
                <a:spcPts val="1000"/>
              </a:spcBef>
            </a:pPr>
            <a:r>
              <a:rPr lang="de-DE" sz="1400">
                <a:solidFill>
                  <a:schemeClr val="bg1"/>
                </a:solidFill>
              </a:rPr>
              <a:t>Tank </a:t>
            </a:r>
            <a:r>
              <a:rPr lang="de-DE" sz="1400" err="1">
                <a:solidFill>
                  <a:schemeClr val="bg1"/>
                </a:solidFill>
              </a:rPr>
              <a:t>size</a:t>
            </a:r>
            <a:r>
              <a:rPr lang="de-DE" sz="1400">
                <a:solidFill>
                  <a:schemeClr val="bg1"/>
                </a:solidFill>
              </a:rPr>
              <a:t>: </a:t>
            </a:r>
            <a:r>
              <a:rPr lang="de-DE" sz="1400" b="1">
                <a:solidFill>
                  <a:schemeClr val="bg1"/>
                </a:solidFill>
              </a:rPr>
              <a:t>400 L</a:t>
            </a:r>
            <a:r>
              <a:rPr lang="de-DE" sz="1400">
                <a:solidFill>
                  <a:schemeClr val="bg1"/>
                </a:solidFill>
              </a:rPr>
              <a:t> (House 1012)</a:t>
            </a:r>
            <a:endParaRPr lang="en-US" sz="1200">
              <a:solidFill>
                <a:schemeClr val="bg1"/>
              </a:solidFill>
            </a:endParaRPr>
          </a:p>
          <a:p>
            <a:pPr marL="285750" indent="-285750" algn="ctr">
              <a:lnSpc>
                <a:spcPct val="90000"/>
              </a:lnSpc>
              <a:spcBef>
                <a:spcPts val="1000"/>
              </a:spcBef>
              <a:buFont typeface="Arial"/>
              <a:buChar char="•"/>
            </a:pPr>
            <a:r>
              <a:rPr lang="de-DE" sz="1200">
                <a:solidFill>
                  <a:schemeClr val="bg1"/>
                </a:solidFill>
              </a:rPr>
              <a:t>Additional </a:t>
            </a:r>
            <a:r>
              <a:rPr lang="de-DE" sz="1200" err="1">
                <a:solidFill>
                  <a:schemeClr val="bg1"/>
                </a:solidFill>
              </a:rPr>
              <a:t>inertia</a:t>
            </a:r>
            <a:r>
              <a:rPr lang="de-DE" sz="1200">
                <a:solidFill>
                  <a:schemeClr val="bg1"/>
                </a:solidFill>
              </a:rPr>
              <a:t> </a:t>
            </a:r>
            <a:r>
              <a:rPr lang="de-DE" sz="1200" err="1">
                <a:solidFill>
                  <a:schemeClr val="bg1"/>
                </a:solidFill>
              </a:rPr>
              <a:t>for</a:t>
            </a:r>
            <a:r>
              <a:rPr lang="de-DE" sz="1200">
                <a:solidFill>
                  <a:schemeClr val="bg1"/>
                </a:solidFill>
              </a:rPr>
              <a:t> SC "</a:t>
            </a:r>
            <a:r>
              <a:rPr lang="de-DE" sz="1200" err="1">
                <a:solidFill>
                  <a:schemeClr val="bg1"/>
                </a:solidFill>
              </a:rPr>
              <a:t>dumping</a:t>
            </a:r>
            <a:r>
              <a:rPr lang="de-DE" sz="1200">
                <a:solidFill>
                  <a:schemeClr val="bg1"/>
                </a:solidFill>
              </a:rPr>
              <a:t>" and PS </a:t>
            </a:r>
            <a:r>
              <a:rPr lang="de-DE" sz="1200" err="1">
                <a:solidFill>
                  <a:schemeClr val="bg1"/>
                </a:solidFill>
              </a:rPr>
              <a:t>comfort</a:t>
            </a:r>
            <a:endParaRPr lang="en-GB" sz="1200">
              <a:solidFill>
                <a:schemeClr val="bg1"/>
              </a:solidFill>
            </a:endParaRPr>
          </a:p>
          <a:p>
            <a:pPr marL="285750" indent="-285750" algn="ctr">
              <a:lnSpc>
                <a:spcPct val="90000"/>
              </a:lnSpc>
              <a:spcBef>
                <a:spcPts val="1000"/>
              </a:spcBef>
              <a:buFont typeface="Arial"/>
              <a:buChar char="•"/>
            </a:pPr>
            <a:r>
              <a:rPr lang="de-DE" sz="1200">
                <a:solidFill>
                  <a:schemeClr val="bg1"/>
                </a:solidFill>
              </a:rPr>
              <a:t>Little </a:t>
            </a:r>
            <a:r>
              <a:rPr lang="de-DE" sz="1200" err="1">
                <a:solidFill>
                  <a:schemeClr val="bg1"/>
                </a:solidFill>
              </a:rPr>
              <a:t>effect</a:t>
            </a:r>
            <a:r>
              <a:rPr lang="de-DE" sz="1200">
                <a:solidFill>
                  <a:schemeClr val="bg1"/>
                </a:solidFill>
              </a:rPr>
              <a:t> on PA</a:t>
            </a:r>
            <a:endParaRPr lang="en-GB" sz="1200">
              <a:solidFill>
                <a:schemeClr val="bg1"/>
              </a:solidFill>
            </a:endParaRPr>
          </a:p>
        </p:txBody>
      </p:sp>
      <p:sp>
        <p:nvSpPr>
          <p:cNvPr id="2" name="Title 1">
            <a:extLst>
              <a:ext uri="{FF2B5EF4-FFF2-40B4-BE49-F238E27FC236}">
                <a16:creationId xmlns:a16="http://schemas.microsoft.com/office/drawing/2014/main" id="{E7E59970-99BE-BFA7-7680-60BF07D964F0}"/>
              </a:ext>
            </a:extLst>
          </p:cNvPr>
          <p:cNvSpPr>
            <a:spLocks noGrp="1"/>
          </p:cNvSpPr>
          <p:nvPr>
            <p:ph type="title"/>
          </p:nvPr>
        </p:nvSpPr>
        <p:spPr>
          <a:xfrm>
            <a:off x="2536258" y="252625"/>
            <a:ext cx="9705467" cy="568412"/>
          </a:xfrm>
        </p:spPr>
        <p:txBody>
          <a:bodyPr/>
          <a:lstStyle/>
          <a:p>
            <a:r>
              <a:rPr lang="de-DE" err="1"/>
              <a:t>Combined</a:t>
            </a:r>
            <a:r>
              <a:rPr lang="de-DE"/>
              <a:t> Controller:</a:t>
            </a:r>
          </a:p>
        </p:txBody>
      </p:sp>
      <p:sp>
        <p:nvSpPr>
          <p:cNvPr id="4" name="Rectangle: Rounded Corners 3">
            <a:extLst>
              <a:ext uri="{FF2B5EF4-FFF2-40B4-BE49-F238E27FC236}">
                <a16:creationId xmlns:a16="http://schemas.microsoft.com/office/drawing/2014/main" id="{5EF1C49F-6C98-2648-55FB-569992CAD6E2}"/>
              </a:ext>
            </a:extLst>
          </p:cNvPr>
          <p:cNvSpPr/>
          <p:nvPr/>
        </p:nvSpPr>
        <p:spPr>
          <a:xfrm>
            <a:off x="7340600" y="147380"/>
            <a:ext cx="5740400" cy="845423"/>
          </a:xfrm>
          <a:prstGeom prst="roundRect">
            <a:avLst/>
          </a:prstGeom>
          <a:solidFill>
            <a:srgbClr val="0029ED"/>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de-DE" sz="3600" b="1"/>
              <a:t>	Heat Pump</a:t>
            </a:r>
          </a:p>
        </p:txBody>
      </p:sp>
      <p:sp>
        <p:nvSpPr>
          <p:cNvPr id="7" name="Rectangle: Rounded Corners 6">
            <a:extLst>
              <a:ext uri="{FF2B5EF4-FFF2-40B4-BE49-F238E27FC236}">
                <a16:creationId xmlns:a16="http://schemas.microsoft.com/office/drawing/2014/main" id="{FE23BCA8-5579-3AFC-9A7C-FACC01293DAD}"/>
              </a:ext>
            </a:extLst>
          </p:cNvPr>
          <p:cNvSpPr/>
          <p:nvPr/>
        </p:nvSpPr>
        <p:spPr>
          <a:xfrm>
            <a:off x="300265" y="4265109"/>
            <a:ext cx="2527461" cy="2076216"/>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Self-Consumption</a:t>
            </a:r>
          </a:p>
          <a:p>
            <a:pPr algn="ctr"/>
            <a:endParaRPr lang="en-GB" b="1"/>
          </a:p>
          <a:p>
            <a:pPr algn="ctr"/>
            <a:endParaRPr lang="en-GB" b="1"/>
          </a:p>
          <a:p>
            <a:pPr algn="ctr"/>
            <a:endParaRPr lang="en-GB" b="1"/>
          </a:p>
          <a:p>
            <a:pPr algn="ctr"/>
            <a:endParaRPr lang="en-GB" b="1"/>
          </a:p>
          <a:p>
            <a:pPr algn="ctr"/>
            <a:endParaRPr lang="en-GB" b="1"/>
          </a:p>
          <a:p>
            <a:pPr algn="ctr"/>
            <a:endParaRPr lang="en-GB" b="1"/>
          </a:p>
        </p:txBody>
      </p:sp>
      <p:pic>
        <p:nvPicPr>
          <p:cNvPr id="10" name="Picture 9" descr="Thermometer Icons in SVG, PNG, AI to Download">
            <a:extLst>
              <a:ext uri="{FF2B5EF4-FFF2-40B4-BE49-F238E27FC236}">
                <a16:creationId xmlns:a16="http://schemas.microsoft.com/office/drawing/2014/main" id="{FCFBDD6C-CFD8-447B-AF8F-4C4EAF1244B4}"/>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colorTemperature colorTemp="11200"/>
                    </a14:imgEffect>
                    <a14:imgEffect>
                      <a14:saturation sat="400000"/>
                    </a14:imgEffect>
                  </a14:imgLayer>
                </a14:imgProps>
              </a:ext>
            </a:extLst>
          </a:blip>
          <a:stretch>
            <a:fillRect/>
          </a:stretch>
        </p:blipFill>
        <p:spPr>
          <a:xfrm>
            <a:off x="1129747" y="4688783"/>
            <a:ext cx="780184" cy="825448"/>
          </a:xfrm>
          <a:prstGeom prst="rect">
            <a:avLst/>
          </a:prstGeom>
        </p:spPr>
      </p:pic>
      <p:pic>
        <p:nvPicPr>
          <p:cNvPr id="16" name="Picture 15" descr="No money - Free business and finance icons">
            <a:extLst>
              <a:ext uri="{FF2B5EF4-FFF2-40B4-BE49-F238E27FC236}">
                <a16:creationId xmlns:a16="http://schemas.microsoft.com/office/drawing/2014/main" id="{C9E0BA11-4D21-D282-39FC-385DFB77E122}"/>
              </a:ext>
            </a:extLst>
          </p:cNvPr>
          <p:cNvPicPr>
            <a:picLocks noChangeAspect="1"/>
          </p:cNvPicPr>
          <p:nvPr/>
        </p:nvPicPr>
        <p:blipFill>
          <a:blip r:embed="rId5"/>
          <a:stretch>
            <a:fillRect/>
          </a:stretch>
        </p:blipFill>
        <p:spPr>
          <a:xfrm>
            <a:off x="1759936" y="5180059"/>
            <a:ext cx="776322" cy="728802"/>
          </a:xfrm>
          <a:prstGeom prst="rect">
            <a:avLst/>
          </a:prstGeom>
        </p:spPr>
      </p:pic>
      <p:pic>
        <p:nvPicPr>
          <p:cNvPr id="17" name="Picture 16" descr="Environment - Free ecology and environment icons">
            <a:extLst>
              <a:ext uri="{FF2B5EF4-FFF2-40B4-BE49-F238E27FC236}">
                <a16:creationId xmlns:a16="http://schemas.microsoft.com/office/drawing/2014/main" id="{5091825E-72D6-1D10-D2E9-E1A59C23F628}"/>
              </a:ext>
            </a:extLst>
          </p:cNvPr>
          <p:cNvPicPr>
            <a:picLocks noChangeAspect="1"/>
          </p:cNvPicPr>
          <p:nvPr/>
        </p:nvPicPr>
        <p:blipFill>
          <a:blip r:embed="rId6"/>
          <a:stretch>
            <a:fillRect/>
          </a:stretch>
        </p:blipFill>
        <p:spPr>
          <a:xfrm>
            <a:off x="490267" y="5185682"/>
            <a:ext cx="780185" cy="742096"/>
          </a:xfrm>
          <a:prstGeom prst="rect">
            <a:avLst/>
          </a:prstGeom>
        </p:spPr>
      </p:pic>
      <p:sp>
        <p:nvSpPr>
          <p:cNvPr id="18" name="Rectangle: Rounded Corners 17">
            <a:extLst>
              <a:ext uri="{FF2B5EF4-FFF2-40B4-BE49-F238E27FC236}">
                <a16:creationId xmlns:a16="http://schemas.microsoft.com/office/drawing/2014/main" id="{D93E0B77-3AB4-49FF-076C-521C91817110}"/>
              </a:ext>
            </a:extLst>
          </p:cNvPr>
          <p:cNvSpPr/>
          <p:nvPr/>
        </p:nvSpPr>
        <p:spPr>
          <a:xfrm>
            <a:off x="2977031" y="4278247"/>
            <a:ext cx="2675351" cy="2076216"/>
          </a:xfrm>
          <a:prstGeom prst="round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Price Arbitrage</a:t>
            </a:r>
          </a:p>
          <a:p>
            <a:pPr algn="ctr"/>
            <a:endParaRPr lang="en-GB" b="1"/>
          </a:p>
          <a:p>
            <a:pPr algn="ctr"/>
            <a:endParaRPr lang="en-GB" b="1"/>
          </a:p>
          <a:p>
            <a:pPr algn="ctr"/>
            <a:endParaRPr lang="en-GB" b="1"/>
          </a:p>
          <a:p>
            <a:pPr algn="ctr"/>
            <a:endParaRPr lang="en-GB" b="1"/>
          </a:p>
          <a:p>
            <a:pPr algn="ctr"/>
            <a:endParaRPr lang="en-GB" b="1"/>
          </a:p>
          <a:p>
            <a:pPr algn="ctr"/>
            <a:endParaRPr lang="en-GB" b="1"/>
          </a:p>
        </p:txBody>
      </p:sp>
      <p:pic>
        <p:nvPicPr>
          <p:cNvPr id="21" name="Picture 20" descr="Environment - Free ecology and environment icons">
            <a:extLst>
              <a:ext uri="{FF2B5EF4-FFF2-40B4-BE49-F238E27FC236}">
                <a16:creationId xmlns:a16="http://schemas.microsoft.com/office/drawing/2014/main" id="{D48B2A01-DC15-8A75-0641-70866094F385}"/>
              </a:ext>
            </a:extLst>
          </p:cNvPr>
          <p:cNvPicPr>
            <a:picLocks noChangeAspect="1"/>
          </p:cNvPicPr>
          <p:nvPr/>
        </p:nvPicPr>
        <p:blipFill>
          <a:blip r:embed="rId6"/>
          <a:stretch>
            <a:fillRect/>
          </a:stretch>
        </p:blipFill>
        <p:spPr>
          <a:xfrm>
            <a:off x="3142020" y="5180059"/>
            <a:ext cx="812423" cy="772760"/>
          </a:xfrm>
          <a:prstGeom prst="rect">
            <a:avLst/>
          </a:prstGeom>
        </p:spPr>
      </p:pic>
      <p:sp>
        <p:nvSpPr>
          <p:cNvPr id="22" name="Rectangle: Rounded Corners 21">
            <a:extLst>
              <a:ext uri="{FF2B5EF4-FFF2-40B4-BE49-F238E27FC236}">
                <a16:creationId xmlns:a16="http://schemas.microsoft.com/office/drawing/2014/main" id="{FA138663-6315-CD9F-9D22-08CF0BAF8949}"/>
              </a:ext>
            </a:extLst>
          </p:cNvPr>
          <p:cNvSpPr/>
          <p:nvPr/>
        </p:nvSpPr>
        <p:spPr>
          <a:xfrm>
            <a:off x="5817371" y="4291385"/>
            <a:ext cx="2646528" cy="2049940"/>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Peak Shaving</a:t>
            </a:r>
          </a:p>
          <a:p>
            <a:pPr algn="ctr"/>
            <a:endParaRPr lang="en-GB" b="1"/>
          </a:p>
          <a:p>
            <a:pPr algn="ctr"/>
            <a:endParaRPr lang="en-GB" b="1"/>
          </a:p>
          <a:p>
            <a:pPr algn="ctr"/>
            <a:endParaRPr lang="en-GB" b="1"/>
          </a:p>
          <a:p>
            <a:pPr algn="ctr"/>
            <a:endParaRPr lang="en-GB" b="1"/>
          </a:p>
          <a:p>
            <a:pPr algn="ctr"/>
            <a:endParaRPr lang="en-GB" b="1"/>
          </a:p>
          <a:p>
            <a:pPr algn="ctr"/>
            <a:endParaRPr lang="en-GB" b="1"/>
          </a:p>
        </p:txBody>
      </p:sp>
      <p:pic>
        <p:nvPicPr>
          <p:cNvPr id="27" name="Picture 26" descr="Cold - Free weather icons">
            <a:extLst>
              <a:ext uri="{FF2B5EF4-FFF2-40B4-BE49-F238E27FC236}">
                <a16:creationId xmlns:a16="http://schemas.microsoft.com/office/drawing/2014/main" id="{895D2164-9FE9-14A9-FE5C-B58254C919A0}"/>
              </a:ext>
            </a:extLst>
          </p:cNvPr>
          <p:cNvPicPr>
            <a:picLocks noChangeAspect="1"/>
          </p:cNvPicPr>
          <p:nvPr/>
        </p:nvPicPr>
        <p:blipFill>
          <a:blip r:embed="rId7"/>
          <a:stretch>
            <a:fillRect/>
          </a:stretch>
        </p:blipFill>
        <p:spPr>
          <a:xfrm>
            <a:off x="4029096" y="4688968"/>
            <a:ext cx="852267" cy="828723"/>
          </a:xfrm>
          <a:prstGeom prst="rect">
            <a:avLst/>
          </a:prstGeom>
        </p:spPr>
      </p:pic>
      <p:pic>
        <p:nvPicPr>
          <p:cNvPr id="29" name="Picture 28" descr="Money - Free miscellaneous icons">
            <a:extLst>
              <a:ext uri="{FF2B5EF4-FFF2-40B4-BE49-F238E27FC236}">
                <a16:creationId xmlns:a16="http://schemas.microsoft.com/office/drawing/2014/main" id="{85E98306-58A5-F6BE-FC20-A3946F9B06DB}"/>
              </a:ext>
            </a:extLst>
          </p:cNvPr>
          <p:cNvPicPr>
            <a:picLocks noChangeAspect="1"/>
          </p:cNvPicPr>
          <p:nvPr/>
        </p:nvPicPr>
        <p:blipFill>
          <a:blip r:embed="rId8"/>
          <a:stretch>
            <a:fillRect/>
          </a:stretch>
        </p:blipFill>
        <p:spPr>
          <a:xfrm>
            <a:off x="4711340" y="5195806"/>
            <a:ext cx="772760" cy="772760"/>
          </a:xfrm>
          <a:prstGeom prst="rect">
            <a:avLst/>
          </a:prstGeom>
        </p:spPr>
      </p:pic>
      <p:pic>
        <p:nvPicPr>
          <p:cNvPr id="31" name="Picture 30" descr="Water Heater Icon #320192 - Free Icons Library">
            <a:extLst>
              <a:ext uri="{FF2B5EF4-FFF2-40B4-BE49-F238E27FC236}">
                <a16:creationId xmlns:a16="http://schemas.microsoft.com/office/drawing/2014/main" id="{44425291-468D-C5A8-53D9-B9C0683DE794}"/>
              </a:ext>
            </a:extLst>
          </p:cNvPr>
          <p:cNvPicPr>
            <a:picLocks noChangeAspect="1"/>
          </p:cNvPicPr>
          <p:nvPr/>
        </p:nvPicPr>
        <p:blipFill>
          <a:blip r:embed="rId9"/>
          <a:srcRect l="30378" r="28537" b="358"/>
          <a:stretch>
            <a:fillRect/>
          </a:stretch>
        </p:blipFill>
        <p:spPr>
          <a:xfrm>
            <a:off x="9702044" y="2017591"/>
            <a:ext cx="1490435" cy="2496151"/>
          </a:xfrm>
          <a:prstGeom prst="rect">
            <a:avLst/>
          </a:prstGeom>
        </p:spPr>
      </p:pic>
      <p:pic>
        <p:nvPicPr>
          <p:cNvPr id="35" name="Picture 34" descr="Download Free Co2 Icons in PNG &amp; SVG">
            <a:extLst>
              <a:ext uri="{FF2B5EF4-FFF2-40B4-BE49-F238E27FC236}">
                <a16:creationId xmlns:a16="http://schemas.microsoft.com/office/drawing/2014/main" id="{808F6146-ED38-CC94-F8B7-38548F722906}"/>
              </a:ext>
            </a:extLst>
          </p:cNvPr>
          <p:cNvPicPr>
            <a:picLocks noChangeAspect="1"/>
          </p:cNvPicPr>
          <p:nvPr/>
        </p:nvPicPr>
        <p:blipFill>
          <a:blip r:embed="rId10"/>
          <a:stretch>
            <a:fillRect/>
          </a:stretch>
        </p:blipFill>
        <p:spPr>
          <a:xfrm>
            <a:off x="6068774" y="5248328"/>
            <a:ext cx="646914" cy="636221"/>
          </a:xfrm>
          <a:prstGeom prst="rect">
            <a:avLst/>
          </a:prstGeom>
        </p:spPr>
      </p:pic>
      <p:graphicFrame>
        <p:nvGraphicFramePr>
          <p:cNvPr id="9" name="Chart 8">
            <a:extLst>
              <a:ext uri="{FF2B5EF4-FFF2-40B4-BE49-F238E27FC236}">
                <a16:creationId xmlns:a16="http://schemas.microsoft.com/office/drawing/2014/main" id="{F97D4626-07D9-8955-F6AD-03EBAC75D0BF}"/>
              </a:ext>
            </a:extLst>
          </p:cNvPr>
          <p:cNvGraphicFramePr>
            <a:graphicFrameLocks/>
          </p:cNvGraphicFramePr>
          <p:nvPr>
            <p:extLst>
              <p:ext uri="{D42A27DB-BD31-4B8C-83A1-F6EECF244321}">
                <p14:modId xmlns:p14="http://schemas.microsoft.com/office/powerpoint/2010/main" val="3056419181"/>
              </p:ext>
            </p:extLst>
          </p:nvPr>
        </p:nvGraphicFramePr>
        <p:xfrm>
          <a:off x="300265" y="1506158"/>
          <a:ext cx="8713107" cy="2514877"/>
        </p:xfrm>
        <a:graphic>
          <a:graphicData uri="http://schemas.openxmlformats.org/drawingml/2006/chart">
            <c:chart xmlns:c="http://schemas.openxmlformats.org/drawingml/2006/chart" xmlns:r="http://schemas.openxmlformats.org/officeDocument/2006/relationships" r:id="rId11"/>
          </a:graphicData>
        </a:graphic>
      </p:graphicFrame>
      <p:pic>
        <p:nvPicPr>
          <p:cNvPr id="3" name="Picture 2" descr="Cold - Free weather icons">
            <a:extLst>
              <a:ext uri="{FF2B5EF4-FFF2-40B4-BE49-F238E27FC236}">
                <a16:creationId xmlns:a16="http://schemas.microsoft.com/office/drawing/2014/main" id="{C38F7A84-5655-09BC-9FB4-DDCD2246C91B}"/>
              </a:ext>
            </a:extLst>
          </p:cNvPr>
          <p:cNvPicPr>
            <a:picLocks noChangeAspect="1"/>
          </p:cNvPicPr>
          <p:nvPr/>
        </p:nvPicPr>
        <p:blipFill>
          <a:blip r:embed="rId7"/>
          <a:stretch>
            <a:fillRect/>
          </a:stretch>
        </p:blipFill>
        <p:spPr>
          <a:xfrm>
            <a:off x="6840613" y="4685508"/>
            <a:ext cx="852267" cy="828723"/>
          </a:xfrm>
          <a:prstGeom prst="rect">
            <a:avLst/>
          </a:prstGeom>
        </p:spPr>
      </p:pic>
      <p:pic>
        <p:nvPicPr>
          <p:cNvPr id="8" name="Picture 7" descr="Money - Free miscellaneous icons">
            <a:extLst>
              <a:ext uri="{FF2B5EF4-FFF2-40B4-BE49-F238E27FC236}">
                <a16:creationId xmlns:a16="http://schemas.microsoft.com/office/drawing/2014/main" id="{115BA2FF-DE2A-FC1D-4C23-AB56259B93A5}"/>
              </a:ext>
            </a:extLst>
          </p:cNvPr>
          <p:cNvPicPr>
            <a:picLocks noChangeAspect="1"/>
          </p:cNvPicPr>
          <p:nvPr/>
        </p:nvPicPr>
        <p:blipFill>
          <a:blip r:embed="rId8"/>
          <a:stretch>
            <a:fillRect/>
          </a:stretch>
        </p:blipFill>
        <p:spPr>
          <a:xfrm>
            <a:off x="7579496" y="5180059"/>
            <a:ext cx="772760" cy="772760"/>
          </a:xfrm>
          <a:prstGeom prst="rect">
            <a:avLst/>
          </a:prstGeom>
        </p:spPr>
      </p:pic>
      <p:pic>
        <p:nvPicPr>
          <p:cNvPr id="11" name="Picture 2" descr="Heat Pump Icons - Free SVG &amp; PNG Heat Pump Images - Noun Project">
            <a:extLst>
              <a:ext uri="{FF2B5EF4-FFF2-40B4-BE49-F238E27FC236}">
                <a16:creationId xmlns:a16="http://schemas.microsoft.com/office/drawing/2014/main" id="{3235580B-9F63-CDD4-BBE0-8B80B22E42A0}"/>
              </a:ext>
            </a:extLst>
          </p:cNvPr>
          <p:cNvPicPr>
            <a:picLocks noChangeAspect="1" noChangeArrowheads="1"/>
          </p:cNvPicPr>
          <p:nvPr/>
        </p:nvPicPr>
        <p:blipFill>
          <a:blip r:embed="rId12">
            <a:lum bright="70000" contrast="-70000"/>
            <a:extLst>
              <a:ext uri="{28A0092B-C50C-407E-A947-70E740481C1C}">
                <a14:useLocalDpi xmlns:a14="http://schemas.microsoft.com/office/drawing/2010/main" val="0"/>
              </a:ext>
            </a:extLst>
          </a:blip>
          <a:srcRect/>
          <a:stretch>
            <a:fillRect/>
          </a:stretch>
        </p:blipFill>
        <p:spPr bwMode="auto">
          <a:xfrm>
            <a:off x="11119212" y="186785"/>
            <a:ext cx="772995" cy="772995"/>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0BC47802-D0CF-61BE-AE4C-C658AA6A5F8E}"/>
              </a:ext>
            </a:extLst>
          </p:cNvPr>
          <p:cNvSpPr>
            <a:spLocks noGrp="1"/>
          </p:cNvSpPr>
          <p:nvPr>
            <p:ph type="sldNum" sz="quarter" idx="12"/>
          </p:nvPr>
        </p:nvSpPr>
        <p:spPr/>
        <p:txBody>
          <a:bodyPr/>
          <a:lstStyle/>
          <a:p>
            <a:fld id="{B716C8F4-20CD-364A-8A8E-DE130115B178}" type="slidenum">
              <a:rPr lang="sv-SE" smtClean="0"/>
              <a:t>19</a:t>
            </a:fld>
            <a:endParaRPr lang="sv-SE"/>
          </a:p>
        </p:txBody>
      </p:sp>
    </p:spTree>
    <p:extLst>
      <p:ext uri="{BB962C8B-B14F-4D97-AF65-F5344CB8AC3E}">
        <p14:creationId xmlns:p14="http://schemas.microsoft.com/office/powerpoint/2010/main" val="1616471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9"/>
                                        </p:tgtEl>
                                        <p:attrNameLst>
                                          <p:attrName>style.visibility</p:attrName>
                                        </p:attrNameLst>
                                      </p:cBhvr>
                                      <p:to>
                                        <p:strVal val="visible"/>
                                      </p:to>
                                    </p:set>
                                    <p:anim calcmode="lin" valueType="num">
                                      <p:cBhvr additive="base">
                                        <p:cTn id="29" dur="500" fill="hold"/>
                                        <p:tgtEl>
                                          <p:spTgt spid="29"/>
                                        </p:tgtEl>
                                        <p:attrNameLst>
                                          <p:attrName>ppt_x</p:attrName>
                                        </p:attrNameLst>
                                      </p:cBhvr>
                                      <p:tavLst>
                                        <p:tav tm="0">
                                          <p:val>
                                            <p:strVal val="#ppt_x"/>
                                          </p:val>
                                        </p:tav>
                                        <p:tav tm="100000">
                                          <p:val>
                                            <p:strVal val="#ppt_x"/>
                                          </p:val>
                                        </p:tav>
                                      </p:tavLst>
                                    </p:anim>
                                    <p:anim calcmode="lin" valueType="num">
                                      <p:cBhvr additive="base">
                                        <p:cTn id="30" dur="500" fill="hold"/>
                                        <p:tgtEl>
                                          <p:spTgt spid="29"/>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anim calcmode="lin" valueType="num">
                                      <p:cBhvr additive="base">
                                        <p:cTn id="33" dur="500" fill="hold"/>
                                        <p:tgtEl>
                                          <p:spTgt spid="27"/>
                                        </p:tgtEl>
                                        <p:attrNameLst>
                                          <p:attrName>ppt_x</p:attrName>
                                        </p:attrNameLst>
                                      </p:cBhvr>
                                      <p:tavLst>
                                        <p:tav tm="0">
                                          <p:val>
                                            <p:strVal val="#ppt_x"/>
                                          </p:val>
                                        </p:tav>
                                        <p:tav tm="100000">
                                          <p:val>
                                            <p:strVal val="#ppt_x"/>
                                          </p:val>
                                        </p:tav>
                                      </p:tavLst>
                                    </p:anim>
                                    <p:anim calcmode="lin" valueType="num">
                                      <p:cBhvr additive="base">
                                        <p:cTn id="34" dur="500" fill="hold"/>
                                        <p:tgtEl>
                                          <p:spTgt spid="27"/>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ppt_x"/>
                                          </p:val>
                                        </p:tav>
                                        <p:tav tm="100000">
                                          <p:val>
                                            <p:strVal val="#ppt_x"/>
                                          </p:val>
                                        </p:tav>
                                      </p:tavLst>
                                    </p:anim>
                                    <p:anim calcmode="lin" valueType="num">
                                      <p:cBhvr additive="base">
                                        <p:cTn id="3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anim calcmode="lin" valueType="num">
                                      <p:cBhvr additive="base">
                                        <p:cTn id="43" dur="500" fill="hold"/>
                                        <p:tgtEl>
                                          <p:spTgt spid="22"/>
                                        </p:tgtEl>
                                        <p:attrNameLst>
                                          <p:attrName>ppt_x</p:attrName>
                                        </p:attrNameLst>
                                      </p:cBhvr>
                                      <p:tavLst>
                                        <p:tav tm="0">
                                          <p:val>
                                            <p:strVal val="#ppt_x"/>
                                          </p:val>
                                        </p:tav>
                                        <p:tav tm="100000">
                                          <p:val>
                                            <p:strVal val="#ppt_x"/>
                                          </p:val>
                                        </p:tav>
                                      </p:tavLst>
                                    </p:anim>
                                    <p:anim calcmode="lin" valueType="num">
                                      <p:cBhvr additive="base">
                                        <p:cTn id="44" dur="500" fill="hold"/>
                                        <p:tgtEl>
                                          <p:spTgt spid="22"/>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5"/>
                                        </p:tgtEl>
                                        <p:attrNameLst>
                                          <p:attrName>style.visibility</p:attrName>
                                        </p:attrNameLst>
                                      </p:cBhvr>
                                      <p:to>
                                        <p:strVal val="visible"/>
                                      </p:to>
                                    </p:set>
                                    <p:anim calcmode="lin" valueType="num">
                                      <p:cBhvr additive="base">
                                        <p:cTn id="47" dur="500" fill="hold"/>
                                        <p:tgtEl>
                                          <p:spTgt spid="35"/>
                                        </p:tgtEl>
                                        <p:attrNameLst>
                                          <p:attrName>ppt_x</p:attrName>
                                        </p:attrNameLst>
                                      </p:cBhvr>
                                      <p:tavLst>
                                        <p:tav tm="0">
                                          <p:val>
                                            <p:strVal val="#ppt_x"/>
                                          </p:val>
                                        </p:tav>
                                        <p:tav tm="100000">
                                          <p:val>
                                            <p:strVal val="#ppt_x"/>
                                          </p:val>
                                        </p:tav>
                                      </p:tavLst>
                                    </p:anim>
                                    <p:anim calcmode="lin" valueType="num">
                                      <p:cBhvr additive="base">
                                        <p:cTn id="4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32"/>
                                        </p:tgtEl>
                                        <p:attrNameLst>
                                          <p:attrName>style.visibility</p:attrName>
                                        </p:attrNameLst>
                                      </p:cBhvr>
                                      <p:to>
                                        <p:strVal val="visible"/>
                                      </p:to>
                                    </p:set>
                                    <p:anim calcmode="lin" valueType="num">
                                      <p:cBhvr additive="base">
                                        <p:cTn id="53" dur="500" fill="hold"/>
                                        <p:tgtEl>
                                          <p:spTgt spid="32"/>
                                        </p:tgtEl>
                                        <p:attrNameLst>
                                          <p:attrName>ppt_x</p:attrName>
                                        </p:attrNameLst>
                                      </p:cBhvr>
                                      <p:tavLst>
                                        <p:tav tm="0">
                                          <p:val>
                                            <p:strVal val="#ppt_x"/>
                                          </p:val>
                                        </p:tav>
                                        <p:tav tm="100000">
                                          <p:val>
                                            <p:strVal val="#ppt_x"/>
                                          </p:val>
                                        </p:tav>
                                      </p:tavLst>
                                    </p:anim>
                                    <p:anim calcmode="lin" valueType="num">
                                      <p:cBhvr additive="base">
                                        <p:cTn id="54" dur="500" fill="hold"/>
                                        <p:tgtEl>
                                          <p:spTgt spid="32"/>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31"/>
                                        </p:tgtEl>
                                        <p:attrNameLst>
                                          <p:attrName>style.visibility</p:attrName>
                                        </p:attrNameLst>
                                      </p:cBhvr>
                                      <p:to>
                                        <p:strVal val="visible"/>
                                      </p:to>
                                    </p:set>
                                    <p:anim calcmode="lin" valueType="num">
                                      <p:cBhvr additive="base">
                                        <p:cTn id="57" dur="500" fill="hold"/>
                                        <p:tgtEl>
                                          <p:spTgt spid="31"/>
                                        </p:tgtEl>
                                        <p:attrNameLst>
                                          <p:attrName>ppt_x</p:attrName>
                                        </p:attrNameLst>
                                      </p:cBhvr>
                                      <p:tavLst>
                                        <p:tav tm="0">
                                          <p:val>
                                            <p:strVal val="#ppt_x"/>
                                          </p:val>
                                        </p:tav>
                                        <p:tav tm="100000">
                                          <p:val>
                                            <p:strVal val="#ppt_x"/>
                                          </p:val>
                                        </p:tav>
                                      </p:tavLst>
                                    </p:anim>
                                    <p:anim calcmode="lin" valueType="num">
                                      <p:cBhvr additive="base">
                                        <p:cTn id="58" dur="500" fill="hold"/>
                                        <p:tgtEl>
                                          <p:spTgt spid="31"/>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3"/>
                                        </p:tgtEl>
                                        <p:attrNameLst>
                                          <p:attrName>style.visibility</p:attrName>
                                        </p:attrNameLst>
                                      </p:cBhvr>
                                      <p:to>
                                        <p:strVal val="visible"/>
                                      </p:to>
                                    </p:set>
                                    <p:anim calcmode="lin" valueType="num">
                                      <p:cBhvr additive="base">
                                        <p:cTn id="61" dur="500" fill="hold"/>
                                        <p:tgtEl>
                                          <p:spTgt spid="3"/>
                                        </p:tgtEl>
                                        <p:attrNameLst>
                                          <p:attrName>ppt_x</p:attrName>
                                        </p:attrNameLst>
                                      </p:cBhvr>
                                      <p:tavLst>
                                        <p:tav tm="0">
                                          <p:val>
                                            <p:strVal val="#ppt_x"/>
                                          </p:val>
                                        </p:tav>
                                        <p:tav tm="100000">
                                          <p:val>
                                            <p:strVal val="#ppt_x"/>
                                          </p:val>
                                        </p:tav>
                                      </p:tavLst>
                                    </p:anim>
                                    <p:anim calcmode="lin" valueType="num">
                                      <p:cBhvr additive="base">
                                        <p:cTn id="62" dur="500" fill="hold"/>
                                        <p:tgtEl>
                                          <p:spTgt spid="3"/>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8"/>
                                        </p:tgtEl>
                                        <p:attrNameLst>
                                          <p:attrName>style.visibility</p:attrName>
                                        </p:attrNameLst>
                                      </p:cBhvr>
                                      <p:to>
                                        <p:strVal val="visible"/>
                                      </p:to>
                                    </p:set>
                                    <p:anim calcmode="lin" valueType="num">
                                      <p:cBhvr additive="base">
                                        <p:cTn id="65" dur="500" fill="hold"/>
                                        <p:tgtEl>
                                          <p:spTgt spid="8"/>
                                        </p:tgtEl>
                                        <p:attrNameLst>
                                          <p:attrName>ppt_x</p:attrName>
                                        </p:attrNameLst>
                                      </p:cBhvr>
                                      <p:tavLst>
                                        <p:tav tm="0">
                                          <p:val>
                                            <p:strVal val="#ppt_x"/>
                                          </p:val>
                                        </p:tav>
                                        <p:tav tm="100000">
                                          <p:val>
                                            <p:strVal val="#ppt_x"/>
                                          </p:val>
                                        </p:tav>
                                      </p:tavLst>
                                    </p:anim>
                                    <p:anim calcmode="lin" valueType="num">
                                      <p:cBhvr additive="base">
                                        <p:cTn id="6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7" grpId="0" animBg="1"/>
      <p:bldP spid="18" grpId="0" animBg="1"/>
      <p:bldP spid="22"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AF767D2-3F7A-5EBD-D039-1681DC9322C1}"/>
            </a:ext>
          </a:extLst>
        </p:cNvPr>
        <p:cNvGrpSpPr/>
        <p:nvPr/>
      </p:nvGrpSpPr>
      <p:grpSpPr>
        <a:xfrm>
          <a:off x="0" y="0"/>
          <a:ext cx="0" cy="0"/>
          <a:chOff x="0" y="0"/>
          <a:chExt cx="0" cy="0"/>
        </a:xfrm>
      </p:grpSpPr>
      <p:sp>
        <p:nvSpPr>
          <p:cNvPr id="21" name="Rectangle: Rounded Corners 21">
            <a:extLst>
              <a:ext uri="{FF2B5EF4-FFF2-40B4-BE49-F238E27FC236}">
                <a16:creationId xmlns:a16="http://schemas.microsoft.com/office/drawing/2014/main" id="{6DA00136-0A3E-13A1-8A78-E63346D7AC7A}"/>
              </a:ext>
            </a:extLst>
          </p:cNvPr>
          <p:cNvSpPr/>
          <p:nvPr/>
        </p:nvSpPr>
        <p:spPr>
          <a:xfrm>
            <a:off x="5985616" y="4222273"/>
            <a:ext cx="2646528" cy="2049940"/>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Peak Shaving</a:t>
            </a:r>
          </a:p>
          <a:p>
            <a:pPr algn="ctr"/>
            <a:endParaRPr lang="en-GB" b="1"/>
          </a:p>
          <a:p>
            <a:pPr algn="ctr"/>
            <a:endParaRPr lang="en-GB" b="1"/>
          </a:p>
          <a:p>
            <a:pPr algn="ctr"/>
            <a:endParaRPr lang="en-GB" b="1"/>
          </a:p>
          <a:p>
            <a:pPr algn="ctr"/>
            <a:endParaRPr lang="en-GB" b="1"/>
          </a:p>
          <a:p>
            <a:pPr algn="ctr"/>
            <a:endParaRPr lang="en-GB" b="1"/>
          </a:p>
          <a:p>
            <a:pPr algn="ctr"/>
            <a:endParaRPr lang="en-GB" b="1"/>
          </a:p>
        </p:txBody>
      </p:sp>
      <p:sp>
        <p:nvSpPr>
          <p:cNvPr id="20" name="Rectangle: Rounded Corners 17">
            <a:extLst>
              <a:ext uri="{FF2B5EF4-FFF2-40B4-BE49-F238E27FC236}">
                <a16:creationId xmlns:a16="http://schemas.microsoft.com/office/drawing/2014/main" id="{972CA0B8-E1F5-B860-07A7-EC5C8F92BF7B}"/>
              </a:ext>
            </a:extLst>
          </p:cNvPr>
          <p:cNvSpPr/>
          <p:nvPr/>
        </p:nvSpPr>
        <p:spPr>
          <a:xfrm>
            <a:off x="2978240" y="4241478"/>
            <a:ext cx="2675351" cy="2076216"/>
          </a:xfrm>
          <a:prstGeom prst="round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Price Arbitrage</a:t>
            </a:r>
          </a:p>
          <a:p>
            <a:pPr algn="ctr"/>
            <a:endParaRPr lang="en-GB" b="1"/>
          </a:p>
          <a:p>
            <a:pPr algn="ctr"/>
            <a:endParaRPr lang="en-GB" b="1"/>
          </a:p>
          <a:p>
            <a:pPr algn="ctr"/>
            <a:endParaRPr lang="en-GB" b="1"/>
          </a:p>
          <a:p>
            <a:pPr algn="ctr"/>
            <a:endParaRPr lang="en-GB" b="1"/>
          </a:p>
          <a:p>
            <a:pPr algn="ctr"/>
            <a:endParaRPr lang="en-GB" b="1"/>
          </a:p>
          <a:p>
            <a:pPr algn="ctr"/>
            <a:endParaRPr lang="en-GB" b="1"/>
          </a:p>
        </p:txBody>
      </p:sp>
      <p:sp>
        <p:nvSpPr>
          <p:cNvPr id="19" name="Rectangle: Rounded Corners 6">
            <a:extLst>
              <a:ext uri="{FF2B5EF4-FFF2-40B4-BE49-F238E27FC236}">
                <a16:creationId xmlns:a16="http://schemas.microsoft.com/office/drawing/2014/main" id="{E664B766-3FBF-1A80-6328-A1EAA2346578}"/>
              </a:ext>
            </a:extLst>
          </p:cNvPr>
          <p:cNvSpPr/>
          <p:nvPr/>
        </p:nvSpPr>
        <p:spPr>
          <a:xfrm>
            <a:off x="118754" y="4258961"/>
            <a:ext cx="2527461" cy="2076216"/>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Self-Consumption</a:t>
            </a:r>
          </a:p>
          <a:p>
            <a:pPr algn="ctr"/>
            <a:endParaRPr lang="en-GB" b="1"/>
          </a:p>
          <a:p>
            <a:pPr algn="ctr"/>
            <a:endParaRPr lang="en-GB" b="1"/>
          </a:p>
          <a:p>
            <a:pPr algn="ctr"/>
            <a:endParaRPr lang="en-GB" b="1"/>
          </a:p>
          <a:p>
            <a:pPr algn="ctr"/>
            <a:endParaRPr lang="en-GB" b="1"/>
          </a:p>
          <a:p>
            <a:pPr algn="ctr"/>
            <a:endParaRPr lang="en-GB" b="1"/>
          </a:p>
          <a:p>
            <a:pPr algn="ctr"/>
            <a:endParaRPr lang="en-GB" b="1"/>
          </a:p>
        </p:txBody>
      </p:sp>
      <p:sp>
        <p:nvSpPr>
          <p:cNvPr id="6" name="Rectangle: Rounded Corners 5">
            <a:extLst>
              <a:ext uri="{FF2B5EF4-FFF2-40B4-BE49-F238E27FC236}">
                <a16:creationId xmlns:a16="http://schemas.microsoft.com/office/drawing/2014/main" id="{62DD065C-402D-E68B-4759-9EFFB6E78A59}"/>
              </a:ext>
            </a:extLst>
          </p:cNvPr>
          <p:cNvSpPr/>
          <p:nvPr/>
        </p:nvSpPr>
        <p:spPr>
          <a:xfrm>
            <a:off x="191190" y="1091838"/>
            <a:ext cx="9042400" cy="281305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E62953-A2F6-53FA-ED6B-B577BCABFDC7}"/>
              </a:ext>
            </a:extLst>
          </p:cNvPr>
          <p:cNvSpPr>
            <a:spLocks noGrp="1"/>
          </p:cNvSpPr>
          <p:nvPr>
            <p:ph type="title"/>
          </p:nvPr>
        </p:nvSpPr>
        <p:spPr>
          <a:xfrm>
            <a:off x="1251462" y="204583"/>
            <a:ext cx="10990263" cy="568412"/>
          </a:xfrm>
        </p:spPr>
        <p:txBody>
          <a:bodyPr/>
          <a:lstStyle/>
          <a:p>
            <a:r>
              <a:rPr lang="de-DE" err="1"/>
              <a:t>Combined</a:t>
            </a:r>
            <a:r>
              <a:rPr lang="de-DE"/>
              <a:t> </a:t>
            </a:r>
            <a:r>
              <a:rPr lang="de-DE" err="1"/>
              <a:t>controller</a:t>
            </a:r>
            <a:endParaRPr lang="de-DE"/>
          </a:p>
        </p:txBody>
      </p:sp>
      <p:pic>
        <p:nvPicPr>
          <p:cNvPr id="29" name="Picture 28" descr="Money - Free miscellaneous icons">
            <a:extLst>
              <a:ext uri="{FF2B5EF4-FFF2-40B4-BE49-F238E27FC236}">
                <a16:creationId xmlns:a16="http://schemas.microsoft.com/office/drawing/2014/main" id="{498E247C-BA2E-F00E-ADDB-30EAE852C1D1}"/>
              </a:ext>
            </a:extLst>
          </p:cNvPr>
          <p:cNvPicPr>
            <a:picLocks noChangeAspect="1"/>
          </p:cNvPicPr>
          <p:nvPr/>
        </p:nvPicPr>
        <p:blipFill>
          <a:blip r:embed="rId3"/>
          <a:stretch>
            <a:fillRect/>
          </a:stretch>
        </p:blipFill>
        <p:spPr>
          <a:xfrm>
            <a:off x="4668670" y="5399352"/>
            <a:ext cx="630642" cy="630642"/>
          </a:xfrm>
          <a:prstGeom prst="rect">
            <a:avLst/>
          </a:prstGeom>
        </p:spPr>
      </p:pic>
      <p:pic>
        <p:nvPicPr>
          <p:cNvPr id="11" name="Picture 10" descr="Download Free Co2 Icons in PNG &amp; SVG">
            <a:extLst>
              <a:ext uri="{FF2B5EF4-FFF2-40B4-BE49-F238E27FC236}">
                <a16:creationId xmlns:a16="http://schemas.microsoft.com/office/drawing/2014/main" id="{C1B197FF-2E7F-6991-052A-BFD233C3CE95}"/>
              </a:ext>
            </a:extLst>
          </p:cNvPr>
          <p:cNvPicPr>
            <a:picLocks noChangeAspect="1"/>
          </p:cNvPicPr>
          <p:nvPr/>
        </p:nvPicPr>
        <p:blipFill>
          <a:blip r:embed="rId4"/>
          <a:stretch>
            <a:fillRect/>
          </a:stretch>
        </p:blipFill>
        <p:spPr>
          <a:xfrm>
            <a:off x="3296570" y="5385441"/>
            <a:ext cx="619272" cy="609036"/>
          </a:xfrm>
          <a:prstGeom prst="rect">
            <a:avLst/>
          </a:prstGeom>
        </p:spPr>
      </p:pic>
      <p:graphicFrame>
        <p:nvGraphicFramePr>
          <p:cNvPr id="12" name="Chart 11">
            <a:extLst>
              <a:ext uri="{FF2B5EF4-FFF2-40B4-BE49-F238E27FC236}">
                <a16:creationId xmlns:a16="http://schemas.microsoft.com/office/drawing/2014/main" id="{C3F0CB30-FBD6-AA2C-2E03-C9B90D3DA674}"/>
              </a:ext>
            </a:extLst>
          </p:cNvPr>
          <p:cNvGraphicFramePr>
            <a:graphicFrameLocks/>
          </p:cNvGraphicFramePr>
          <p:nvPr>
            <p:extLst>
              <p:ext uri="{D42A27DB-BD31-4B8C-83A1-F6EECF244321}">
                <p14:modId xmlns:p14="http://schemas.microsoft.com/office/powerpoint/2010/main" val="2130430922"/>
              </p:ext>
            </p:extLst>
          </p:nvPr>
        </p:nvGraphicFramePr>
        <p:xfrm>
          <a:off x="270565" y="1140152"/>
          <a:ext cx="8883650" cy="2749550"/>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12">
            <a:extLst>
              <a:ext uri="{FF2B5EF4-FFF2-40B4-BE49-F238E27FC236}">
                <a16:creationId xmlns:a16="http://schemas.microsoft.com/office/drawing/2014/main" id="{60F24CDF-202D-716A-C1E7-864A604FD978}"/>
              </a:ext>
            </a:extLst>
          </p:cNvPr>
          <p:cNvSpPr txBox="1"/>
          <p:nvPr/>
        </p:nvSpPr>
        <p:spPr>
          <a:xfrm>
            <a:off x="674266" y="4879988"/>
            <a:ext cx="129703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rPr>
              <a:t>+39.1% SC</a:t>
            </a:r>
          </a:p>
        </p:txBody>
      </p:sp>
      <p:sp>
        <p:nvSpPr>
          <p:cNvPr id="14" name="TextBox 13">
            <a:extLst>
              <a:ext uri="{FF2B5EF4-FFF2-40B4-BE49-F238E27FC236}">
                <a16:creationId xmlns:a16="http://schemas.microsoft.com/office/drawing/2014/main" id="{A85C834F-A35E-0A65-D9C7-BE43BCCDD952}"/>
              </a:ext>
            </a:extLst>
          </p:cNvPr>
          <p:cNvSpPr txBox="1"/>
          <p:nvPr/>
        </p:nvSpPr>
        <p:spPr>
          <a:xfrm>
            <a:off x="6537255" y="4861759"/>
            <a:ext cx="154324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rPr>
              <a:t>-14% Peak P</a:t>
            </a:r>
          </a:p>
        </p:txBody>
      </p:sp>
      <p:sp>
        <p:nvSpPr>
          <p:cNvPr id="15" name="TextBox 14">
            <a:extLst>
              <a:ext uri="{FF2B5EF4-FFF2-40B4-BE49-F238E27FC236}">
                <a16:creationId xmlns:a16="http://schemas.microsoft.com/office/drawing/2014/main" id="{3CC7E69C-A869-349A-FFF1-74EBE7EED9CB}"/>
              </a:ext>
            </a:extLst>
          </p:cNvPr>
          <p:cNvSpPr txBox="1"/>
          <p:nvPr/>
        </p:nvSpPr>
        <p:spPr>
          <a:xfrm>
            <a:off x="3331684" y="4860821"/>
            <a:ext cx="206604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rPr>
              <a:t>-10.6% SEK/kWh</a:t>
            </a:r>
          </a:p>
        </p:txBody>
      </p:sp>
      <p:pic>
        <p:nvPicPr>
          <p:cNvPr id="5" name="Picture 4" descr="Ev Phatplus Lineal Color icon | Freepik">
            <a:extLst>
              <a:ext uri="{FF2B5EF4-FFF2-40B4-BE49-F238E27FC236}">
                <a16:creationId xmlns:a16="http://schemas.microsoft.com/office/drawing/2014/main" id="{A91EB43B-43FD-60CB-F6B9-D208484B7952}"/>
              </a:ext>
            </a:extLst>
          </p:cNvPr>
          <p:cNvPicPr>
            <a:picLocks noChangeAspect="1"/>
          </p:cNvPicPr>
          <p:nvPr/>
        </p:nvPicPr>
        <p:blipFill>
          <a:blip r:embed="rId6"/>
          <a:stretch>
            <a:fillRect/>
          </a:stretch>
        </p:blipFill>
        <p:spPr>
          <a:xfrm>
            <a:off x="9006213" y="0"/>
            <a:ext cx="740228" cy="899935"/>
          </a:xfrm>
          <a:prstGeom prst="rect">
            <a:avLst/>
          </a:prstGeom>
        </p:spPr>
      </p:pic>
      <p:sp>
        <p:nvSpPr>
          <p:cNvPr id="9" name="Rectangle: Rounded Corners 3">
            <a:extLst>
              <a:ext uri="{FF2B5EF4-FFF2-40B4-BE49-F238E27FC236}">
                <a16:creationId xmlns:a16="http://schemas.microsoft.com/office/drawing/2014/main" id="{F9EC4AEC-A364-11CC-4B67-563637B2CC61}"/>
              </a:ext>
            </a:extLst>
          </p:cNvPr>
          <p:cNvSpPr/>
          <p:nvPr/>
        </p:nvSpPr>
        <p:spPr>
          <a:xfrm>
            <a:off x="5988156" y="293304"/>
            <a:ext cx="2829273" cy="481149"/>
          </a:xfrm>
          <a:prstGeom prst="roundRect">
            <a:avLst/>
          </a:prstGeom>
          <a:solidFill>
            <a:srgbClr val="0029ED"/>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sz="3600" b="1"/>
              <a:t>EVs</a:t>
            </a:r>
          </a:p>
        </p:txBody>
      </p:sp>
      <p:pic>
        <p:nvPicPr>
          <p:cNvPr id="23" name="Picture 22" descr="Environment - Free ecology and environment icons">
            <a:extLst>
              <a:ext uri="{FF2B5EF4-FFF2-40B4-BE49-F238E27FC236}">
                <a16:creationId xmlns:a16="http://schemas.microsoft.com/office/drawing/2014/main" id="{CE79DDD2-8807-E55F-7935-90A3FE40AC8B}"/>
              </a:ext>
            </a:extLst>
          </p:cNvPr>
          <p:cNvPicPr>
            <a:picLocks noChangeAspect="1"/>
          </p:cNvPicPr>
          <p:nvPr/>
        </p:nvPicPr>
        <p:blipFill>
          <a:blip r:embed="rId7"/>
          <a:stretch>
            <a:fillRect/>
          </a:stretch>
        </p:blipFill>
        <p:spPr>
          <a:xfrm>
            <a:off x="409050" y="5391314"/>
            <a:ext cx="648746" cy="617074"/>
          </a:xfrm>
          <a:prstGeom prst="rect">
            <a:avLst/>
          </a:prstGeom>
        </p:spPr>
      </p:pic>
      <p:pic>
        <p:nvPicPr>
          <p:cNvPr id="24" name="Picture 23" descr="No money - Free business and finance icons">
            <a:extLst>
              <a:ext uri="{FF2B5EF4-FFF2-40B4-BE49-F238E27FC236}">
                <a16:creationId xmlns:a16="http://schemas.microsoft.com/office/drawing/2014/main" id="{6ED56708-6BAF-4744-B7E9-A9588246DBFD}"/>
              </a:ext>
            </a:extLst>
          </p:cNvPr>
          <p:cNvPicPr>
            <a:picLocks noChangeAspect="1"/>
          </p:cNvPicPr>
          <p:nvPr/>
        </p:nvPicPr>
        <p:blipFill>
          <a:blip r:embed="rId8"/>
          <a:stretch>
            <a:fillRect/>
          </a:stretch>
        </p:blipFill>
        <p:spPr>
          <a:xfrm>
            <a:off x="1710714" y="5399352"/>
            <a:ext cx="648747" cy="609036"/>
          </a:xfrm>
          <a:prstGeom prst="rect">
            <a:avLst/>
          </a:prstGeom>
        </p:spPr>
      </p:pic>
      <p:pic>
        <p:nvPicPr>
          <p:cNvPr id="25" name="Picture 24" descr="Download Free Co2 Icons in PNG &amp; SVG">
            <a:extLst>
              <a:ext uri="{FF2B5EF4-FFF2-40B4-BE49-F238E27FC236}">
                <a16:creationId xmlns:a16="http://schemas.microsoft.com/office/drawing/2014/main" id="{B6E7A532-A1AE-FE54-EC84-FF5D1980ECE9}"/>
              </a:ext>
            </a:extLst>
          </p:cNvPr>
          <p:cNvPicPr>
            <a:picLocks noChangeAspect="1"/>
          </p:cNvPicPr>
          <p:nvPr/>
        </p:nvPicPr>
        <p:blipFill>
          <a:blip r:embed="rId4"/>
          <a:stretch>
            <a:fillRect/>
          </a:stretch>
        </p:blipFill>
        <p:spPr>
          <a:xfrm>
            <a:off x="6370470" y="5395333"/>
            <a:ext cx="619272" cy="609036"/>
          </a:xfrm>
          <a:prstGeom prst="rect">
            <a:avLst/>
          </a:prstGeom>
        </p:spPr>
      </p:pic>
      <p:pic>
        <p:nvPicPr>
          <p:cNvPr id="26" name="Picture 25" descr="No money - Free business and finance icons">
            <a:extLst>
              <a:ext uri="{FF2B5EF4-FFF2-40B4-BE49-F238E27FC236}">
                <a16:creationId xmlns:a16="http://schemas.microsoft.com/office/drawing/2014/main" id="{D3FD43B7-BC45-8EBE-D6F1-6F28972FA091}"/>
              </a:ext>
            </a:extLst>
          </p:cNvPr>
          <p:cNvPicPr>
            <a:picLocks noChangeAspect="1"/>
          </p:cNvPicPr>
          <p:nvPr/>
        </p:nvPicPr>
        <p:blipFill>
          <a:blip r:embed="rId8"/>
          <a:stretch>
            <a:fillRect/>
          </a:stretch>
        </p:blipFill>
        <p:spPr>
          <a:xfrm>
            <a:off x="7599885" y="5353372"/>
            <a:ext cx="648747" cy="609036"/>
          </a:xfrm>
          <a:prstGeom prst="rect">
            <a:avLst/>
          </a:prstGeom>
        </p:spPr>
      </p:pic>
      <p:sp>
        <p:nvSpPr>
          <p:cNvPr id="3" name="Oval 2">
            <a:extLst>
              <a:ext uri="{FF2B5EF4-FFF2-40B4-BE49-F238E27FC236}">
                <a16:creationId xmlns:a16="http://schemas.microsoft.com/office/drawing/2014/main" id="{F842BD04-1023-0B18-6B7B-958AE8B8A09E}"/>
              </a:ext>
            </a:extLst>
          </p:cNvPr>
          <p:cNvSpPr/>
          <p:nvPr/>
        </p:nvSpPr>
        <p:spPr>
          <a:xfrm>
            <a:off x="9746441" y="3701446"/>
            <a:ext cx="1588768" cy="15732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a:t>NPV:</a:t>
            </a:r>
          </a:p>
          <a:p>
            <a:pPr algn="ctr"/>
            <a:r>
              <a:rPr lang="sv-SE"/>
              <a:t>-20 %</a:t>
            </a:r>
          </a:p>
        </p:txBody>
      </p:sp>
      <p:sp>
        <p:nvSpPr>
          <p:cNvPr id="4" name="Oval 3">
            <a:extLst>
              <a:ext uri="{FF2B5EF4-FFF2-40B4-BE49-F238E27FC236}">
                <a16:creationId xmlns:a16="http://schemas.microsoft.com/office/drawing/2014/main" id="{F91D3C38-C640-80B6-A3DA-BE005148D954}"/>
              </a:ext>
            </a:extLst>
          </p:cNvPr>
          <p:cNvSpPr/>
          <p:nvPr/>
        </p:nvSpPr>
        <p:spPr>
          <a:xfrm>
            <a:off x="10603233" y="5151996"/>
            <a:ext cx="1588767" cy="157321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a:t>CO2:</a:t>
            </a:r>
          </a:p>
          <a:p>
            <a:pPr algn="ctr"/>
            <a:r>
              <a:rPr lang="sv-SE"/>
              <a:t>-10 %</a:t>
            </a:r>
          </a:p>
        </p:txBody>
      </p:sp>
      <p:sp>
        <p:nvSpPr>
          <p:cNvPr id="7" name="Oval 6">
            <a:extLst>
              <a:ext uri="{FF2B5EF4-FFF2-40B4-BE49-F238E27FC236}">
                <a16:creationId xmlns:a16="http://schemas.microsoft.com/office/drawing/2014/main" id="{09B19200-8C97-EFAD-33D7-3723EC733334}"/>
              </a:ext>
            </a:extLst>
          </p:cNvPr>
          <p:cNvSpPr/>
          <p:nvPr/>
        </p:nvSpPr>
        <p:spPr>
          <a:xfrm>
            <a:off x="8673756" y="4964646"/>
            <a:ext cx="1727187" cy="171027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a:t>Comfort:</a:t>
            </a:r>
          </a:p>
          <a:p>
            <a:pPr algn="ctr"/>
            <a:r>
              <a:rPr lang="sv-SE"/>
              <a:t>+20 %</a:t>
            </a:r>
          </a:p>
        </p:txBody>
      </p:sp>
      <p:sp>
        <p:nvSpPr>
          <p:cNvPr id="8" name="Slide Number Placeholder 7">
            <a:extLst>
              <a:ext uri="{FF2B5EF4-FFF2-40B4-BE49-F238E27FC236}">
                <a16:creationId xmlns:a16="http://schemas.microsoft.com/office/drawing/2014/main" id="{F7E83988-1EFD-2B38-DAFE-07FB8BFDB0B1}"/>
              </a:ext>
            </a:extLst>
          </p:cNvPr>
          <p:cNvSpPr>
            <a:spLocks noGrp="1"/>
          </p:cNvSpPr>
          <p:nvPr>
            <p:ph type="sldNum" sz="quarter" idx="12"/>
          </p:nvPr>
        </p:nvSpPr>
        <p:spPr/>
        <p:txBody>
          <a:bodyPr/>
          <a:lstStyle/>
          <a:p>
            <a:fld id="{B716C8F4-20CD-364A-8A8E-DE130115B178}" type="slidenum">
              <a:rPr lang="sv-SE" smtClean="0"/>
              <a:t>20</a:t>
            </a:fld>
            <a:endParaRPr lang="sv-SE"/>
          </a:p>
        </p:txBody>
      </p:sp>
    </p:spTree>
    <p:extLst>
      <p:ext uri="{BB962C8B-B14F-4D97-AF65-F5344CB8AC3E}">
        <p14:creationId xmlns:p14="http://schemas.microsoft.com/office/powerpoint/2010/main" val="2130770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ppt_x"/>
                                          </p:val>
                                        </p:tav>
                                        <p:tav tm="100000">
                                          <p:val>
                                            <p:strVal val="#ppt_x"/>
                                          </p:val>
                                        </p:tav>
                                      </p:tavLst>
                                    </p:anim>
                                    <p:anim calcmode="lin" valueType="num">
                                      <p:cBhvr additive="base">
                                        <p:cTn id="1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ppt_x"/>
                                          </p:val>
                                        </p:tav>
                                        <p:tav tm="100000">
                                          <p:val>
                                            <p:strVal val="#ppt_x"/>
                                          </p:val>
                                        </p:tav>
                                      </p:tavLst>
                                    </p:anim>
                                    <p:anim calcmode="lin" valueType="num">
                                      <p:cBhvr additive="base">
                                        <p:cTn id="20" dur="500" fill="hold"/>
                                        <p:tgtEl>
                                          <p:spTgt spid="21"/>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additive="base">
                                        <p:cTn id="23" dur="500" fill="hold"/>
                                        <p:tgtEl>
                                          <p:spTgt spid="23"/>
                                        </p:tgtEl>
                                        <p:attrNameLst>
                                          <p:attrName>ppt_x</p:attrName>
                                        </p:attrNameLst>
                                      </p:cBhvr>
                                      <p:tavLst>
                                        <p:tav tm="0">
                                          <p:val>
                                            <p:strVal val="#ppt_x"/>
                                          </p:val>
                                        </p:tav>
                                        <p:tav tm="100000">
                                          <p:val>
                                            <p:strVal val="#ppt_x"/>
                                          </p:val>
                                        </p:tav>
                                      </p:tavLst>
                                    </p:anim>
                                    <p:anim calcmode="lin" valueType="num">
                                      <p:cBhvr additive="base">
                                        <p:cTn id="24" dur="500" fill="hold"/>
                                        <p:tgtEl>
                                          <p:spTgt spid="23"/>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additive="base">
                                        <p:cTn id="27" dur="500" fill="hold"/>
                                        <p:tgtEl>
                                          <p:spTgt spid="24"/>
                                        </p:tgtEl>
                                        <p:attrNameLst>
                                          <p:attrName>ppt_x</p:attrName>
                                        </p:attrNameLst>
                                      </p:cBhvr>
                                      <p:tavLst>
                                        <p:tav tm="0">
                                          <p:val>
                                            <p:strVal val="#ppt_x"/>
                                          </p:val>
                                        </p:tav>
                                        <p:tav tm="100000">
                                          <p:val>
                                            <p:strVal val="#ppt_x"/>
                                          </p:val>
                                        </p:tav>
                                      </p:tavLst>
                                    </p:anim>
                                    <p:anim calcmode="lin" valueType="num">
                                      <p:cBhvr additive="base">
                                        <p:cTn id="28" dur="500" fill="hold"/>
                                        <p:tgtEl>
                                          <p:spTgt spid="24"/>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anim calcmode="lin" valueType="num">
                                      <p:cBhvr additive="base">
                                        <p:cTn id="31" dur="500" fill="hold"/>
                                        <p:tgtEl>
                                          <p:spTgt spid="26"/>
                                        </p:tgtEl>
                                        <p:attrNameLst>
                                          <p:attrName>ppt_x</p:attrName>
                                        </p:attrNameLst>
                                      </p:cBhvr>
                                      <p:tavLst>
                                        <p:tav tm="0">
                                          <p:val>
                                            <p:strVal val="#ppt_x"/>
                                          </p:val>
                                        </p:tav>
                                        <p:tav tm="100000">
                                          <p:val>
                                            <p:strVal val="#ppt_x"/>
                                          </p:val>
                                        </p:tav>
                                      </p:tavLst>
                                    </p:anim>
                                    <p:anim calcmode="lin" valueType="num">
                                      <p:cBhvr additive="base">
                                        <p:cTn id="3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0" grpId="0" animBg="1"/>
      <p:bldP spid="19"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9389796-124D-5E71-A71F-34020CB90F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549313-76B5-678E-157E-D3BAA0329220}"/>
              </a:ext>
            </a:extLst>
          </p:cNvPr>
          <p:cNvSpPr>
            <a:spLocks noGrp="1"/>
          </p:cNvSpPr>
          <p:nvPr>
            <p:ph type="title"/>
          </p:nvPr>
        </p:nvSpPr>
        <p:spPr>
          <a:xfrm>
            <a:off x="1251462" y="204583"/>
            <a:ext cx="10990263" cy="568412"/>
          </a:xfrm>
        </p:spPr>
        <p:txBody>
          <a:bodyPr/>
          <a:lstStyle/>
          <a:p>
            <a:r>
              <a:rPr lang="de-DE"/>
              <a:t>Individual controllers</a:t>
            </a:r>
          </a:p>
        </p:txBody>
      </p:sp>
      <p:sp>
        <p:nvSpPr>
          <p:cNvPr id="4" name="Rectangle: Rounded Corners 3">
            <a:extLst>
              <a:ext uri="{FF2B5EF4-FFF2-40B4-BE49-F238E27FC236}">
                <a16:creationId xmlns:a16="http://schemas.microsoft.com/office/drawing/2014/main" id="{8005804A-5576-07D2-A83C-891820BDEFE3}"/>
              </a:ext>
            </a:extLst>
          </p:cNvPr>
          <p:cNvSpPr/>
          <p:nvPr/>
        </p:nvSpPr>
        <p:spPr>
          <a:xfrm>
            <a:off x="6431280" y="101600"/>
            <a:ext cx="6014720" cy="782320"/>
          </a:xfrm>
          <a:prstGeom prst="roundRect">
            <a:avLst/>
          </a:prstGeom>
          <a:solidFill>
            <a:srgbClr val="0029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4000" err="1"/>
              <a:t>Battery</a:t>
            </a:r>
            <a:endParaRPr lang="de-DE" sz="4000"/>
          </a:p>
        </p:txBody>
      </p:sp>
      <p:graphicFrame>
        <p:nvGraphicFramePr>
          <p:cNvPr id="5" name="Table 4">
            <a:extLst>
              <a:ext uri="{FF2B5EF4-FFF2-40B4-BE49-F238E27FC236}">
                <a16:creationId xmlns:a16="http://schemas.microsoft.com/office/drawing/2014/main" id="{070B7DD1-3145-CCB9-14B9-5F20D252B2B1}"/>
              </a:ext>
            </a:extLst>
          </p:cNvPr>
          <p:cNvGraphicFramePr>
            <a:graphicFrameLocks noGrp="1"/>
          </p:cNvGraphicFramePr>
          <p:nvPr>
            <p:extLst>
              <p:ext uri="{D42A27DB-BD31-4B8C-83A1-F6EECF244321}">
                <p14:modId xmlns:p14="http://schemas.microsoft.com/office/powerpoint/2010/main" val="2780580768"/>
              </p:ext>
            </p:extLst>
          </p:nvPr>
        </p:nvGraphicFramePr>
        <p:xfrm>
          <a:off x="143881" y="1087058"/>
          <a:ext cx="9682652" cy="2606036"/>
        </p:xfrm>
        <a:graphic>
          <a:graphicData uri="http://schemas.openxmlformats.org/drawingml/2006/table">
            <a:tbl>
              <a:tblPr firstRow="1" bandRow="1">
                <a:tableStyleId>{5C22544A-7EE6-4342-B048-85BDC9FD1C3A}</a:tableStyleId>
              </a:tblPr>
              <a:tblGrid>
                <a:gridCol w="2890344">
                  <a:extLst>
                    <a:ext uri="{9D8B030D-6E8A-4147-A177-3AD203B41FA5}">
                      <a16:colId xmlns:a16="http://schemas.microsoft.com/office/drawing/2014/main" val="4220825619"/>
                    </a:ext>
                  </a:extLst>
                </a:gridCol>
                <a:gridCol w="2377965">
                  <a:extLst>
                    <a:ext uri="{9D8B030D-6E8A-4147-A177-3AD203B41FA5}">
                      <a16:colId xmlns:a16="http://schemas.microsoft.com/office/drawing/2014/main" val="4065158461"/>
                    </a:ext>
                  </a:extLst>
                </a:gridCol>
                <a:gridCol w="2259723">
                  <a:extLst>
                    <a:ext uri="{9D8B030D-6E8A-4147-A177-3AD203B41FA5}">
                      <a16:colId xmlns:a16="http://schemas.microsoft.com/office/drawing/2014/main" val="532913032"/>
                    </a:ext>
                  </a:extLst>
                </a:gridCol>
                <a:gridCol w="2154620">
                  <a:extLst>
                    <a:ext uri="{9D8B030D-6E8A-4147-A177-3AD203B41FA5}">
                      <a16:colId xmlns:a16="http://schemas.microsoft.com/office/drawing/2014/main" val="3815551685"/>
                    </a:ext>
                  </a:extLst>
                </a:gridCol>
              </a:tblGrid>
              <a:tr h="381000">
                <a:tc>
                  <a:txBody>
                    <a:bodyPr/>
                    <a:lstStyle/>
                    <a:p>
                      <a:r>
                        <a:rPr lang="en-GB"/>
                        <a:t>Strategy</a:t>
                      </a:r>
                    </a:p>
                  </a:txBody>
                  <a:tcPr/>
                </a:tc>
                <a:tc>
                  <a:txBody>
                    <a:bodyPr/>
                    <a:lstStyle/>
                    <a:p>
                      <a:r>
                        <a:rPr lang="en-GB"/>
                        <a:t>SC</a:t>
                      </a:r>
                    </a:p>
                  </a:txBody>
                  <a:tcPr/>
                </a:tc>
                <a:tc>
                  <a:txBody>
                    <a:bodyPr/>
                    <a:lstStyle/>
                    <a:p>
                      <a:r>
                        <a:rPr lang="en-GB"/>
                        <a:t>PA</a:t>
                      </a:r>
                    </a:p>
                  </a:txBody>
                  <a:tcPr/>
                </a:tc>
                <a:tc>
                  <a:txBody>
                    <a:bodyPr/>
                    <a:lstStyle/>
                    <a:p>
                      <a:r>
                        <a:rPr lang="en-GB"/>
                        <a:t>PS</a:t>
                      </a:r>
                    </a:p>
                  </a:txBody>
                  <a:tcPr/>
                </a:tc>
                <a:extLst>
                  <a:ext uri="{0D108BD9-81ED-4DB2-BD59-A6C34878D82A}">
                    <a16:rowId xmlns:a16="http://schemas.microsoft.com/office/drawing/2014/main" val="1162922899"/>
                  </a:ext>
                </a:extLst>
              </a:tr>
              <a:tr h="370840">
                <a:tc>
                  <a:txBody>
                    <a:bodyPr/>
                    <a:lstStyle/>
                    <a:p>
                      <a:r>
                        <a:rPr lang="en-GB"/>
                        <a:t>Energy Deficit [kWh]</a:t>
                      </a:r>
                    </a:p>
                  </a:txBody>
                  <a:tcPr/>
                </a:tc>
                <a:tc>
                  <a:txBody>
                    <a:bodyPr/>
                    <a:lstStyle/>
                    <a:p>
                      <a:r>
                        <a:rPr lang="en-GB"/>
                        <a:t>56.8</a:t>
                      </a:r>
                    </a:p>
                  </a:txBody>
                  <a:tcPr/>
                </a:tc>
                <a:tc>
                  <a:txBody>
                    <a:bodyPr/>
                    <a:lstStyle/>
                    <a:p>
                      <a:r>
                        <a:rPr lang="en-GB"/>
                        <a:t>56.8</a:t>
                      </a:r>
                    </a:p>
                  </a:txBody>
                  <a:tcPr/>
                </a:tc>
                <a:tc>
                  <a:txBody>
                    <a:bodyPr/>
                    <a:lstStyle/>
                    <a:p>
                      <a:pPr algn="l"/>
                      <a:r>
                        <a:rPr lang="en-GB"/>
                        <a:t>56.9</a:t>
                      </a:r>
                    </a:p>
                  </a:txBody>
                  <a:tcPr/>
                </a:tc>
                <a:extLst>
                  <a:ext uri="{0D108BD9-81ED-4DB2-BD59-A6C34878D82A}">
                    <a16:rowId xmlns:a16="http://schemas.microsoft.com/office/drawing/2014/main" val="1702296108"/>
                  </a:ext>
                </a:extLst>
              </a:tr>
              <a:tr h="370839">
                <a:tc>
                  <a:txBody>
                    <a:bodyPr/>
                    <a:lstStyle/>
                    <a:p>
                      <a:pPr lvl="0">
                        <a:buNone/>
                      </a:pPr>
                      <a:r>
                        <a:rPr lang="en-GB"/>
                        <a:t>CO2 Emissions [kg]</a:t>
                      </a:r>
                    </a:p>
                  </a:txBody>
                  <a:tcPr/>
                </a:tc>
                <a:tc>
                  <a:txBody>
                    <a:bodyPr/>
                    <a:lstStyle/>
                    <a:p>
                      <a:pPr lvl="0">
                        <a:buNone/>
                      </a:pPr>
                      <a:r>
                        <a:rPr lang="en-GB"/>
                        <a:t>3951</a:t>
                      </a:r>
                    </a:p>
                  </a:txBody>
                  <a:tcPr/>
                </a:tc>
                <a:tc>
                  <a:txBody>
                    <a:bodyPr/>
                    <a:lstStyle/>
                    <a:p>
                      <a:pPr lvl="0">
                        <a:buNone/>
                      </a:pPr>
                      <a:r>
                        <a:rPr lang="en-GB"/>
                        <a:t>4165</a:t>
                      </a:r>
                    </a:p>
                  </a:txBody>
                  <a:tcPr/>
                </a:tc>
                <a:tc>
                  <a:txBody>
                    <a:bodyPr/>
                    <a:lstStyle/>
                    <a:p>
                      <a:pPr lvl="0" algn="l">
                        <a:buNone/>
                      </a:pPr>
                      <a:r>
                        <a:rPr lang="en-GB"/>
                        <a:t>3997</a:t>
                      </a:r>
                    </a:p>
                  </a:txBody>
                  <a:tcPr/>
                </a:tc>
                <a:extLst>
                  <a:ext uri="{0D108BD9-81ED-4DB2-BD59-A6C34878D82A}">
                    <a16:rowId xmlns:a16="http://schemas.microsoft.com/office/drawing/2014/main" val="1032026698"/>
                  </a:ext>
                </a:extLst>
              </a:tr>
              <a:tr h="370840">
                <a:tc>
                  <a:txBody>
                    <a:bodyPr/>
                    <a:lstStyle/>
                    <a:p>
                      <a:r>
                        <a:rPr lang="en-GB"/>
                        <a:t>Self consumption [%] </a:t>
                      </a:r>
                    </a:p>
                  </a:txBody>
                  <a:tcPr/>
                </a:tc>
                <a:tc>
                  <a:txBody>
                    <a:bodyPr/>
                    <a:lstStyle/>
                    <a:p>
                      <a:r>
                        <a:rPr lang="en-GB"/>
                        <a:t>47.7</a:t>
                      </a:r>
                    </a:p>
                  </a:txBody>
                  <a:tcPr/>
                </a:tc>
                <a:tc>
                  <a:txBody>
                    <a:bodyPr/>
                    <a:lstStyle/>
                    <a:p>
                      <a:r>
                        <a:rPr lang="en-GB"/>
                        <a:t>40.2</a:t>
                      </a:r>
                    </a:p>
                  </a:txBody>
                  <a:tcPr/>
                </a:tc>
                <a:tc>
                  <a:txBody>
                    <a:bodyPr/>
                    <a:lstStyle/>
                    <a:p>
                      <a:pPr algn="l"/>
                      <a:r>
                        <a:rPr lang="en-GB"/>
                        <a:t>38.4</a:t>
                      </a:r>
                    </a:p>
                  </a:txBody>
                  <a:tcPr/>
                </a:tc>
                <a:extLst>
                  <a:ext uri="{0D108BD9-81ED-4DB2-BD59-A6C34878D82A}">
                    <a16:rowId xmlns:a16="http://schemas.microsoft.com/office/drawing/2014/main" val="1444445837"/>
                  </a:ext>
                </a:extLst>
              </a:tr>
              <a:tr h="370840">
                <a:tc>
                  <a:txBody>
                    <a:bodyPr/>
                    <a:lstStyle/>
                    <a:p>
                      <a:pPr lvl="0">
                        <a:buNone/>
                      </a:pPr>
                      <a:r>
                        <a:rPr lang="en-US"/>
                        <a:t>Annual discharge [kWh]</a:t>
                      </a:r>
                    </a:p>
                  </a:txBody>
                  <a:tcPr/>
                </a:tc>
                <a:tc>
                  <a:txBody>
                    <a:bodyPr/>
                    <a:lstStyle/>
                    <a:p>
                      <a:r>
                        <a:rPr lang="en-GB"/>
                        <a:t>751</a:t>
                      </a:r>
                    </a:p>
                  </a:txBody>
                  <a:tcPr/>
                </a:tc>
                <a:tc>
                  <a:txBody>
                    <a:bodyPr/>
                    <a:lstStyle/>
                    <a:p>
                      <a:r>
                        <a:rPr lang="en-GB"/>
                        <a:t>361</a:t>
                      </a:r>
                    </a:p>
                  </a:txBody>
                  <a:tcPr/>
                </a:tc>
                <a:tc>
                  <a:txBody>
                    <a:bodyPr/>
                    <a:lstStyle/>
                    <a:p>
                      <a:r>
                        <a:rPr lang="en-GB"/>
                        <a:t>77.4</a:t>
                      </a:r>
                    </a:p>
                  </a:txBody>
                  <a:tcPr/>
                </a:tc>
                <a:extLst>
                  <a:ext uri="{0D108BD9-81ED-4DB2-BD59-A6C34878D82A}">
                    <a16:rowId xmlns:a16="http://schemas.microsoft.com/office/drawing/2014/main" val="1619003715"/>
                  </a:ext>
                </a:extLst>
              </a:tr>
              <a:tr h="370839">
                <a:tc>
                  <a:txBody>
                    <a:bodyPr/>
                    <a:lstStyle/>
                    <a:p>
                      <a:pPr lvl="0">
                        <a:buNone/>
                      </a:pPr>
                      <a:r>
                        <a:rPr lang="en-GB"/>
                        <a:t>Peak Power [kW]</a:t>
                      </a:r>
                    </a:p>
                  </a:txBody>
                  <a:tcPr/>
                </a:tc>
                <a:tc>
                  <a:txBody>
                    <a:bodyPr/>
                    <a:lstStyle/>
                    <a:p>
                      <a:pPr lvl="0">
                        <a:buNone/>
                      </a:pPr>
                      <a:r>
                        <a:rPr lang="en-GB"/>
                        <a:t>6606</a:t>
                      </a:r>
                    </a:p>
                  </a:txBody>
                  <a:tcPr/>
                </a:tc>
                <a:tc>
                  <a:txBody>
                    <a:bodyPr/>
                    <a:lstStyle/>
                    <a:p>
                      <a:pPr lvl="0">
                        <a:buNone/>
                      </a:pPr>
                      <a:r>
                        <a:rPr lang="en-GB"/>
                        <a:t>6606</a:t>
                      </a:r>
                    </a:p>
                  </a:txBody>
                  <a:tcPr/>
                </a:tc>
                <a:tc>
                  <a:txBody>
                    <a:bodyPr/>
                    <a:lstStyle/>
                    <a:p>
                      <a:pPr lvl="0">
                        <a:buNone/>
                      </a:pPr>
                      <a:r>
                        <a:rPr lang="en-GB"/>
                        <a:t>4764</a:t>
                      </a:r>
                    </a:p>
                  </a:txBody>
                  <a:tcPr/>
                </a:tc>
                <a:extLst>
                  <a:ext uri="{0D108BD9-81ED-4DB2-BD59-A6C34878D82A}">
                    <a16:rowId xmlns:a16="http://schemas.microsoft.com/office/drawing/2014/main" val="1816744480"/>
                  </a:ext>
                </a:extLst>
              </a:tr>
              <a:tr h="370838">
                <a:tc>
                  <a:txBody>
                    <a:bodyPr/>
                    <a:lstStyle/>
                    <a:p>
                      <a:pPr lvl="0">
                        <a:buNone/>
                      </a:pPr>
                      <a:r>
                        <a:rPr lang="en-GB"/>
                        <a:t>NPV difference [SEK]</a:t>
                      </a:r>
                    </a:p>
                  </a:txBody>
                  <a:tcPr/>
                </a:tc>
                <a:tc>
                  <a:txBody>
                    <a:bodyPr/>
                    <a:lstStyle/>
                    <a:p>
                      <a:pPr lvl="0">
                        <a:buNone/>
                      </a:pPr>
                      <a:r>
                        <a:rPr lang="en-GB"/>
                        <a:t>-38539</a:t>
                      </a:r>
                    </a:p>
                  </a:txBody>
                  <a:tcPr/>
                </a:tc>
                <a:tc>
                  <a:txBody>
                    <a:bodyPr/>
                    <a:lstStyle/>
                    <a:p>
                      <a:pPr lvl="0">
                        <a:buNone/>
                      </a:pPr>
                      <a:r>
                        <a:rPr lang="en-GB"/>
                        <a:t>-39946</a:t>
                      </a:r>
                    </a:p>
                  </a:txBody>
                  <a:tcPr/>
                </a:tc>
                <a:tc>
                  <a:txBody>
                    <a:bodyPr/>
                    <a:lstStyle/>
                    <a:p>
                      <a:pPr lvl="0">
                        <a:buNone/>
                      </a:pPr>
                      <a:r>
                        <a:rPr lang="en-GB"/>
                        <a:t>-9013</a:t>
                      </a:r>
                    </a:p>
                  </a:txBody>
                  <a:tcPr/>
                </a:tc>
                <a:extLst>
                  <a:ext uri="{0D108BD9-81ED-4DB2-BD59-A6C34878D82A}">
                    <a16:rowId xmlns:a16="http://schemas.microsoft.com/office/drawing/2014/main" val="599119346"/>
                  </a:ext>
                </a:extLst>
              </a:tr>
            </a:tbl>
          </a:graphicData>
        </a:graphic>
      </p:graphicFrame>
      <p:sp>
        <p:nvSpPr>
          <p:cNvPr id="7" name="Rectangle: Rounded Corners 6">
            <a:extLst>
              <a:ext uri="{FF2B5EF4-FFF2-40B4-BE49-F238E27FC236}">
                <a16:creationId xmlns:a16="http://schemas.microsoft.com/office/drawing/2014/main" id="{F4B910EF-A7AF-FDEF-85EF-F57891F3F0C6}"/>
              </a:ext>
            </a:extLst>
          </p:cNvPr>
          <p:cNvSpPr/>
          <p:nvPr/>
        </p:nvSpPr>
        <p:spPr>
          <a:xfrm>
            <a:off x="141424" y="3947609"/>
            <a:ext cx="2665135" cy="2728070"/>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Self-Consumption</a:t>
            </a:r>
          </a:p>
          <a:p>
            <a:pPr algn="ctr"/>
            <a:endParaRPr lang="en-GB" b="1"/>
          </a:p>
          <a:p>
            <a:pPr algn="ctr"/>
            <a:endParaRPr lang="en-GB" b="1"/>
          </a:p>
          <a:p>
            <a:pPr algn="ctr"/>
            <a:endParaRPr lang="en-GB" b="1"/>
          </a:p>
          <a:p>
            <a:pPr algn="ctr"/>
            <a:endParaRPr lang="en-GB" b="1"/>
          </a:p>
          <a:p>
            <a:pPr algn="ctr"/>
            <a:endParaRPr lang="en-GB" b="1"/>
          </a:p>
          <a:p>
            <a:pPr algn="ctr"/>
            <a:endParaRPr lang="en-GB" b="1"/>
          </a:p>
        </p:txBody>
      </p:sp>
      <p:pic>
        <p:nvPicPr>
          <p:cNvPr id="10" name="Picture 9" descr="Thermometer Icons in SVG, PNG, AI to Download">
            <a:extLst>
              <a:ext uri="{FF2B5EF4-FFF2-40B4-BE49-F238E27FC236}">
                <a16:creationId xmlns:a16="http://schemas.microsoft.com/office/drawing/2014/main" id="{88F074C0-5EDF-7166-51D1-4A99D43E79B8}"/>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colorTemperature colorTemp="11200"/>
                    </a14:imgEffect>
                    <a14:imgEffect>
                      <a14:saturation sat="400000"/>
                    </a14:imgEffect>
                  </a14:imgLayer>
                </a14:imgProps>
              </a:ext>
            </a:extLst>
          </a:blip>
          <a:stretch>
            <a:fillRect/>
          </a:stretch>
        </p:blipFill>
        <p:spPr>
          <a:xfrm>
            <a:off x="142373" y="5536819"/>
            <a:ext cx="957325" cy="1012866"/>
          </a:xfrm>
          <a:prstGeom prst="rect">
            <a:avLst/>
          </a:prstGeom>
        </p:spPr>
      </p:pic>
      <p:pic>
        <p:nvPicPr>
          <p:cNvPr id="16" name="Picture 15" descr="No money - Free business and finance icons">
            <a:extLst>
              <a:ext uri="{FF2B5EF4-FFF2-40B4-BE49-F238E27FC236}">
                <a16:creationId xmlns:a16="http://schemas.microsoft.com/office/drawing/2014/main" id="{9DB654D7-5E74-07DF-1AA8-C81C78454BB5}"/>
              </a:ext>
            </a:extLst>
          </p:cNvPr>
          <p:cNvPicPr>
            <a:picLocks noChangeAspect="1"/>
          </p:cNvPicPr>
          <p:nvPr/>
        </p:nvPicPr>
        <p:blipFill>
          <a:blip r:embed="rId5"/>
          <a:stretch>
            <a:fillRect/>
          </a:stretch>
        </p:blipFill>
        <p:spPr>
          <a:xfrm>
            <a:off x="1032768" y="4748470"/>
            <a:ext cx="879268" cy="825447"/>
          </a:xfrm>
          <a:prstGeom prst="rect">
            <a:avLst/>
          </a:prstGeom>
        </p:spPr>
      </p:pic>
      <p:pic>
        <p:nvPicPr>
          <p:cNvPr id="17" name="Picture 16" descr="Environment - Free ecology and environment icons">
            <a:extLst>
              <a:ext uri="{FF2B5EF4-FFF2-40B4-BE49-F238E27FC236}">
                <a16:creationId xmlns:a16="http://schemas.microsoft.com/office/drawing/2014/main" id="{27B7D694-8694-83BB-F33E-76C283AA2643}"/>
              </a:ext>
            </a:extLst>
          </p:cNvPr>
          <p:cNvPicPr>
            <a:picLocks noChangeAspect="1"/>
          </p:cNvPicPr>
          <p:nvPr/>
        </p:nvPicPr>
        <p:blipFill>
          <a:blip r:embed="rId6"/>
          <a:stretch>
            <a:fillRect/>
          </a:stretch>
        </p:blipFill>
        <p:spPr>
          <a:xfrm>
            <a:off x="1741382" y="5619307"/>
            <a:ext cx="894406" cy="850741"/>
          </a:xfrm>
          <a:prstGeom prst="rect">
            <a:avLst/>
          </a:prstGeom>
        </p:spPr>
      </p:pic>
      <p:sp>
        <p:nvSpPr>
          <p:cNvPr id="18" name="Rectangle: Rounded Corners 17">
            <a:extLst>
              <a:ext uri="{FF2B5EF4-FFF2-40B4-BE49-F238E27FC236}">
                <a16:creationId xmlns:a16="http://schemas.microsoft.com/office/drawing/2014/main" id="{79F2F918-0E89-E47C-5941-EE5B05C0C72C}"/>
              </a:ext>
            </a:extLst>
          </p:cNvPr>
          <p:cNvSpPr/>
          <p:nvPr/>
        </p:nvSpPr>
        <p:spPr>
          <a:xfrm>
            <a:off x="2966080" y="3960747"/>
            <a:ext cx="2665135" cy="2728070"/>
          </a:xfrm>
          <a:prstGeom prst="round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Price Arbitrage</a:t>
            </a:r>
          </a:p>
          <a:p>
            <a:pPr algn="ctr"/>
            <a:endParaRPr lang="en-GB" b="1"/>
          </a:p>
          <a:p>
            <a:pPr algn="ctr"/>
            <a:endParaRPr lang="en-GB" b="1"/>
          </a:p>
          <a:p>
            <a:pPr algn="ctr"/>
            <a:endParaRPr lang="en-GB" b="1"/>
          </a:p>
          <a:p>
            <a:pPr algn="ctr"/>
            <a:endParaRPr lang="en-GB" b="1"/>
          </a:p>
          <a:p>
            <a:pPr algn="ctr"/>
            <a:endParaRPr lang="en-GB" b="1"/>
          </a:p>
          <a:p>
            <a:pPr algn="ctr"/>
            <a:endParaRPr lang="en-GB" b="1"/>
          </a:p>
        </p:txBody>
      </p:sp>
      <p:sp>
        <p:nvSpPr>
          <p:cNvPr id="22" name="Rectangle: Rounded Corners 21">
            <a:extLst>
              <a:ext uri="{FF2B5EF4-FFF2-40B4-BE49-F238E27FC236}">
                <a16:creationId xmlns:a16="http://schemas.microsoft.com/office/drawing/2014/main" id="{7728DB39-60DD-248F-348B-5984C854904D}"/>
              </a:ext>
            </a:extLst>
          </p:cNvPr>
          <p:cNvSpPr/>
          <p:nvPr/>
        </p:nvSpPr>
        <p:spPr>
          <a:xfrm>
            <a:off x="5777597" y="3973885"/>
            <a:ext cx="2665135" cy="2728070"/>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Peak Shaving</a:t>
            </a:r>
          </a:p>
          <a:p>
            <a:pPr algn="ctr"/>
            <a:endParaRPr lang="en-GB" b="1"/>
          </a:p>
          <a:p>
            <a:pPr algn="ctr"/>
            <a:endParaRPr lang="en-GB" b="1"/>
          </a:p>
          <a:p>
            <a:pPr algn="ctr"/>
            <a:endParaRPr lang="en-GB" b="1"/>
          </a:p>
          <a:p>
            <a:pPr algn="ctr"/>
            <a:endParaRPr lang="en-GB" b="1"/>
          </a:p>
          <a:p>
            <a:pPr algn="ctr"/>
            <a:endParaRPr lang="en-GB" b="1"/>
          </a:p>
          <a:p>
            <a:pPr algn="ctr"/>
            <a:endParaRPr lang="en-GB" b="1"/>
          </a:p>
        </p:txBody>
      </p:sp>
      <p:pic>
        <p:nvPicPr>
          <p:cNvPr id="3" name="Picture 9" descr="Thermometer Icons in SVG, PNG, AI to Download">
            <a:extLst>
              <a:ext uri="{FF2B5EF4-FFF2-40B4-BE49-F238E27FC236}">
                <a16:creationId xmlns:a16="http://schemas.microsoft.com/office/drawing/2014/main" id="{1288360A-AA44-E8E4-E84C-4155C2CDB998}"/>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colorTemperature colorTemp="11200"/>
                    </a14:imgEffect>
                    <a14:imgEffect>
                      <a14:saturation sat="400000"/>
                    </a14:imgEffect>
                  </a14:imgLayer>
                </a14:imgProps>
              </a:ext>
            </a:extLst>
          </a:blip>
          <a:stretch>
            <a:fillRect/>
          </a:stretch>
        </p:blipFill>
        <p:spPr>
          <a:xfrm>
            <a:off x="2897037" y="5529441"/>
            <a:ext cx="957325" cy="1012866"/>
          </a:xfrm>
          <a:prstGeom prst="rect">
            <a:avLst/>
          </a:prstGeom>
        </p:spPr>
      </p:pic>
      <p:pic>
        <p:nvPicPr>
          <p:cNvPr id="6" name="Picture 9" descr="Thermometer Icons in SVG, PNG, AI to Download">
            <a:extLst>
              <a:ext uri="{FF2B5EF4-FFF2-40B4-BE49-F238E27FC236}">
                <a16:creationId xmlns:a16="http://schemas.microsoft.com/office/drawing/2014/main" id="{D68888A3-102A-1FDB-B944-23A000EA30BE}"/>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colorTemperature colorTemp="11200"/>
                    </a14:imgEffect>
                    <a14:imgEffect>
                      <a14:saturation sat="400000"/>
                    </a14:imgEffect>
                  </a14:imgLayer>
                </a14:imgProps>
              </a:ext>
            </a:extLst>
          </a:blip>
          <a:stretch>
            <a:fillRect/>
          </a:stretch>
        </p:blipFill>
        <p:spPr>
          <a:xfrm>
            <a:off x="5697031" y="5457182"/>
            <a:ext cx="957325" cy="1012866"/>
          </a:xfrm>
          <a:prstGeom prst="rect">
            <a:avLst/>
          </a:prstGeom>
        </p:spPr>
      </p:pic>
      <p:pic>
        <p:nvPicPr>
          <p:cNvPr id="8" name="Picture 15" descr="No money - Free business and finance icons">
            <a:extLst>
              <a:ext uri="{FF2B5EF4-FFF2-40B4-BE49-F238E27FC236}">
                <a16:creationId xmlns:a16="http://schemas.microsoft.com/office/drawing/2014/main" id="{C958666E-65EC-68B2-E8A3-2AED8B355E6E}"/>
              </a:ext>
            </a:extLst>
          </p:cNvPr>
          <p:cNvPicPr>
            <a:picLocks noChangeAspect="1"/>
          </p:cNvPicPr>
          <p:nvPr/>
        </p:nvPicPr>
        <p:blipFill>
          <a:blip r:embed="rId5"/>
          <a:stretch>
            <a:fillRect/>
          </a:stretch>
        </p:blipFill>
        <p:spPr>
          <a:xfrm>
            <a:off x="3854362" y="4817194"/>
            <a:ext cx="879268" cy="825447"/>
          </a:xfrm>
          <a:prstGeom prst="rect">
            <a:avLst/>
          </a:prstGeom>
        </p:spPr>
      </p:pic>
      <p:pic>
        <p:nvPicPr>
          <p:cNvPr id="9" name="Picture 15" descr="No money - Free business and finance icons">
            <a:extLst>
              <a:ext uri="{FF2B5EF4-FFF2-40B4-BE49-F238E27FC236}">
                <a16:creationId xmlns:a16="http://schemas.microsoft.com/office/drawing/2014/main" id="{339FD746-C76A-3BB8-8F22-7669230B2B4D}"/>
              </a:ext>
            </a:extLst>
          </p:cNvPr>
          <p:cNvPicPr>
            <a:picLocks noChangeAspect="1"/>
          </p:cNvPicPr>
          <p:nvPr/>
        </p:nvPicPr>
        <p:blipFill>
          <a:blip r:embed="rId5"/>
          <a:stretch>
            <a:fillRect/>
          </a:stretch>
        </p:blipFill>
        <p:spPr>
          <a:xfrm>
            <a:off x="6654356" y="4866119"/>
            <a:ext cx="879268" cy="825447"/>
          </a:xfrm>
          <a:prstGeom prst="rect">
            <a:avLst/>
          </a:prstGeom>
        </p:spPr>
      </p:pic>
      <p:pic>
        <p:nvPicPr>
          <p:cNvPr id="11" name="Picture 20" descr="Environment - Free ecology and environment icons">
            <a:extLst>
              <a:ext uri="{FF2B5EF4-FFF2-40B4-BE49-F238E27FC236}">
                <a16:creationId xmlns:a16="http://schemas.microsoft.com/office/drawing/2014/main" id="{8CD52082-9069-C3C3-8A1E-15CBB6ADD6E3}"/>
              </a:ext>
            </a:extLst>
          </p:cNvPr>
          <p:cNvPicPr>
            <a:picLocks noChangeAspect="1"/>
          </p:cNvPicPr>
          <p:nvPr/>
        </p:nvPicPr>
        <p:blipFill>
          <a:blip r:embed="rId6"/>
          <a:stretch>
            <a:fillRect/>
          </a:stretch>
        </p:blipFill>
        <p:spPr>
          <a:xfrm>
            <a:off x="7383261" y="5691565"/>
            <a:ext cx="894406" cy="850741"/>
          </a:xfrm>
          <a:prstGeom prst="rect">
            <a:avLst/>
          </a:prstGeom>
        </p:spPr>
      </p:pic>
      <p:pic>
        <p:nvPicPr>
          <p:cNvPr id="13" name="Picture 34" descr="Download Free Co2 Icons in PNG &amp; SVG">
            <a:extLst>
              <a:ext uri="{FF2B5EF4-FFF2-40B4-BE49-F238E27FC236}">
                <a16:creationId xmlns:a16="http://schemas.microsoft.com/office/drawing/2014/main" id="{7AA88B7E-671E-3998-EFFD-F07C6D0C4F34}"/>
              </a:ext>
            </a:extLst>
          </p:cNvPr>
          <p:cNvPicPr>
            <a:picLocks noChangeAspect="1"/>
          </p:cNvPicPr>
          <p:nvPr/>
        </p:nvPicPr>
        <p:blipFill>
          <a:blip r:embed="rId7"/>
          <a:stretch>
            <a:fillRect/>
          </a:stretch>
        </p:blipFill>
        <p:spPr>
          <a:xfrm>
            <a:off x="4665181" y="5726081"/>
            <a:ext cx="794845" cy="781707"/>
          </a:xfrm>
          <a:prstGeom prst="rect">
            <a:avLst/>
          </a:prstGeom>
        </p:spPr>
      </p:pic>
      <p:sp>
        <p:nvSpPr>
          <p:cNvPr id="14" name="Slide Number Placeholder 13">
            <a:extLst>
              <a:ext uri="{FF2B5EF4-FFF2-40B4-BE49-F238E27FC236}">
                <a16:creationId xmlns:a16="http://schemas.microsoft.com/office/drawing/2014/main" id="{EEEF6A62-E328-68BE-6279-FFDE0DC7CC7F}"/>
              </a:ext>
            </a:extLst>
          </p:cNvPr>
          <p:cNvSpPr>
            <a:spLocks noGrp="1"/>
          </p:cNvSpPr>
          <p:nvPr>
            <p:ph type="sldNum" sz="quarter" idx="12"/>
          </p:nvPr>
        </p:nvSpPr>
        <p:spPr/>
        <p:txBody>
          <a:bodyPr/>
          <a:lstStyle/>
          <a:p>
            <a:fld id="{B716C8F4-20CD-364A-8A8E-DE130115B178}" type="slidenum">
              <a:rPr lang="sv-SE" smtClean="0"/>
              <a:t>21</a:t>
            </a:fld>
            <a:endParaRPr lang="sv-SE"/>
          </a:p>
        </p:txBody>
      </p:sp>
    </p:spTree>
    <p:extLst>
      <p:ext uri="{BB962C8B-B14F-4D97-AF65-F5344CB8AC3E}">
        <p14:creationId xmlns:p14="http://schemas.microsoft.com/office/powerpoint/2010/main" val="20568335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5413EED-5BA8-DF50-AE2E-EDE22E8FBB94}"/>
            </a:ext>
          </a:extLst>
        </p:cNvPr>
        <p:cNvGrpSpPr/>
        <p:nvPr/>
      </p:nvGrpSpPr>
      <p:grpSpPr>
        <a:xfrm>
          <a:off x="0" y="0"/>
          <a:ext cx="0" cy="0"/>
          <a:chOff x="0" y="0"/>
          <a:chExt cx="0" cy="0"/>
        </a:xfrm>
      </p:grpSpPr>
      <p:sp>
        <p:nvSpPr>
          <p:cNvPr id="29" name="Rectangle: Rounded Corners 21">
            <a:extLst>
              <a:ext uri="{FF2B5EF4-FFF2-40B4-BE49-F238E27FC236}">
                <a16:creationId xmlns:a16="http://schemas.microsoft.com/office/drawing/2014/main" id="{AB7B659C-625F-756B-E2CB-EBE3B91E24CD}"/>
              </a:ext>
            </a:extLst>
          </p:cNvPr>
          <p:cNvSpPr/>
          <p:nvPr/>
        </p:nvSpPr>
        <p:spPr>
          <a:xfrm>
            <a:off x="7609067" y="3962153"/>
            <a:ext cx="2646528" cy="2049940"/>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Peak Shaving</a:t>
            </a:r>
          </a:p>
          <a:p>
            <a:pPr algn="ctr"/>
            <a:endParaRPr lang="en-GB" b="1"/>
          </a:p>
          <a:p>
            <a:pPr algn="ctr"/>
            <a:endParaRPr lang="en-GB" b="1"/>
          </a:p>
          <a:p>
            <a:pPr algn="ctr"/>
            <a:endParaRPr lang="en-GB" b="1"/>
          </a:p>
          <a:p>
            <a:pPr algn="ctr"/>
            <a:endParaRPr lang="en-GB" b="1"/>
          </a:p>
          <a:p>
            <a:pPr algn="ctr"/>
            <a:endParaRPr lang="en-GB" b="1"/>
          </a:p>
          <a:p>
            <a:pPr algn="ctr"/>
            <a:endParaRPr lang="en-GB" b="1"/>
          </a:p>
        </p:txBody>
      </p:sp>
      <p:sp>
        <p:nvSpPr>
          <p:cNvPr id="28" name="Rectangle: Rounded Corners 17">
            <a:extLst>
              <a:ext uri="{FF2B5EF4-FFF2-40B4-BE49-F238E27FC236}">
                <a16:creationId xmlns:a16="http://schemas.microsoft.com/office/drawing/2014/main" id="{A1A91134-FB42-3AC2-D566-000BF2D8352A}"/>
              </a:ext>
            </a:extLst>
          </p:cNvPr>
          <p:cNvSpPr/>
          <p:nvPr/>
        </p:nvSpPr>
        <p:spPr>
          <a:xfrm>
            <a:off x="4601691" y="3981358"/>
            <a:ext cx="2675351" cy="2076216"/>
          </a:xfrm>
          <a:prstGeom prst="round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Price Arbitrage</a:t>
            </a:r>
          </a:p>
          <a:p>
            <a:pPr algn="ctr"/>
            <a:endParaRPr lang="en-GB" b="1"/>
          </a:p>
          <a:p>
            <a:pPr algn="ctr"/>
            <a:endParaRPr lang="en-GB" b="1"/>
          </a:p>
          <a:p>
            <a:pPr algn="ctr"/>
            <a:endParaRPr lang="en-GB" b="1"/>
          </a:p>
          <a:p>
            <a:pPr algn="ctr"/>
            <a:endParaRPr lang="en-GB" b="1"/>
          </a:p>
          <a:p>
            <a:pPr algn="ctr"/>
            <a:endParaRPr lang="en-GB" b="1"/>
          </a:p>
          <a:p>
            <a:pPr algn="ctr"/>
            <a:endParaRPr lang="en-GB" b="1"/>
          </a:p>
        </p:txBody>
      </p:sp>
      <p:sp>
        <p:nvSpPr>
          <p:cNvPr id="27" name="Rectangle: Rounded Corners 6">
            <a:extLst>
              <a:ext uri="{FF2B5EF4-FFF2-40B4-BE49-F238E27FC236}">
                <a16:creationId xmlns:a16="http://schemas.microsoft.com/office/drawing/2014/main" id="{F6C2152A-EE3F-A904-82B4-B278DFA3B8EC}"/>
              </a:ext>
            </a:extLst>
          </p:cNvPr>
          <p:cNvSpPr/>
          <p:nvPr/>
        </p:nvSpPr>
        <p:spPr>
          <a:xfrm>
            <a:off x="1742205" y="3998841"/>
            <a:ext cx="2527461" cy="2076216"/>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Self-Consumption</a:t>
            </a:r>
          </a:p>
          <a:p>
            <a:pPr algn="ctr"/>
            <a:endParaRPr lang="en-GB" b="1"/>
          </a:p>
          <a:p>
            <a:pPr algn="ctr"/>
            <a:endParaRPr lang="en-GB" b="1"/>
          </a:p>
          <a:p>
            <a:pPr algn="ctr"/>
            <a:endParaRPr lang="en-GB" b="1"/>
          </a:p>
          <a:p>
            <a:pPr algn="ctr"/>
            <a:endParaRPr lang="en-GB" b="1"/>
          </a:p>
          <a:p>
            <a:pPr algn="ctr"/>
            <a:endParaRPr lang="en-GB" b="1"/>
          </a:p>
          <a:p>
            <a:pPr algn="ctr"/>
            <a:endParaRPr lang="en-GB" b="1"/>
          </a:p>
        </p:txBody>
      </p:sp>
      <p:sp>
        <p:nvSpPr>
          <p:cNvPr id="26" name="Rectangle: Rounded Corners 5">
            <a:extLst>
              <a:ext uri="{FF2B5EF4-FFF2-40B4-BE49-F238E27FC236}">
                <a16:creationId xmlns:a16="http://schemas.microsoft.com/office/drawing/2014/main" id="{E9FB12CC-39AF-7ABC-846F-B2839F7FE20C}"/>
              </a:ext>
            </a:extLst>
          </p:cNvPr>
          <p:cNvSpPr/>
          <p:nvPr/>
        </p:nvSpPr>
        <p:spPr>
          <a:xfrm>
            <a:off x="1418167" y="1003300"/>
            <a:ext cx="9042400" cy="281305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C56B66-FAB7-6D2A-BB01-75768FCAC394}"/>
              </a:ext>
            </a:extLst>
          </p:cNvPr>
          <p:cNvSpPr>
            <a:spLocks noGrp="1"/>
          </p:cNvSpPr>
          <p:nvPr>
            <p:ph type="title"/>
          </p:nvPr>
        </p:nvSpPr>
        <p:spPr>
          <a:xfrm>
            <a:off x="1251462" y="204583"/>
            <a:ext cx="10990263" cy="568412"/>
          </a:xfrm>
        </p:spPr>
        <p:txBody>
          <a:bodyPr/>
          <a:lstStyle/>
          <a:p>
            <a:r>
              <a:rPr lang="de-DE" err="1"/>
              <a:t>Combined</a:t>
            </a:r>
            <a:r>
              <a:rPr lang="de-DE"/>
              <a:t> Controller</a:t>
            </a:r>
          </a:p>
        </p:txBody>
      </p:sp>
      <p:pic>
        <p:nvPicPr>
          <p:cNvPr id="10" name="Picture 9" descr="Thermometer Icons in SVG, PNG, AI to Download">
            <a:extLst>
              <a:ext uri="{FF2B5EF4-FFF2-40B4-BE49-F238E27FC236}">
                <a16:creationId xmlns:a16="http://schemas.microsoft.com/office/drawing/2014/main" id="{85C94A1A-A19F-A893-0F87-54EC1C45821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colorTemperature colorTemp="11200"/>
                    </a14:imgEffect>
                    <a14:imgEffect>
                      <a14:saturation sat="400000"/>
                    </a14:imgEffect>
                  </a14:imgLayer>
                </a14:imgProps>
              </a:ext>
            </a:extLst>
          </a:blip>
          <a:stretch>
            <a:fillRect/>
          </a:stretch>
        </p:blipFill>
        <p:spPr>
          <a:xfrm>
            <a:off x="1926123" y="5104698"/>
            <a:ext cx="651460" cy="689256"/>
          </a:xfrm>
          <a:prstGeom prst="rect">
            <a:avLst/>
          </a:prstGeom>
        </p:spPr>
      </p:pic>
      <p:pic>
        <p:nvPicPr>
          <p:cNvPr id="16" name="Picture 15" descr="No money - Free business and finance icons">
            <a:extLst>
              <a:ext uri="{FF2B5EF4-FFF2-40B4-BE49-F238E27FC236}">
                <a16:creationId xmlns:a16="http://schemas.microsoft.com/office/drawing/2014/main" id="{690FC843-44C4-680B-5283-E178E355D310}"/>
              </a:ext>
            </a:extLst>
          </p:cNvPr>
          <p:cNvPicPr>
            <a:picLocks noChangeAspect="1"/>
          </p:cNvPicPr>
          <p:nvPr/>
        </p:nvPicPr>
        <p:blipFill>
          <a:blip r:embed="rId5"/>
          <a:stretch>
            <a:fillRect/>
          </a:stretch>
        </p:blipFill>
        <p:spPr>
          <a:xfrm>
            <a:off x="2645228" y="4521641"/>
            <a:ext cx="717141" cy="673244"/>
          </a:xfrm>
          <a:prstGeom prst="rect">
            <a:avLst/>
          </a:prstGeom>
        </p:spPr>
      </p:pic>
      <p:pic>
        <p:nvPicPr>
          <p:cNvPr id="17" name="Picture 16" descr="Environment - Free ecology and environment icons">
            <a:extLst>
              <a:ext uri="{FF2B5EF4-FFF2-40B4-BE49-F238E27FC236}">
                <a16:creationId xmlns:a16="http://schemas.microsoft.com/office/drawing/2014/main" id="{FAA34654-F680-052B-D182-00D09836A98D}"/>
              </a:ext>
            </a:extLst>
          </p:cNvPr>
          <p:cNvPicPr>
            <a:picLocks noChangeAspect="1"/>
          </p:cNvPicPr>
          <p:nvPr/>
        </p:nvPicPr>
        <p:blipFill>
          <a:blip r:embed="rId6"/>
          <a:stretch>
            <a:fillRect/>
          </a:stretch>
        </p:blipFill>
        <p:spPr>
          <a:xfrm>
            <a:off x="3356882" y="5061984"/>
            <a:ext cx="736178" cy="700238"/>
          </a:xfrm>
          <a:prstGeom prst="rect">
            <a:avLst/>
          </a:prstGeom>
        </p:spPr>
      </p:pic>
      <p:pic>
        <p:nvPicPr>
          <p:cNvPr id="15" name="Picture 34" descr="Download Free Co2 Icons in PNG &amp; SVG">
            <a:extLst>
              <a:ext uri="{FF2B5EF4-FFF2-40B4-BE49-F238E27FC236}">
                <a16:creationId xmlns:a16="http://schemas.microsoft.com/office/drawing/2014/main" id="{99832443-9431-07D2-D346-C97DEEB9A396}"/>
              </a:ext>
            </a:extLst>
          </p:cNvPr>
          <p:cNvPicPr>
            <a:picLocks noChangeAspect="1"/>
          </p:cNvPicPr>
          <p:nvPr/>
        </p:nvPicPr>
        <p:blipFill>
          <a:blip r:embed="rId7"/>
          <a:stretch>
            <a:fillRect/>
          </a:stretch>
        </p:blipFill>
        <p:spPr>
          <a:xfrm>
            <a:off x="6440787" y="5030132"/>
            <a:ext cx="678824" cy="667604"/>
          </a:xfrm>
          <a:prstGeom prst="rect">
            <a:avLst/>
          </a:prstGeom>
        </p:spPr>
      </p:pic>
      <p:pic>
        <p:nvPicPr>
          <p:cNvPr id="20" name="Picture 19" descr="Battery - Free technology icons">
            <a:extLst>
              <a:ext uri="{FF2B5EF4-FFF2-40B4-BE49-F238E27FC236}">
                <a16:creationId xmlns:a16="http://schemas.microsoft.com/office/drawing/2014/main" id="{B3769F9C-D094-E3B9-0025-9403B84D0C1E}"/>
              </a:ext>
            </a:extLst>
          </p:cNvPr>
          <p:cNvPicPr>
            <a:picLocks noChangeAspect="1"/>
          </p:cNvPicPr>
          <p:nvPr/>
        </p:nvPicPr>
        <p:blipFill>
          <a:blip r:embed="rId8"/>
          <a:stretch>
            <a:fillRect/>
          </a:stretch>
        </p:blipFill>
        <p:spPr>
          <a:xfrm>
            <a:off x="8958943" y="180710"/>
            <a:ext cx="642300" cy="706335"/>
          </a:xfrm>
          <a:prstGeom prst="rect">
            <a:avLst/>
          </a:prstGeom>
        </p:spPr>
      </p:pic>
      <p:graphicFrame>
        <p:nvGraphicFramePr>
          <p:cNvPr id="23" name="Chart 22">
            <a:extLst>
              <a:ext uri="{FF2B5EF4-FFF2-40B4-BE49-F238E27FC236}">
                <a16:creationId xmlns:a16="http://schemas.microsoft.com/office/drawing/2014/main" id="{D55E8588-ADFE-4699-9405-4ABA24502793}"/>
              </a:ext>
              <a:ext uri="{147F2762-F138-4A5C-976F-8EAC2B608ADB}">
                <a16:predDERef xmlns:a16="http://schemas.microsoft.com/office/drawing/2014/main" pred="{137C1727-EABC-4D3D-8F55-80246E8ACE41}"/>
              </a:ext>
            </a:extLst>
          </p:cNvPr>
          <p:cNvGraphicFramePr>
            <a:graphicFrameLocks/>
          </p:cNvGraphicFramePr>
          <p:nvPr>
            <p:extLst>
              <p:ext uri="{D42A27DB-BD31-4B8C-83A1-F6EECF244321}">
                <p14:modId xmlns:p14="http://schemas.microsoft.com/office/powerpoint/2010/main" val="4117562478"/>
              </p:ext>
            </p:extLst>
          </p:nvPr>
        </p:nvGraphicFramePr>
        <p:xfrm>
          <a:off x="1351863" y="974005"/>
          <a:ext cx="9296400" cy="2895600"/>
        </p:xfrm>
        <a:graphic>
          <a:graphicData uri="http://schemas.openxmlformats.org/drawingml/2006/chart">
            <c:chart xmlns:c="http://schemas.openxmlformats.org/drawingml/2006/chart" xmlns:r="http://schemas.openxmlformats.org/officeDocument/2006/relationships" r:id="rId9"/>
          </a:graphicData>
        </a:graphic>
      </p:graphicFrame>
      <p:sp>
        <p:nvSpPr>
          <p:cNvPr id="19" name="Rectangle: Rounded Corners 3">
            <a:extLst>
              <a:ext uri="{FF2B5EF4-FFF2-40B4-BE49-F238E27FC236}">
                <a16:creationId xmlns:a16="http://schemas.microsoft.com/office/drawing/2014/main" id="{E31B1B73-FA67-AF53-E517-675BFB39098A}"/>
              </a:ext>
            </a:extLst>
          </p:cNvPr>
          <p:cNvSpPr/>
          <p:nvPr/>
        </p:nvSpPr>
        <p:spPr>
          <a:xfrm>
            <a:off x="5988156" y="293304"/>
            <a:ext cx="2829273" cy="481149"/>
          </a:xfrm>
          <a:prstGeom prst="roundRect">
            <a:avLst/>
          </a:prstGeom>
          <a:solidFill>
            <a:srgbClr val="0029ED"/>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sz="3600" b="1" err="1"/>
              <a:t>Battery</a:t>
            </a:r>
            <a:endParaRPr lang="de-DE" sz="3600" b="1"/>
          </a:p>
        </p:txBody>
      </p:sp>
      <p:pic>
        <p:nvPicPr>
          <p:cNvPr id="30" name="Picture 29" descr="No money - Free business and finance icons">
            <a:extLst>
              <a:ext uri="{FF2B5EF4-FFF2-40B4-BE49-F238E27FC236}">
                <a16:creationId xmlns:a16="http://schemas.microsoft.com/office/drawing/2014/main" id="{5C59595D-DC00-DFEA-357F-5622AEA25137}"/>
              </a:ext>
            </a:extLst>
          </p:cNvPr>
          <p:cNvPicPr>
            <a:picLocks noChangeAspect="1"/>
          </p:cNvPicPr>
          <p:nvPr/>
        </p:nvPicPr>
        <p:blipFill>
          <a:blip r:embed="rId5"/>
          <a:stretch>
            <a:fillRect/>
          </a:stretch>
        </p:blipFill>
        <p:spPr>
          <a:xfrm>
            <a:off x="5580795" y="4521641"/>
            <a:ext cx="717141" cy="673244"/>
          </a:xfrm>
          <a:prstGeom prst="rect">
            <a:avLst/>
          </a:prstGeom>
        </p:spPr>
      </p:pic>
      <p:pic>
        <p:nvPicPr>
          <p:cNvPr id="31" name="Picture 30" descr="Thermometer Icons in SVG, PNG, AI to Download">
            <a:extLst>
              <a:ext uri="{FF2B5EF4-FFF2-40B4-BE49-F238E27FC236}">
                <a16:creationId xmlns:a16="http://schemas.microsoft.com/office/drawing/2014/main" id="{28F75B56-0F1C-9171-5A2B-F64E34867152}"/>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colorTemperature colorTemp="11200"/>
                    </a14:imgEffect>
                    <a14:imgEffect>
                      <a14:saturation sat="400000"/>
                    </a14:imgEffect>
                  </a14:imgLayer>
                </a14:imgProps>
              </a:ext>
            </a:extLst>
          </a:blip>
          <a:stretch>
            <a:fillRect/>
          </a:stretch>
        </p:blipFill>
        <p:spPr>
          <a:xfrm>
            <a:off x="4746434" y="5044681"/>
            <a:ext cx="651460" cy="689256"/>
          </a:xfrm>
          <a:prstGeom prst="rect">
            <a:avLst/>
          </a:prstGeom>
        </p:spPr>
      </p:pic>
      <p:pic>
        <p:nvPicPr>
          <p:cNvPr id="32" name="Picture 31" descr="No money - Free business and finance icons">
            <a:extLst>
              <a:ext uri="{FF2B5EF4-FFF2-40B4-BE49-F238E27FC236}">
                <a16:creationId xmlns:a16="http://schemas.microsoft.com/office/drawing/2014/main" id="{4F27886A-8F72-D5AF-9820-1EFF9B311F1C}"/>
              </a:ext>
            </a:extLst>
          </p:cNvPr>
          <p:cNvPicPr>
            <a:picLocks noChangeAspect="1"/>
          </p:cNvPicPr>
          <p:nvPr/>
        </p:nvPicPr>
        <p:blipFill>
          <a:blip r:embed="rId5"/>
          <a:stretch>
            <a:fillRect/>
          </a:stretch>
        </p:blipFill>
        <p:spPr>
          <a:xfrm>
            <a:off x="8458858" y="4521641"/>
            <a:ext cx="717141" cy="673244"/>
          </a:xfrm>
          <a:prstGeom prst="rect">
            <a:avLst/>
          </a:prstGeom>
        </p:spPr>
      </p:pic>
      <p:pic>
        <p:nvPicPr>
          <p:cNvPr id="33" name="Picture 32" descr="Thermometer Icons in SVG, PNG, AI to Download">
            <a:extLst>
              <a:ext uri="{FF2B5EF4-FFF2-40B4-BE49-F238E27FC236}">
                <a16:creationId xmlns:a16="http://schemas.microsoft.com/office/drawing/2014/main" id="{ED3EA9FC-0191-B5CB-E100-1AAAE1FA2338}"/>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colorTemperature colorTemp="11200"/>
                    </a14:imgEffect>
                    <a14:imgEffect>
                      <a14:saturation sat="400000"/>
                    </a14:imgEffect>
                  </a14:imgLayer>
                </a14:imgProps>
              </a:ext>
            </a:extLst>
          </a:blip>
          <a:stretch>
            <a:fillRect/>
          </a:stretch>
        </p:blipFill>
        <p:spPr>
          <a:xfrm>
            <a:off x="7708233" y="5044681"/>
            <a:ext cx="651460" cy="689256"/>
          </a:xfrm>
          <a:prstGeom prst="rect">
            <a:avLst/>
          </a:prstGeom>
        </p:spPr>
      </p:pic>
      <p:pic>
        <p:nvPicPr>
          <p:cNvPr id="34" name="Picture 33" descr="Environment - Free ecology and environment icons">
            <a:extLst>
              <a:ext uri="{FF2B5EF4-FFF2-40B4-BE49-F238E27FC236}">
                <a16:creationId xmlns:a16="http://schemas.microsoft.com/office/drawing/2014/main" id="{03E1C209-C1D5-0C37-EAED-C46469104A8A}"/>
              </a:ext>
            </a:extLst>
          </p:cNvPr>
          <p:cNvPicPr>
            <a:picLocks noChangeAspect="1"/>
          </p:cNvPicPr>
          <p:nvPr/>
        </p:nvPicPr>
        <p:blipFill>
          <a:blip r:embed="rId6"/>
          <a:stretch>
            <a:fillRect/>
          </a:stretch>
        </p:blipFill>
        <p:spPr>
          <a:xfrm>
            <a:off x="9347708" y="5061984"/>
            <a:ext cx="736178" cy="700238"/>
          </a:xfrm>
          <a:prstGeom prst="rect">
            <a:avLst/>
          </a:prstGeom>
        </p:spPr>
      </p:pic>
      <p:sp>
        <p:nvSpPr>
          <p:cNvPr id="35" name="Slide Number Placeholder 34">
            <a:extLst>
              <a:ext uri="{FF2B5EF4-FFF2-40B4-BE49-F238E27FC236}">
                <a16:creationId xmlns:a16="http://schemas.microsoft.com/office/drawing/2014/main" id="{DB1DB30F-F6E6-E05A-6C94-355203DC75CE}"/>
              </a:ext>
            </a:extLst>
          </p:cNvPr>
          <p:cNvSpPr>
            <a:spLocks noGrp="1"/>
          </p:cNvSpPr>
          <p:nvPr>
            <p:ph type="sldNum" sz="quarter" idx="12"/>
          </p:nvPr>
        </p:nvSpPr>
        <p:spPr/>
        <p:txBody>
          <a:bodyPr/>
          <a:lstStyle/>
          <a:p>
            <a:fld id="{B716C8F4-20CD-364A-8A8E-DE130115B178}" type="slidenum">
              <a:rPr lang="sv-SE" smtClean="0"/>
              <a:t>22</a:t>
            </a:fld>
            <a:endParaRPr lang="sv-SE"/>
          </a:p>
        </p:txBody>
      </p:sp>
    </p:spTree>
    <p:extLst>
      <p:ext uri="{BB962C8B-B14F-4D97-AF65-F5344CB8AC3E}">
        <p14:creationId xmlns:p14="http://schemas.microsoft.com/office/powerpoint/2010/main" val="834356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anim calcmode="lin" valueType="num">
                                      <p:cBhvr additive="base">
                                        <p:cTn id="13" dur="500" fill="hold"/>
                                        <p:tgtEl>
                                          <p:spTgt spid="28"/>
                                        </p:tgtEl>
                                        <p:attrNameLst>
                                          <p:attrName>ppt_x</p:attrName>
                                        </p:attrNameLst>
                                      </p:cBhvr>
                                      <p:tavLst>
                                        <p:tav tm="0">
                                          <p:val>
                                            <p:strVal val="#ppt_x"/>
                                          </p:val>
                                        </p:tav>
                                        <p:tav tm="100000">
                                          <p:val>
                                            <p:strVal val="#ppt_x"/>
                                          </p:val>
                                        </p:tav>
                                      </p:tavLst>
                                    </p:anim>
                                    <p:anim calcmode="lin" valueType="num">
                                      <p:cBhvr additive="base">
                                        <p:cTn id="1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500" fill="hold"/>
                                        <p:tgtEl>
                                          <p:spTgt spid="29"/>
                                        </p:tgtEl>
                                        <p:attrNameLst>
                                          <p:attrName>ppt_x</p:attrName>
                                        </p:attrNameLst>
                                      </p:cBhvr>
                                      <p:tavLst>
                                        <p:tav tm="0">
                                          <p:val>
                                            <p:strVal val="#ppt_x"/>
                                          </p:val>
                                        </p:tav>
                                        <p:tav tm="100000">
                                          <p:val>
                                            <p:strVal val="#ppt_x"/>
                                          </p:val>
                                        </p:tav>
                                      </p:tavLst>
                                    </p:anim>
                                    <p:anim calcmode="lin" valueType="num">
                                      <p:cBhvr additive="base">
                                        <p:cTn id="20"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8" grpId="0" animBg="1"/>
      <p:bldP spid="27"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D691DA3-DB1C-9CBD-AD3E-F96F26DF3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65326C-4A0A-9C54-D2D6-8E3007A7FA55}"/>
              </a:ext>
            </a:extLst>
          </p:cNvPr>
          <p:cNvSpPr>
            <a:spLocks noGrp="1"/>
          </p:cNvSpPr>
          <p:nvPr>
            <p:ph type="title"/>
          </p:nvPr>
        </p:nvSpPr>
        <p:spPr>
          <a:xfrm>
            <a:off x="1203924" y="204236"/>
            <a:ext cx="10990263" cy="568412"/>
          </a:xfrm>
        </p:spPr>
        <p:txBody>
          <a:bodyPr/>
          <a:lstStyle/>
          <a:p>
            <a:r>
              <a:rPr lang="de-DE" err="1"/>
              <a:t>Combined</a:t>
            </a:r>
            <a:r>
              <a:rPr lang="de-DE"/>
              <a:t> </a:t>
            </a:r>
            <a:r>
              <a:rPr lang="de-DE" err="1"/>
              <a:t>Strategy</a:t>
            </a:r>
            <a:endParaRPr lang="de-DE"/>
          </a:p>
        </p:txBody>
      </p:sp>
      <p:sp>
        <p:nvSpPr>
          <p:cNvPr id="4" name="Rectangle: Rounded Corners 3">
            <a:extLst>
              <a:ext uri="{FF2B5EF4-FFF2-40B4-BE49-F238E27FC236}">
                <a16:creationId xmlns:a16="http://schemas.microsoft.com/office/drawing/2014/main" id="{3B0ADFA1-7460-9538-80BD-B73994149D79}"/>
              </a:ext>
            </a:extLst>
          </p:cNvPr>
          <p:cNvSpPr/>
          <p:nvPr/>
        </p:nvSpPr>
        <p:spPr>
          <a:xfrm>
            <a:off x="6431280" y="101600"/>
            <a:ext cx="6014720" cy="782320"/>
          </a:xfrm>
          <a:prstGeom prst="roundRect">
            <a:avLst/>
          </a:prstGeom>
          <a:solidFill>
            <a:srgbClr val="0029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4000"/>
              <a:t>Heat Pump</a:t>
            </a:r>
          </a:p>
        </p:txBody>
      </p:sp>
      <p:sp>
        <p:nvSpPr>
          <p:cNvPr id="7" name="Rectangle: Rounded Corners 6">
            <a:extLst>
              <a:ext uri="{FF2B5EF4-FFF2-40B4-BE49-F238E27FC236}">
                <a16:creationId xmlns:a16="http://schemas.microsoft.com/office/drawing/2014/main" id="{32DF34B0-6A23-796D-EFE6-1FE4BB5A75C4}"/>
              </a:ext>
            </a:extLst>
          </p:cNvPr>
          <p:cNvSpPr/>
          <p:nvPr/>
        </p:nvSpPr>
        <p:spPr>
          <a:xfrm>
            <a:off x="2742522" y="1991868"/>
            <a:ext cx="2065867" cy="70368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a:t>Self </a:t>
            </a:r>
            <a:r>
              <a:rPr lang="de-DE" err="1"/>
              <a:t>Consumption</a:t>
            </a:r>
            <a:endParaRPr lang="de-DE"/>
          </a:p>
        </p:txBody>
      </p:sp>
      <p:sp>
        <p:nvSpPr>
          <p:cNvPr id="9" name="TextBox 8">
            <a:extLst>
              <a:ext uri="{FF2B5EF4-FFF2-40B4-BE49-F238E27FC236}">
                <a16:creationId xmlns:a16="http://schemas.microsoft.com/office/drawing/2014/main" id="{DFD9139A-4CE6-C4B5-4FCA-30F4969F42F6}"/>
              </a:ext>
            </a:extLst>
          </p:cNvPr>
          <p:cNvSpPr txBox="1"/>
          <p:nvPr/>
        </p:nvSpPr>
        <p:spPr>
          <a:xfrm>
            <a:off x="3166650" y="1033521"/>
            <a:ext cx="1736717" cy="646331"/>
          </a:xfrm>
          <a:prstGeom prst="rect">
            <a:avLst/>
          </a:prstGeom>
          <a:noFill/>
        </p:spPr>
        <p:txBody>
          <a:bodyPr wrap="square">
            <a:spAutoFit/>
          </a:bodyPr>
          <a:lstStyle/>
          <a:p>
            <a:r>
              <a:rPr lang="de-DE"/>
              <a:t>Net </a:t>
            </a:r>
            <a:r>
              <a:rPr lang="de-DE" err="1"/>
              <a:t>self</a:t>
            </a:r>
            <a:r>
              <a:rPr lang="de-DE"/>
              <a:t> </a:t>
            </a:r>
            <a:r>
              <a:rPr lang="de-DE" err="1"/>
              <a:t>production</a:t>
            </a:r>
            <a:endParaRPr lang="de-DE"/>
          </a:p>
        </p:txBody>
      </p:sp>
      <p:cxnSp>
        <p:nvCxnSpPr>
          <p:cNvPr id="11" name="Straight Arrow Connector 10">
            <a:extLst>
              <a:ext uri="{FF2B5EF4-FFF2-40B4-BE49-F238E27FC236}">
                <a16:creationId xmlns:a16="http://schemas.microsoft.com/office/drawing/2014/main" id="{358A6335-0FCF-DCF8-E319-D0B314261B52}"/>
              </a:ext>
            </a:extLst>
          </p:cNvPr>
          <p:cNvCxnSpPr>
            <a:cxnSpLocks/>
          </p:cNvCxnSpPr>
          <p:nvPr/>
        </p:nvCxnSpPr>
        <p:spPr>
          <a:xfrm>
            <a:off x="3856763" y="1687367"/>
            <a:ext cx="35830" cy="2969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AE2CF36F-7B95-535F-4E2E-65B6F188BE1C}"/>
              </a:ext>
            </a:extLst>
          </p:cNvPr>
          <p:cNvSpPr/>
          <p:nvPr/>
        </p:nvSpPr>
        <p:spPr>
          <a:xfrm>
            <a:off x="5402335" y="2043397"/>
            <a:ext cx="2065867" cy="64633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Price Arbitrage</a:t>
            </a:r>
          </a:p>
        </p:txBody>
      </p:sp>
      <p:cxnSp>
        <p:nvCxnSpPr>
          <p:cNvPr id="15" name="Straight Arrow Connector 14">
            <a:extLst>
              <a:ext uri="{FF2B5EF4-FFF2-40B4-BE49-F238E27FC236}">
                <a16:creationId xmlns:a16="http://schemas.microsoft.com/office/drawing/2014/main" id="{DA8E4F97-2464-56F2-FA85-3900EBE8501E}"/>
              </a:ext>
            </a:extLst>
          </p:cNvPr>
          <p:cNvCxnSpPr>
            <a:cxnSpLocks/>
          </p:cNvCxnSpPr>
          <p:nvPr/>
        </p:nvCxnSpPr>
        <p:spPr>
          <a:xfrm>
            <a:off x="4810625" y="2350492"/>
            <a:ext cx="589474" cy="23584"/>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8389FFDA-B2F8-E72D-2C60-8B574BC4A1B0}"/>
              </a:ext>
            </a:extLst>
          </p:cNvPr>
          <p:cNvSpPr/>
          <p:nvPr/>
        </p:nvSpPr>
        <p:spPr>
          <a:xfrm>
            <a:off x="61030" y="2126584"/>
            <a:ext cx="2065867" cy="501879"/>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Peak </a:t>
            </a:r>
            <a:r>
              <a:rPr lang="de-DE" err="1"/>
              <a:t>Shaving</a:t>
            </a:r>
            <a:endParaRPr lang="de-DE"/>
          </a:p>
        </p:txBody>
      </p:sp>
      <p:cxnSp>
        <p:nvCxnSpPr>
          <p:cNvPr id="19" name="Straight Arrow Connector 18">
            <a:extLst>
              <a:ext uri="{FF2B5EF4-FFF2-40B4-BE49-F238E27FC236}">
                <a16:creationId xmlns:a16="http://schemas.microsoft.com/office/drawing/2014/main" id="{43C1FC60-C5AC-899C-8735-31EC6806CC1C}"/>
              </a:ext>
            </a:extLst>
          </p:cNvPr>
          <p:cNvCxnSpPr>
            <a:cxnSpLocks/>
          </p:cNvCxnSpPr>
          <p:nvPr/>
        </p:nvCxnSpPr>
        <p:spPr>
          <a:xfrm>
            <a:off x="7456062" y="2344673"/>
            <a:ext cx="560716" cy="9978"/>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F0F8B15-7B33-9568-15A1-7402C9C77486}"/>
              </a:ext>
            </a:extLst>
          </p:cNvPr>
          <p:cNvSpPr txBox="1"/>
          <p:nvPr/>
        </p:nvSpPr>
        <p:spPr>
          <a:xfrm>
            <a:off x="5740196" y="1031863"/>
            <a:ext cx="1736717" cy="646331"/>
          </a:xfrm>
          <a:prstGeom prst="rect">
            <a:avLst/>
          </a:prstGeom>
          <a:noFill/>
        </p:spPr>
        <p:txBody>
          <a:bodyPr wrap="square">
            <a:spAutoFit/>
          </a:bodyPr>
          <a:lstStyle/>
          <a:p>
            <a:r>
              <a:rPr lang="de-DE"/>
              <a:t>Relative </a:t>
            </a:r>
            <a:r>
              <a:rPr lang="de-DE" err="1"/>
              <a:t>el</a:t>
            </a:r>
            <a:r>
              <a:rPr lang="de-DE"/>
              <a:t>. </a:t>
            </a:r>
            <a:r>
              <a:rPr lang="de-DE" err="1"/>
              <a:t>price</a:t>
            </a:r>
            <a:endParaRPr lang="de-DE"/>
          </a:p>
        </p:txBody>
      </p:sp>
      <p:cxnSp>
        <p:nvCxnSpPr>
          <p:cNvPr id="25" name="Straight Arrow Connector 24">
            <a:extLst>
              <a:ext uri="{FF2B5EF4-FFF2-40B4-BE49-F238E27FC236}">
                <a16:creationId xmlns:a16="http://schemas.microsoft.com/office/drawing/2014/main" id="{AE35FD4D-F7E9-9E05-18FD-C0AFD5F9A025}"/>
              </a:ext>
            </a:extLst>
          </p:cNvPr>
          <p:cNvCxnSpPr>
            <a:cxnSpLocks/>
          </p:cNvCxnSpPr>
          <p:nvPr/>
        </p:nvCxnSpPr>
        <p:spPr>
          <a:xfrm>
            <a:off x="6459062" y="1700087"/>
            <a:ext cx="35831" cy="3231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5F9413D-98AE-B9B5-DD7D-94807872DE85}"/>
              </a:ext>
            </a:extLst>
          </p:cNvPr>
          <p:cNvSpPr txBox="1"/>
          <p:nvPr/>
        </p:nvSpPr>
        <p:spPr>
          <a:xfrm>
            <a:off x="226363" y="1060931"/>
            <a:ext cx="1736717" cy="646331"/>
          </a:xfrm>
          <a:prstGeom prst="rect">
            <a:avLst/>
          </a:prstGeom>
          <a:noFill/>
        </p:spPr>
        <p:txBody>
          <a:bodyPr wrap="square">
            <a:spAutoFit/>
          </a:bodyPr>
          <a:lstStyle/>
          <a:p>
            <a:r>
              <a:rPr lang="de-DE" err="1"/>
              <a:t>Appliances</a:t>
            </a:r>
            <a:r>
              <a:rPr lang="de-DE"/>
              <a:t> and EV </a:t>
            </a:r>
            <a:r>
              <a:rPr lang="de-DE" err="1"/>
              <a:t>load</a:t>
            </a:r>
            <a:endParaRPr lang="de-DE"/>
          </a:p>
        </p:txBody>
      </p:sp>
      <p:cxnSp>
        <p:nvCxnSpPr>
          <p:cNvPr id="27" name="Straight Arrow Connector 26">
            <a:extLst>
              <a:ext uri="{FF2B5EF4-FFF2-40B4-BE49-F238E27FC236}">
                <a16:creationId xmlns:a16="http://schemas.microsoft.com/office/drawing/2014/main" id="{CBA5F23D-A4BF-AFB5-D6DB-CAC87128F19C}"/>
              </a:ext>
            </a:extLst>
          </p:cNvPr>
          <p:cNvCxnSpPr>
            <a:cxnSpLocks/>
          </p:cNvCxnSpPr>
          <p:nvPr/>
        </p:nvCxnSpPr>
        <p:spPr>
          <a:xfrm>
            <a:off x="945230" y="1760016"/>
            <a:ext cx="35829" cy="2875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Rectangle: Rounded Corners 37">
            <a:extLst>
              <a:ext uri="{FF2B5EF4-FFF2-40B4-BE49-F238E27FC236}">
                <a16:creationId xmlns:a16="http://schemas.microsoft.com/office/drawing/2014/main" id="{7D887712-65CE-B02F-62A4-60B56E74189F}"/>
              </a:ext>
            </a:extLst>
          </p:cNvPr>
          <p:cNvSpPr/>
          <p:nvPr/>
        </p:nvSpPr>
        <p:spPr>
          <a:xfrm>
            <a:off x="8027198" y="1363665"/>
            <a:ext cx="4039994" cy="2086285"/>
          </a:xfrm>
          <a:prstGeom prst="roundRect">
            <a:avLst/>
          </a:prstGeom>
          <a:solidFill>
            <a:srgbClr val="0029ED"/>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b="1"/>
              <a:t>12 Building Average</a:t>
            </a:r>
          </a:p>
          <a:p>
            <a:pPr algn="ctr"/>
            <a:endParaRPr lang="de-DE" b="1"/>
          </a:p>
          <a:p>
            <a:pPr algn="ctr"/>
            <a:r>
              <a:rPr lang="de-DE" b="1"/>
              <a:t>+7.7% SC</a:t>
            </a:r>
            <a:r>
              <a:rPr lang="de-DE"/>
              <a:t> </a:t>
            </a:r>
            <a:r>
              <a:rPr lang="de-DE" err="1"/>
              <a:t>Increase</a:t>
            </a:r>
            <a:endParaRPr lang="de-DE"/>
          </a:p>
          <a:p>
            <a:pPr algn="ctr"/>
            <a:endParaRPr lang="de-DE" b="1"/>
          </a:p>
          <a:p>
            <a:pPr algn="ctr"/>
            <a:r>
              <a:rPr lang="de-DE" b="1"/>
              <a:t>-2.2% Energy </a:t>
            </a:r>
            <a:r>
              <a:rPr lang="de-DE" b="1" err="1"/>
              <a:t>Consumption</a:t>
            </a:r>
            <a:endParaRPr lang="de-DE" b="1"/>
          </a:p>
          <a:p>
            <a:pPr algn="ctr"/>
            <a:endParaRPr lang="de-DE" b="1"/>
          </a:p>
          <a:p>
            <a:pPr algn="ctr"/>
            <a:r>
              <a:rPr lang="de-DE" b="1"/>
              <a:t>-28.4% Peak P</a:t>
            </a:r>
          </a:p>
        </p:txBody>
      </p:sp>
      <p:cxnSp>
        <p:nvCxnSpPr>
          <p:cNvPr id="39" name="Straight Arrow Connector 38">
            <a:extLst>
              <a:ext uri="{FF2B5EF4-FFF2-40B4-BE49-F238E27FC236}">
                <a16:creationId xmlns:a16="http://schemas.microsoft.com/office/drawing/2014/main" id="{94F41381-A43C-B4DA-58E1-C2E3C0DF88F7}"/>
              </a:ext>
            </a:extLst>
          </p:cNvPr>
          <p:cNvCxnSpPr>
            <a:cxnSpLocks/>
          </p:cNvCxnSpPr>
          <p:nvPr/>
        </p:nvCxnSpPr>
        <p:spPr>
          <a:xfrm>
            <a:off x="2100494" y="2365612"/>
            <a:ext cx="644430" cy="986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79AF0DE9-DD0D-B57C-8004-BC726A9BE569}"/>
              </a:ext>
            </a:extLst>
          </p:cNvPr>
          <p:cNvSpPr/>
          <p:nvPr/>
        </p:nvSpPr>
        <p:spPr>
          <a:xfrm>
            <a:off x="12439252" y="1334879"/>
            <a:ext cx="3135582" cy="51738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solidFill>
                  <a:sysClr val="windowText" lastClr="000000"/>
                </a:solidFill>
              </a:rPr>
              <a:t>Quantitative </a:t>
            </a:r>
            <a:r>
              <a:rPr lang="de-DE" err="1">
                <a:solidFill>
                  <a:sysClr val="windowText" lastClr="000000"/>
                </a:solidFill>
              </a:rPr>
              <a:t>Results</a:t>
            </a:r>
            <a:r>
              <a:rPr lang="de-DE">
                <a:solidFill>
                  <a:sysClr val="windowText" lastClr="000000"/>
                </a:solidFill>
              </a:rPr>
              <a:t> </a:t>
            </a:r>
            <a:r>
              <a:rPr lang="de-DE" err="1">
                <a:solidFill>
                  <a:sysClr val="windowText" lastClr="000000"/>
                </a:solidFill>
              </a:rPr>
              <a:t>analysis</a:t>
            </a:r>
            <a:r>
              <a:rPr lang="de-DE">
                <a:solidFill>
                  <a:sysClr val="windowText" lastClr="000000"/>
                </a:solidFill>
              </a:rPr>
              <a:t> (</a:t>
            </a:r>
            <a:r>
              <a:rPr lang="de-DE" err="1">
                <a:solidFill>
                  <a:sysClr val="windowText" lastClr="000000"/>
                </a:solidFill>
              </a:rPr>
              <a:t>average</a:t>
            </a:r>
            <a:r>
              <a:rPr lang="de-DE">
                <a:solidFill>
                  <a:sysClr val="windowText" lastClr="000000"/>
                </a:solidFill>
              </a:rPr>
              <a:t> </a:t>
            </a:r>
            <a:r>
              <a:rPr lang="de-DE" err="1">
                <a:solidFill>
                  <a:sysClr val="windowText" lastClr="000000"/>
                </a:solidFill>
              </a:rPr>
              <a:t>price</a:t>
            </a:r>
            <a:r>
              <a:rPr lang="de-DE">
                <a:solidFill>
                  <a:sysClr val="windowText" lastClr="000000"/>
                </a:solidFill>
              </a:rPr>
              <a:t>, </a:t>
            </a:r>
            <a:r>
              <a:rPr lang="de-DE" err="1">
                <a:solidFill>
                  <a:sysClr val="windowText" lastClr="000000"/>
                </a:solidFill>
              </a:rPr>
              <a:t>energy</a:t>
            </a:r>
            <a:r>
              <a:rPr lang="de-DE">
                <a:solidFill>
                  <a:sysClr val="windowText" lastClr="000000"/>
                </a:solidFill>
              </a:rPr>
              <a:t> </a:t>
            </a:r>
            <a:r>
              <a:rPr lang="de-DE" err="1">
                <a:solidFill>
                  <a:sysClr val="windowText" lastClr="000000"/>
                </a:solidFill>
              </a:rPr>
              <a:t>supply</a:t>
            </a:r>
            <a:r>
              <a:rPr lang="de-DE">
                <a:solidFill>
                  <a:sysClr val="windowText" lastClr="000000"/>
                </a:solidFill>
              </a:rPr>
              <a:t> </a:t>
            </a:r>
            <a:r>
              <a:rPr lang="de-DE" err="1">
                <a:solidFill>
                  <a:sysClr val="windowText" lastClr="000000"/>
                </a:solidFill>
              </a:rPr>
              <a:t>costs</a:t>
            </a:r>
            <a:r>
              <a:rPr lang="de-DE">
                <a:solidFill>
                  <a:sysClr val="windowText" lastClr="000000"/>
                </a:solidFill>
              </a:rPr>
              <a:t>, </a:t>
            </a:r>
            <a:r>
              <a:rPr lang="de-DE" err="1">
                <a:solidFill>
                  <a:sysClr val="windowText" lastClr="000000"/>
                </a:solidFill>
              </a:rPr>
              <a:t>self</a:t>
            </a:r>
            <a:r>
              <a:rPr lang="de-DE">
                <a:solidFill>
                  <a:sysClr val="windowText" lastClr="000000"/>
                </a:solidFill>
              </a:rPr>
              <a:t> </a:t>
            </a:r>
            <a:r>
              <a:rPr lang="de-DE" err="1">
                <a:solidFill>
                  <a:sysClr val="windowText" lastClr="000000"/>
                </a:solidFill>
              </a:rPr>
              <a:t>consumption</a:t>
            </a:r>
            <a:r>
              <a:rPr lang="de-DE">
                <a:solidFill>
                  <a:sysClr val="windowText" lastClr="000000"/>
                </a:solidFill>
              </a:rPr>
              <a:t>, </a:t>
            </a:r>
            <a:r>
              <a:rPr lang="de-DE" err="1">
                <a:solidFill>
                  <a:sysClr val="windowText" lastClr="000000"/>
                </a:solidFill>
              </a:rPr>
              <a:t>energy</a:t>
            </a:r>
            <a:r>
              <a:rPr lang="de-DE">
                <a:solidFill>
                  <a:sysClr val="windowText" lastClr="000000"/>
                </a:solidFill>
              </a:rPr>
              <a:t> </a:t>
            </a:r>
            <a:r>
              <a:rPr lang="de-DE" err="1">
                <a:solidFill>
                  <a:sysClr val="windowText" lastClr="000000"/>
                </a:solidFill>
              </a:rPr>
              <a:t>deficit</a:t>
            </a:r>
            <a:r>
              <a:rPr lang="de-DE">
                <a:solidFill>
                  <a:sysClr val="windowText" lastClr="000000"/>
                </a:solidFill>
              </a:rPr>
              <a:t>, HP switch on </a:t>
            </a:r>
            <a:r>
              <a:rPr lang="de-DE" err="1">
                <a:solidFill>
                  <a:sysClr val="windowText" lastClr="000000"/>
                </a:solidFill>
              </a:rPr>
              <a:t>times</a:t>
            </a:r>
            <a:r>
              <a:rPr lang="de-DE">
                <a:solidFill>
                  <a:sysClr val="windowText" lastClr="000000"/>
                </a:solidFill>
              </a:rPr>
              <a:t>, NPV </a:t>
            </a:r>
            <a:r>
              <a:rPr lang="de-DE" err="1">
                <a:solidFill>
                  <a:sysClr val="windowText" lastClr="000000"/>
                </a:solidFill>
              </a:rPr>
              <a:t>value</a:t>
            </a:r>
            <a:r>
              <a:rPr lang="de-DE">
                <a:solidFill>
                  <a:sysClr val="windowText" lastClr="000000"/>
                </a:solidFill>
              </a:rPr>
              <a:t>)</a:t>
            </a:r>
          </a:p>
        </p:txBody>
      </p:sp>
      <p:sp>
        <p:nvSpPr>
          <p:cNvPr id="12" name="Content Placeholder 2">
            <a:extLst>
              <a:ext uri="{FF2B5EF4-FFF2-40B4-BE49-F238E27FC236}">
                <a16:creationId xmlns:a16="http://schemas.microsoft.com/office/drawing/2014/main" id="{90B2EB94-6888-BF0C-F1A9-1B54D5B08B0E}"/>
              </a:ext>
            </a:extLst>
          </p:cNvPr>
          <p:cNvSpPr>
            <a:spLocks noGrp="1"/>
          </p:cNvSpPr>
          <p:nvPr>
            <p:ph idx="1"/>
          </p:nvPr>
        </p:nvSpPr>
        <p:spPr>
          <a:xfrm>
            <a:off x="1581270" y="3038757"/>
            <a:ext cx="6645742" cy="454694"/>
          </a:xfrm>
        </p:spPr>
        <p:txBody>
          <a:bodyPr vert="horz" lIns="91440" tIns="45720" rIns="91440" bIns="45720" rtlCol="0" anchor="t">
            <a:noAutofit/>
          </a:bodyPr>
          <a:lstStyle/>
          <a:p>
            <a:pPr marL="0" indent="0">
              <a:buNone/>
            </a:pPr>
            <a:r>
              <a:rPr lang="de-DE"/>
              <a:t>PA+PS   PA+SC   SC+PS   PA+PS+SC</a:t>
            </a:r>
            <a:endParaRPr lang="en-US"/>
          </a:p>
        </p:txBody>
      </p:sp>
      <p:sp>
        <p:nvSpPr>
          <p:cNvPr id="6" name="Rectangle: Rounded Corners 5">
            <a:extLst>
              <a:ext uri="{FF2B5EF4-FFF2-40B4-BE49-F238E27FC236}">
                <a16:creationId xmlns:a16="http://schemas.microsoft.com/office/drawing/2014/main" id="{9E79FDC9-915C-E417-CFB2-B4D2586347D8}"/>
              </a:ext>
            </a:extLst>
          </p:cNvPr>
          <p:cNvSpPr/>
          <p:nvPr/>
        </p:nvSpPr>
        <p:spPr>
          <a:xfrm>
            <a:off x="165554" y="5083271"/>
            <a:ext cx="3732718" cy="1724109"/>
          </a:xfrm>
          <a:prstGeom prst="round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de-DE"/>
          </a:p>
          <a:p>
            <a:pPr algn="ctr"/>
            <a:endParaRPr lang="de-DE"/>
          </a:p>
          <a:p>
            <a:pPr algn="ctr"/>
            <a:r>
              <a:rPr lang="de-DE"/>
              <a:t>NPV </a:t>
            </a:r>
            <a:r>
              <a:rPr lang="de-DE" err="1"/>
              <a:t>Difference</a:t>
            </a:r>
            <a:endParaRPr lang="en-US" err="1">
              <a:solidFill>
                <a:srgbClr val="000000"/>
              </a:solidFill>
            </a:endParaRPr>
          </a:p>
          <a:p>
            <a:pPr algn="ctr"/>
            <a:r>
              <a:rPr lang="de-DE" b="1"/>
              <a:t>386 798</a:t>
            </a:r>
            <a:endParaRPr lang="de-DE"/>
          </a:p>
          <a:p>
            <a:pPr algn="ctr"/>
            <a:endParaRPr lang="de-DE"/>
          </a:p>
          <a:p>
            <a:pPr algn="ctr"/>
            <a:r>
              <a:rPr lang="de-DE"/>
              <a:t>Costs per kWh</a:t>
            </a:r>
          </a:p>
          <a:p>
            <a:pPr algn="ctr"/>
            <a:r>
              <a:rPr lang="de-DE" b="1"/>
              <a:t>-10.3%</a:t>
            </a:r>
          </a:p>
          <a:p>
            <a:pPr algn="ctr"/>
            <a:endParaRPr lang="de-DE" b="1"/>
          </a:p>
          <a:p>
            <a:pPr algn="ctr"/>
            <a:endParaRPr lang="de-DE"/>
          </a:p>
        </p:txBody>
      </p:sp>
      <p:sp>
        <p:nvSpPr>
          <p:cNvPr id="10" name="Rectangle: Rounded Corners 9">
            <a:extLst>
              <a:ext uri="{FF2B5EF4-FFF2-40B4-BE49-F238E27FC236}">
                <a16:creationId xmlns:a16="http://schemas.microsoft.com/office/drawing/2014/main" id="{526686B3-CBD0-ADEF-13B0-91A5A71AE2FB}"/>
              </a:ext>
            </a:extLst>
          </p:cNvPr>
          <p:cNvSpPr/>
          <p:nvPr/>
        </p:nvSpPr>
        <p:spPr>
          <a:xfrm>
            <a:off x="4117504" y="5061033"/>
            <a:ext cx="3694224" cy="1728236"/>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a:t>CO2 </a:t>
            </a:r>
            <a:r>
              <a:rPr lang="de-DE" err="1"/>
              <a:t>emissions</a:t>
            </a:r>
            <a:endParaRPr lang="de-DE"/>
          </a:p>
          <a:p>
            <a:pPr algn="ctr"/>
            <a:r>
              <a:rPr lang="de-DE" b="1"/>
              <a:t>-5.2 %</a:t>
            </a:r>
          </a:p>
        </p:txBody>
      </p:sp>
      <p:sp>
        <p:nvSpPr>
          <p:cNvPr id="16" name="Rectangle: Rounded Corners 15">
            <a:extLst>
              <a:ext uri="{FF2B5EF4-FFF2-40B4-BE49-F238E27FC236}">
                <a16:creationId xmlns:a16="http://schemas.microsoft.com/office/drawing/2014/main" id="{9A6C6560-447C-D1B3-94CE-4FF1BEA9AF19}"/>
              </a:ext>
            </a:extLst>
          </p:cNvPr>
          <p:cNvSpPr/>
          <p:nvPr/>
        </p:nvSpPr>
        <p:spPr>
          <a:xfrm>
            <a:off x="8001612" y="4114532"/>
            <a:ext cx="3878592" cy="2676095"/>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a:t>Energy </a:t>
            </a:r>
            <a:r>
              <a:rPr lang="de-DE" err="1"/>
              <a:t>deficit</a:t>
            </a:r>
          </a:p>
          <a:p>
            <a:pPr algn="ctr"/>
            <a:r>
              <a:rPr lang="de-DE" b="1"/>
              <a:t>-23.9%</a:t>
            </a:r>
          </a:p>
          <a:p>
            <a:pPr algn="ctr"/>
            <a:endParaRPr lang="de-DE"/>
          </a:p>
          <a:p>
            <a:pPr algn="ctr"/>
            <a:r>
              <a:rPr lang="de-DE"/>
              <a:t>Building Min. Tº</a:t>
            </a:r>
          </a:p>
          <a:p>
            <a:pPr algn="ctr"/>
            <a:r>
              <a:rPr lang="de-DE" b="1"/>
              <a:t>20.4 Cº</a:t>
            </a:r>
            <a:r>
              <a:rPr lang="de-DE"/>
              <a:t> (</a:t>
            </a:r>
            <a:r>
              <a:rPr lang="de-DE" b="1"/>
              <a:t>1.5%</a:t>
            </a:r>
            <a:r>
              <a:rPr lang="de-DE"/>
              <a:t> </a:t>
            </a:r>
            <a:r>
              <a:rPr lang="de-DE" err="1"/>
              <a:t>increase</a:t>
            </a:r>
            <a:r>
              <a:rPr lang="de-DE"/>
              <a:t>)</a:t>
            </a:r>
          </a:p>
          <a:p>
            <a:pPr algn="ctr"/>
            <a:endParaRPr lang="de-DE"/>
          </a:p>
          <a:p>
            <a:pPr algn="ctr"/>
            <a:r>
              <a:rPr lang="de-DE"/>
              <a:t>DHW Min. Tº</a:t>
            </a:r>
          </a:p>
          <a:p>
            <a:pPr algn="ctr"/>
            <a:r>
              <a:rPr lang="de-DE" b="1"/>
              <a:t>44.5 Cº</a:t>
            </a:r>
            <a:r>
              <a:rPr lang="de-DE"/>
              <a:t> (</a:t>
            </a:r>
            <a:r>
              <a:rPr lang="de-DE" b="1"/>
              <a:t>1%</a:t>
            </a:r>
            <a:r>
              <a:rPr lang="de-DE"/>
              <a:t> </a:t>
            </a:r>
            <a:r>
              <a:rPr lang="de-DE" err="1"/>
              <a:t>increase</a:t>
            </a:r>
            <a:r>
              <a:rPr lang="de-DE"/>
              <a:t>)</a:t>
            </a:r>
          </a:p>
        </p:txBody>
      </p:sp>
      <p:pic>
        <p:nvPicPr>
          <p:cNvPr id="5" name="Picture 4" descr="Environment - Free ecology and environment icons">
            <a:extLst>
              <a:ext uri="{FF2B5EF4-FFF2-40B4-BE49-F238E27FC236}">
                <a16:creationId xmlns:a16="http://schemas.microsoft.com/office/drawing/2014/main" id="{5916EB80-4DCA-C475-F1CF-56BCA8C6FCF4}"/>
              </a:ext>
            </a:extLst>
          </p:cNvPr>
          <p:cNvPicPr>
            <a:picLocks noChangeAspect="1"/>
          </p:cNvPicPr>
          <p:nvPr/>
        </p:nvPicPr>
        <p:blipFill>
          <a:blip r:embed="rId3"/>
          <a:stretch>
            <a:fillRect/>
          </a:stretch>
        </p:blipFill>
        <p:spPr>
          <a:xfrm>
            <a:off x="7024318" y="5184764"/>
            <a:ext cx="678746" cy="706968"/>
          </a:xfrm>
          <a:prstGeom prst="rect">
            <a:avLst/>
          </a:prstGeom>
        </p:spPr>
      </p:pic>
      <p:pic>
        <p:nvPicPr>
          <p:cNvPr id="20" name="Picture 19" descr="Thermometer Icons in SVG, PNG, AI to Download">
            <a:extLst>
              <a:ext uri="{FF2B5EF4-FFF2-40B4-BE49-F238E27FC236}">
                <a16:creationId xmlns:a16="http://schemas.microsoft.com/office/drawing/2014/main" id="{6B3A8871-A4D9-CA25-BE19-186A89DB9337}"/>
              </a:ext>
            </a:extLst>
          </p:cNvPr>
          <p:cNvPicPr>
            <a:picLocks noChangeAspect="1"/>
          </p:cNvPicPr>
          <p:nvPr/>
        </p:nvPicPr>
        <p:blipFill>
          <a:blip r:embed="rId4"/>
          <a:stretch>
            <a:fillRect/>
          </a:stretch>
        </p:blipFill>
        <p:spPr>
          <a:xfrm>
            <a:off x="11143058" y="4342962"/>
            <a:ext cx="742245" cy="721078"/>
          </a:xfrm>
          <a:prstGeom prst="rect">
            <a:avLst/>
          </a:prstGeom>
        </p:spPr>
      </p:pic>
      <p:sp>
        <p:nvSpPr>
          <p:cNvPr id="8" name="Content Placeholder 2">
            <a:extLst>
              <a:ext uri="{FF2B5EF4-FFF2-40B4-BE49-F238E27FC236}">
                <a16:creationId xmlns:a16="http://schemas.microsoft.com/office/drawing/2014/main" id="{495F753B-3CE6-733D-5B44-B30B156C5DC9}"/>
              </a:ext>
            </a:extLst>
          </p:cNvPr>
          <p:cNvSpPr txBox="1">
            <a:spLocks/>
          </p:cNvSpPr>
          <p:nvPr/>
        </p:nvSpPr>
        <p:spPr>
          <a:xfrm>
            <a:off x="181448" y="3487490"/>
            <a:ext cx="1297630" cy="44763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a:t>Comfort</a:t>
            </a:r>
            <a:endParaRPr lang="en-US"/>
          </a:p>
        </p:txBody>
      </p:sp>
      <p:sp>
        <p:nvSpPr>
          <p:cNvPr id="17" name="Content Placeholder 2">
            <a:extLst>
              <a:ext uri="{FF2B5EF4-FFF2-40B4-BE49-F238E27FC236}">
                <a16:creationId xmlns:a16="http://schemas.microsoft.com/office/drawing/2014/main" id="{6D7608F6-3C59-7981-7D5E-B0BC334EEA38}"/>
              </a:ext>
            </a:extLst>
          </p:cNvPr>
          <p:cNvSpPr txBox="1">
            <a:spLocks/>
          </p:cNvSpPr>
          <p:nvPr/>
        </p:nvSpPr>
        <p:spPr>
          <a:xfrm>
            <a:off x="223780" y="4023712"/>
            <a:ext cx="1163576" cy="45469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err="1"/>
              <a:t>Cost</a:t>
            </a:r>
            <a:r>
              <a:rPr lang="de-DE"/>
              <a:t> </a:t>
            </a:r>
            <a:r>
              <a:rPr lang="de-DE" err="1"/>
              <a:t>Savings</a:t>
            </a:r>
          </a:p>
        </p:txBody>
      </p:sp>
      <p:pic>
        <p:nvPicPr>
          <p:cNvPr id="31" name="Picture 30" descr="Green Plus Icon for Clear and Friendly UI Design">
            <a:extLst>
              <a:ext uri="{FF2B5EF4-FFF2-40B4-BE49-F238E27FC236}">
                <a16:creationId xmlns:a16="http://schemas.microsoft.com/office/drawing/2014/main" id="{0C351387-F95C-983E-63B3-41616F2E8BA4}"/>
              </a:ext>
            </a:extLst>
          </p:cNvPr>
          <p:cNvPicPr>
            <a:picLocks noChangeAspect="1"/>
          </p:cNvPicPr>
          <p:nvPr/>
        </p:nvPicPr>
        <p:blipFill>
          <a:blip r:embed="rId5"/>
          <a:stretch>
            <a:fillRect/>
          </a:stretch>
        </p:blipFill>
        <p:spPr>
          <a:xfrm>
            <a:off x="1705498" y="4034805"/>
            <a:ext cx="684389" cy="670279"/>
          </a:xfrm>
          <a:prstGeom prst="rect">
            <a:avLst/>
          </a:prstGeom>
        </p:spPr>
      </p:pic>
      <p:pic>
        <p:nvPicPr>
          <p:cNvPr id="32" name="Picture 31" descr="Minus sign - Free icons">
            <a:extLst>
              <a:ext uri="{FF2B5EF4-FFF2-40B4-BE49-F238E27FC236}">
                <a16:creationId xmlns:a16="http://schemas.microsoft.com/office/drawing/2014/main" id="{0D0E0304-42CE-64F7-FE55-154DE25171B6}"/>
              </a:ext>
            </a:extLst>
          </p:cNvPr>
          <p:cNvPicPr>
            <a:picLocks noChangeAspect="1"/>
          </p:cNvPicPr>
          <p:nvPr/>
        </p:nvPicPr>
        <p:blipFill>
          <a:blip r:embed="rId6"/>
          <a:stretch>
            <a:fillRect/>
          </a:stretch>
        </p:blipFill>
        <p:spPr>
          <a:xfrm>
            <a:off x="1729486" y="3444960"/>
            <a:ext cx="608189" cy="530580"/>
          </a:xfrm>
          <a:prstGeom prst="rect">
            <a:avLst/>
          </a:prstGeom>
        </p:spPr>
      </p:pic>
      <p:pic>
        <p:nvPicPr>
          <p:cNvPr id="33" name="Picture 32" descr="Green Plus Icon for Clear and Friendly UI Design">
            <a:extLst>
              <a:ext uri="{FF2B5EF4-FFF2-40B4-BE49-F238E27FC236}">
                <a16:creationId xmlns:a16="http://schemas.microsoft.com/office/drawing/2014/main" id="{3C3D09DC-0322-E99F-531A-4A9DC16A1F78}"/>
              </a:ext>
            </a:extLst>
          </p:cNvPr>
          <p:cNvPicPr>
            <a:picLocks noChangeAspect="1"/>
          </p:cNvPicPr>
          <p:nvPr/>
        </p:nvPicPr>
        <p:blipFill>
          <a:blip r:embed="rId5"/>
          <a:stretch>
            <a:fillRect/>
          </a:stretch>
        </p:blipFill>
        <p:spPr>
          <a:xfrm>
            <a:off x="3222442" y="3350416"/>
            <a:ext cx="684389" cy="670279"/>
          </a:xfrm>
          <a:prstGeom prst="rect">
            <a:avLst/>
          </a:prstGeom>
        </p:spPr>
      </p:pic>
      <p:pic>
        <p:nvPicPr>
          <p:cNvPr id="34" name="Picture 33" descr="Minus sign - Free icons">
            <a:extLst>
              <a:ext uri="{FF2B5EF4-FFF2-40B4-BE49-F238E27FC236}">
                <a16:creationId xmlns:a16="http://schemas.microsoft.com/office/drawing/2014/main" id="{EC17B9FF-2266-D640-72AF-740FAE7A4647}"/>
              </a:ext>
            </a:extLst>
          </p:cNvPr>
          <p:cNvPicPr>
            <a:picLocks noChangeAspect="1"/>
          </p:cNvPicPr>
          <p:nvPr/>
        </p:nvPicPr>
        <p:blipFill>
          <a:blip r:embed="rId6"/>
          <a:stretch>
            <a:fillRect/>
          </a:stretch>
        </p:blipFill>
        <p:spPr>
          <a:xfrm>
            <a:off x="3281707" y="4132268"/>
            <a:ext cx="537635" cy="530580"/>
          </a:xfrm>
          <a:prstGeom prst="rect">
            <a:avLst/>
          </a:prstGeom>
        </p:spPr>
      </p:pic>
      <p:pic>
        <p:nvPicPr>
          <p:cNvPr id="35" name="Picture 34" descr="Minus sign - Free icons">
            <a:extLst>
              <a:ext uri="{FF2B5EF4-FFF2-40B4-BE49-F238E27FC236}">
                <a16:creationId xmlns:a16="http://schemas.microsoft.com/office/drawing/2014/main" id="{0E260115-E42B-5C13-FC24-1EC02704C25A}"/>
              </a:ext>
            </a:extLst>
          </p:cNvPr>
          <p:cNvPicPr>
            <a:picLocks noChangeAspect="1"/>
          </p:cNvPicPr>
          <p:nvPr/>
        </p:nvPicPr>
        <p:blipFill>
          <a:blip r:embed="rId6"/>
          <a:stretch>
            <a:fillRect/>
          </a:stretch>
        </p:blipFill>
        <p:spPr>
          <a:xfrm>
            <a:off x="4904486" y="3444960"/>
            <a:ext cx="608189" cy="530580"/>
          </a:xfrm>
          <a:prstGeom prst="rect">
            <a:avLst/>
          </a:prstGeom>
        </p:spPr>
      </p:pic>
      <p:pic>
        <p:nvPicPr>
          <p:cNvPr id="36" name="Picture 35" descr="Green Plus Icon for Clear and Friendly UI Design">
            <a:extLst>
              <a:ext uri="{FF2B5EF4-FFF2-40B4-BE49-F238E27FC236}">
                <a16:creationId xmlns:a16="http://schemas.microsoft.com/office/drawing/2014/main" id="{8B9EA81A-C49F-60F0-51AA-95EB84B2CEDD}"/>
              </a:ext>
            </a:extLst>
          </p:cNvPr>
          <p:cNvPicPr>
            <a:picLocks noChangeAspect="1"/>
          </p:cNvPicPr>
          <p:nvPr/>
        </p:nvPicPr>
        <p:blipFill>
          <a:blip r:embed="rId5"/>
          <a:stretch>
            <a:fillRect/>
          </a:stretch>
        </p:blipFill>
        <p:spPr>
          <a:xfrm>
            <a:off x="4866386" y="4034805"/>
            <a:ext cx="684389" cy="670279"/>
          </a:xfrm>
          <a:prstGeom prst="rect">
            <a:avLst/>
          </a:prstGeom>
        </p:spPr>
      </p:pic>
      <p:pic>
        <p:nvPicPr>
          <p:cNvPr id="37" name="Picture 36" descr="Green Plus Icon for Clear and Friendly UI Design">
            <a:extLst>
              <a:ext uri="{FF2B5EF4-FFF2-40B4-BE49-F238E27FC236}">
                <a16:creationId xmlns:a16="http://schemas.microsoft.com/office/drawing/2014/main" id="{CD8E5066-A298-FBDB-AA44-4CC477C4CE63}"/>
              </a:ext>
            </a:extLst>
          </p:cNvPr>
          <p:cNvPicPr>
            <a:picLocks noChangeAspect="1"/>
          </p:cNvPicPr>
          <p:nvPr/>
        </p:nvPicPr>
        <p:blipFill>
          <a:blip r:embed="rId5"/>
          <a:stretch>
            <a:fillRect/>
          </a:stretch>
        </p:blipFill>
        <p:spPr>
          <a:xfrm>
            <a:off x="6425664" y="4034805"/>
            <a:ext cx="684389" cy="670279"/>
          </a:xfrm>
          <a:prstGeom prst="rect">
            <a:avLst/>
          </a:prstGeom>
        </p:spPr>
      </p:pic>
      <p:pic>
        <p:nvPicPr>
          <p:cNvPr id="40" name="Picture 39" descr="Green Plus Icon for Clear and Friendly UI Design">
            <a:extLst>
              <a:ext uri="{FF2B5EF4-FFF2-40B4-BE49-F238E27FC236}">
                <a16:creationId xmlns:a16="http://schemas.microsoft.com/office/drawing/2014/main" id="{924A4888-1609-6E90-601B-D501FC87742E}"/>
              </a:ext>
            </a:extLst>
          </p:cNvPr>
          <p:cNvPicPr>
            <a:picLocks noChangeAspect="1"/>
          </p:cNvPicPr>
          <p:nvPr/>
        </p:nvPicPr>
        <p:blipFill>
          <a:blip r:embed="rId5"/>
          <a:stretch>
            <a:fillRect/>
          </a:stretch>
        </p:blipFill>
        <p:spPr>
          <a:xfrm>
            <a:off x="6425664" y="3350416"/>
            <a:ext cx="684389" cy="670279"/>
          </a:xfrm>
          <a:prstGeom prst="rect">
            <a:avLst/>
          </a:prstGeom>
        </p:spPr>
      </p:pic>
      <p:pic>
        <p:nvPicPr>
          <p:cNvPr id="21" name="Picture 20" descr="Money - Free miscellaneous icons">
            <a:extLst>
              <a:ext uri="{FF2B5EF4-FFF2-40B4-BE49-F238E27FC236}">
                <a16:creationId xmlns:a16="http://schemas.microsoft.com/office/drawing/2014/main" id="{D7D163AF-0A26-ED20-A7D4-978B47099EF8}"/>
              </a:ext>
            </a:extLst>
          </p:cNvPr>
          <p:cNvPicPr>
            <a:picLocks noChangeAspect="1"/>
          </p:cNvPicPr>
          <p:nvPr/>
        </p:nvPicPr>
        <p:blipFill>
          <a:blip r:embed="rId7"/>
          <a:stretch>
            <a:fillRect/>
          </a:stretch>
        </p:blipFill>
        <p:spPr>
          <a:xfrm>
            <a:off x="3131022" y="5186048"/>
            <a:ext cx="657408" cy="709958"/>
          </a:xfrm>
          <a:prstGeom prst="rect">
            <a:avLst/>
          </a:prstGeom>
        </p:spPr>
      </p:pic>
      <p:pic>
        <p:nvPicPr>
          <p:cNvPr id="22" name="Picture 21" descr="Solar panel - Free technology icons">
            <a:extLst>
              <a:ext uri="{FF2B5EF4-FFF2-40B4-BE49-F238E27FC236}">
                <a16:creationId xmlns:a16="http://schemas.microsoft.com/office/drawing/2014/main" id="{60631B67-CE2D-6610-DDE7-A118492A53BD}"/>
              </a:ext>
            </a:extLst>
          </p:cNvPr>
          <p:cNvPicPr>
            <a:picLocks noChangeAspect="1"/>
          </p:cNvPicPr>
          <p:nvPr/>
        </p:nvPicPr>
        <p:blipFill>
          <a:blip r:embed="rId8"/>
          <a:stretch>
            <a:fillRect/>
          </a:stretch>
        </p:blipFill>
        <p:spPr>
          <a:xfrm>
            <a:off x="4209393" y="905204"/>
            <a:ext cx="495300" cy="534715"/>
          </a:xfrm>
          <a:prstGeom prst="rect">
            <a:avLst/>
          </a:prstGeom>
        </p:spPr>
      </p:pic>
      <p:pic>
        <p:nvPicPr>
          <p:cNvPr id="28" name="Picture 27" descr="Ev Phatplus Lineal Color icon | Freepik">
            <a:extLst>
              <a:ext uri="{FF2B5EF4-FFF2-40B4-BE49-F238E27FC236}">
                <a16:creationId xmlns:a16="http://schemas.microsoft.com/office/drawing/2014/main" id="{A5BDFA6E-E80B-75F9-F773-8E7BCF8D0901}"/>
              </a:ext>
            </a:extLst>
          </p:cNvPr>
          <p:cNvPicPr>
            <a:picLocks noChangeAspect="1"/>
          </p:cNvPicPr>
          <p:nvPr/>
        </p:nvPicPr>
        <p:blipFill>
          <a:blip r:embed="rId9"/>
          <a:stretch>
            <a:fillRect/>
          </a:stretch>
        </p:blipFill>
        <p:spPr>
          <a:xfrm>
            <a:off x="1502979" y="905201"/>
            <a:ext cx="409905" cy="455889"/>
          </a:xfrm>
          <a:prstGeom prst="rect">
            <a:avLst/>
          </a:prstGeom>
        </p:spPr>
      </p:pic>
      <p:pic>
        <p:nvPicPr>
          <p:cNvPr id="29" name="Picture 28" descr="Home appliance Generic Outline Color icon | Freepik">
            <a:extLst>
              <a:ext uri="{FF2B5EF4-FFF2-40B4-BE49-F238E27FC236}">
                <a16:creationId xmlns:a16="http://schemas.microsoft.com/office/drawing/2014/main" id="{C6C14FAB-19E5-BF0B-0254-019D42F3570C}"/>
              </a:ext>
            </a:extLst>
          </p:cNvPr>
          <p:cNvPicPr>
            <a:picLocks noChangeAspect="1"/>
          </p:cNvPicPr>
          <p:nvPr/>
        </p:nvPicPr>
        <p:blipFill>
          <a:blip r:embed="rId10"/>
          <a:stretch>
            <a:fillRect/>
          </a:stretch>
        </p:blipFill>
        <p:spPr>
          <a:xfrm>
            <a:off x="1562100" y="1351893"/>
            <a:ext cx="567560" cy="560992"/>
          </a:xfrm>
          <a:prstGeom prst="rect">
            <a:avLst/>
          </a:prstGeom>
        </p:spPr>
      </p:pic>
      <p:pic>
        <p:nvPicPr>
          <p:cNvPr id="30" name="Picture 29" descr="Market Power Icons - Free SVG &amp; PNG Market Power Images - Noun Project">
            <a:extLst>
              <a:ext uri="{FF2B5EF4-FFF2-40B4-BE49-F238E27FC236}">
                <a16:creationId xmlns:a16="http://schemas.microsoft.com/office/drawing/2014/main" id="{825A2E5D-E145-E0DC-0C92-FF5795B8E5C0}"/>
              </a:ext>
            </a:extLst>
          </p:cNvPr>
          <p:cNvPicPr>
            <a:picLocks noChangeAspect="1"/>
          </p:cNvPicPr>
          <p:nvPr/>
        </p:nvPicPr>
        <p:blipFill>
          <a:blip r:embed="rId11"/>
          <a:stretch>
            <a:fillRect/>
          </a:stretch>
        </p:blipFill>
        <p:spPr>
          <a:xfrm>
            <a:off x="7027480" y="1036584"/>
            <a:ext cx="613541" cy="606974"/>
          </a:xfrm>
          <a:prstGeom prst="rect">
            <a:avLst/>
          </a:prstGeom>
        </p:spPr>
      </p:pic>
      <p:sp>
        <p:nvSpPr>
          <p:cNvPr id="3" name="Slide Number Placeholder 2">
            <a:extLst>
              <a:ext uri="{FF2B5EF4-FFF2-40B4-BE49-F238E27FC236}">
                <a16:creationId xmlns:a16="http://schemas.microsoft.com/office/drawing/2014/main" id="{78EEB4E5-A9E0-E1FE-6FD9-3ED123830BEE}"/>
              </a:ext>
            </a:extLst>
          </p:cNvPr>
          <p:cNvSpPr>
            <a:spLocks noGrp="1"/>
          </p:cNvSpPr>
          <p:nvPr>
            <p:ph type="sldNum" sz="quarter" idx="12"/>
          </p:nvPr>
        </p:nvSpPr>
        <p:spPr/>
        <p:txBody>
          <a:bodyPr/>
          <a:lstStyle/>
          <a:p>
            <a:fld id="{B716C8F4-20CD-364A-8A8E-DE130115B178}" type="slidenum">
              <a:rPr lang="sv-SE" smtClean="0"/>
              <a:t>23</a:t>
            </a:fld>
            <a:endParaRPr lang="sv-SE"/>
          </a:p>
        </p:txBody>
      </p:sp>
    </p:spTree>
    <p:extLst>
      <p:ext uri="{BB962C8B-B14F-4D97-AF65-F5344CB8AC3E}">
        <p14:creationId xmlns:p14="http://schemas.microsoft.com/office/powerpoint/2010/main" val="34854141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DFF43E3-785C-1D09-A0E1-1367C629FC31}"/>
            </a:ext>
          </a:extLst>
        </p:cNvPr>
        <p:cNvGrpSpPr/>
        <p:nvPr/>
      </p:nvGrpSpPr>
      <p:grpSpPr>
        <a:xfrm>
          <a:off x="0" y="0"/>
          <a:ext cx="0" cy="0"/>
          <a:chOff x="0" y="0"/>
          <a:chExt cx="0" cy="0"/>
        </a:xfrm>
      </p:grpSpPr>
      <p:pic>
        <p:nvPicPr>
          <p:cNvPr id="19" name="Graphic 18" descr="Battery with solid fill">
            <a:extLst>
              <a:ext uri="{FF2B5EF4-FFF2-40B4-BE49-F238E27FC236}">
                <a16:creationId xmlns:a16="http://schemas.microsoft.com/office/drawing/2014/main" id="{CF9D61E5-39DA-DC0C-4D39-0D38363A12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92526" y="2085484"/>
            <a:ext cx="1796282" cy="1796282"/>
          </a:xfrm>
          <a:prstGeom prst="rect">
            <a:avLst/>
          </a:prstGeom>
        </p:spPr>
      </p:pic>
      <p:pic>
        <p:nvPicPr>
          <p:cNvPr id="4" name="Picture 3" descr="Red forbidden sign no warning icon on blank background 4144357 Vector Art  at Vecteezy">
            <a:extLst>
              <a:ext uri="{FF2B5EF4-FFF2-40B4-BE49-F238E27FC236}">
                <a16:creationId xmlns:a16="http://schemas.microsoft.com/office/drawing/2014/main" id="{224F256D-AF6F-223C-3548-CCF6D4D5F8A5}"/>
              </a:ext>
            </a:extLst>
          </p:cNvPr>
          <p:cNvPicPr>
            <a:picLocks noChangeAspect="1"/>
          </p:cNvPicPr>
          <p:nvPr/>
        </p:nvPicPr>
        <p:blipFill>
          <a:blip r:embed="rId4"/>
          <a:srcRect l="9237" t="7206" r="10671" b="6748"/>
          <a:stretch>
            <a:fillRect/>
          </a:stretch>
        </p:blipFill>
        <p:spPr>
          <a:xfrm>
            <a:off x="4520948" y="2115967"/>
            <a:ext cx="1583251" cy="1663199"/>
          </a:xfrm>
          <a:prstGeom prst="rect">
            <a:avLst/>
          </a:prstGeom>
          <a:ln>
            <a:noFill/>
          </a:ln>
        </p:spPr>
      </p:pic>
      <p:cxnSp>
        <p:nvCxnSpPr>
          <p:cNvPr id="29" name="Straight Arrow Connector 28">
            <a:extLst>
              <a:ext uri="{FF2B5EF4-FFF2-40B4-BE49-F238E27FC236}">
                <a16:creationId xmlns:a16="http://schemas.microsoft.com/office/drawing/2014/main" id="{0172DBA1-B041-A9F1-4206-2B5B5D4851AF}"/>
              </a:ext>
            </a:extLst>
          </p:cNvPr>
          <p:cNvCxnSpPr>
            <a:cxnSpLocks/>
            <a:stCxn id="21" idx="3"/>
          </p:cNvCxnSpPr>
          <p:nvPr/>
        </p:nvCxnSpPr>
        <p:spPr>
          <a:xfrm>
            <a:off x="7519863" y="1543455"/>
            <a:ext cx="458169" cy="30750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42E4566-19B7-57F4-700E-544F6D57C217}"/>
              </a:ext>
            </a:extLst>
          </p:cNvPr>
          <p:cNvSpPr>
            <a:spLocks noGrp="1"/>
          </p:cNvSpPr>
          <p:nvPr>
            <p:ph type="title"/>
          </p:nvPr>
        </p:nvSpPr>
        <p:spPr>
          <a:xfrm>
            <a:off x="1204420" y="359908"/>
            <a:ext cx="10990263" cy="568412"/>
          </a:xfrm>
        </p:spPr>
        <p:txBody>
          <a:bodyPr/>
          <a:lstStyle/>
          <a:p>
            <a:r>
              <a:rPr lang="de-DE" err="1"/>
              <a:t>Combined</a:t>
            </a:r>
            <a:r>
              <a:rPr lang="de-DE"/>
              <a:t> </a:t>
            </a:r>
            <a:r>
              <a:rPr lang="de-DE" err="1"/>
              <a:t>Strategy</a:t>
            </a:r>
          </a:p>
        </p:txBody>
      </p:sp>
      <p:sp>
        <p:nvSpPr>
          <p:cNvPr id="3" name="Content Placeholder 2">
            <a:extLst>
              <a:ext uri="{FF2B5EF4-FFF2-40B4-BE49-F238E27FC236}">
                <a16:creationId xmlns:a16="http://schemas.microsoft.com/office/drawing/2014/main" id="{2DC81449-0832-E207-B93E-F53CE85221E7}"/>
              </a:ext>
            </a:extLst>
          </p:cNvPr>
          <p:cNvSpPr>
            <a:spLocks noGrp="1"/>
          </p:cNvSpPr>
          <p:nvPr>
            <p:ph idx="1"/>
          </p:nvPr>
        </p:nvSpPr>
        <p:spPr>
          <a:xfrm>
            <a:off x="277195" y="3733138"/>
            <a:ext cx="5821759" cy="965692"/>
          </a:xfrm>
        </p:spPr>
        <p:txBody>
          <a:bodyPr vert="horz" lIns="91440" tIns="45720" rIns="91440" bIns="45720" rtlCol="0" anchor="t">
            <a:noAutofit/>
          </a:bodyPr>
          <a:lstStyle/>
          <a:p>
            <a:r>
              <a:rPr lang="de-DE"/>
              <a:t>Best Controller; EV + HP </a:t>
            </a:r>
            <a:r>
              <a:rPr lang="de-DE" err="1"/>
              <a:t>control</a:t>
            </a:r>
            <a:endParaRPr lang="de-DE"/>
          </a:p>
          <a:p>
            <a:r>
              <a:rPr lang="de-DE"/>
              <a:t>Bad Impact </a:t>
            </a:r>
            <a:r>
              <a:rPr lang="de-DE" err="1"/>
              <a:t>of</a:t>
            </a:r>
            <a:r>
              <a:rPr lang="de-DE"/>
              <a:t> BESS </a:t>
            </a:r>
            <a:r>
              <a:rPr lang="de-DE" err="1"/>
              <a:t>without</a:t>
            </a:r>
            <a:r>
              <a:rPr lang="de-DE"/>
              <a:t> </a:t>
            </a:r>
            <a:r>
              <a:rPr lang="de-DE" err="1"/>
              <a:t>subsidies</a:t>
            </a:r>
            <a:endParaRPr lang="de-DE"/>
          </a:p>
        </p:txBody>
      </p:sp>
      <p:sp>
        <p:nvSpPr>
          <p:cNvPr id="6" name="Rectangle: Rounded Corners 5">
            <a:extLst>
              <a:ext uri="{FF2B5EF4-FFF2-40B4-BE49-F238E27FC236}">
                <a16:creationId xmlns:a16="http://schemas.microsoft.com/office/drawing/2014/main" id="{9FBAD36F-5A7E-3E40-92F9-85710D83889F}"/>
              </a:ext>
            </a:extLst>
          </p:cNvPr>
          <p:cNvSpPr/>
          <p:nvPr/>
        </p:nvSpPr>
        <p:spPr>
          <a:xfrm>
            <a:off x="6431280" y="101600"/>
            <a:ext cx="6014720" cy="782320"/>
          </a:xfrm>
          <a:prstGeom prst="roundRect">
            <a:avLst/>
          </a:prstGeom>
          <a:solidFill>
            <a:srgbClr val="0029ED"/>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sz="4000" b="1" err="1"/>
              <a:t>Combined</a:t>
            </a:r>
            <a:r>
              <a:rPr lang="de-DE" sz="4000" b="1"/>
              <a:t> Controllers</a:t>
            </a:r>
          </a:p>
        </p:txBody>
      </p:sp>
      <p:sp>
        <p:nvSpPr>
          <p:cNvPr id="8" name="Rectangle: Rounded Corners 7">
            <a:extLst>
              <a:ext uri="{FF2B5EF4-FFF2-40B4-BE49-F238E27FC236}">
                <a16:creationId xmlns:a16="http://schemas.microsoft.com/office/drawing/2014/main" id="{112FDE9E-0C95-4516-9597-68AD0B3DF179}"/>
              </a:ext>
            </a:extLst>
          </p:cNvPr>
          <p:cNvSpPr/>
          <p:nvPr/>
        </p:nvSpPr>
        <p:spPr>
          <a:xfrm>
            <a:off x="165554" y="4863712"/>
            <a:ext cx="3732718" cy="1943668"/>
          </a:xfrm>
          <a:prstGeom prst="round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de-DE"/>
          </a:p>
          <a:p>
            <a:pPr algn="ctr"/>
            <a:endParaRPr lang="de-DE"/>
          </a:p>
          <a:p>
            <a:pPr algn="ctr"/>
            <a:r>
              <a:rPr lang="de-DE"/>
              <a:t>NPV </a:t>
            </a:r>
            <a:r>
              <a:rPr lang="de-DE" err="1"/>
              <a:t>Difference</a:t>
            </a:r>
            <a:endParaRPr lang="de-DE"/>
          </a:p>
          <a:p>
            <a:pPr algn="ctr"/>
            <a:r>
              <a:rPr lang="de-DE" b="1"/>
              <a:t>410 276</a:t>
            </a:r>
          </a:p>
          <a:p>
            <a:pPr algn="ctr"/>
            <a:endParaRPr lang="de-DE"/>
          </a:p>
          <a:p>
            <a:pPr algn="ctr"/>
            <a:r>
              <a:rPr lang="de-DE"/>
              <a:t>Costs per kWh</a:t>
            </a:r>
          </a:p>
          <a:p>
            <a:pPr algn="ctr"/>
            <a:r>
              <a:rPr lang="de-DE" b="1"/>
              <a:t>-20.5%</a:t>
            </a:r>
          </a:p>
          <a:p>
            <a:pPr algn="ctr"/>
            <a:endParaRPr lang="de-DE" b="1"/>
          </a:p>
          <a:p>
            <a:pPr algn="ctr"/>
            <a:endParaRPr lang="de-DE"/>
          </a:p>
        </p:txBody>
      </p:sp>
      <p:sp>
        <p:nvSpPr>
          <p:cNvPr id="10" name="Rectangle: Rounded Corners 9">
            <a:extLst>
              <a:ext uri="{FF2B5EF4-FFF2-40B4-BE49-F238E27FC236}">
                <a16:creationId xmlns:a16="http://schemas.microsoft.com/office/drawing/2014/main" id="{FB162047-0174-59C9-03F3-0DD032CE909F}"/>
              </a:ext>
            </a:extLst>
          </p:cNvPr>
          <p:cNvSpPr/>
          <p:nvPr/>
        </p:nvSpPr>
        <p:spPr>
          <a:xfrm>
            <a:off x="4117504" y="4841474"/>
            <a:ext cx="3694224" cy="1947795"/>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a:t>CO2 </a:t>
            </a:r>
            <a:r>
              <a:rPr lang="de-DE" err="1"/>
              <a:t>emissions</a:t>
            </a:r>
            <a:endParaRPr lang="de-DE"/>
          </a:p>
          <a:p>
            <a:pPr algn="ctr"/>
            <a:r>
              <a:rPr lang="de-DE" b="1"/>
              <a:t>-12 %</a:t>
            </a:r>
          </a:p>
        </p:txBody>
      </p:sp>
      <p:sp>
        <p:nvSpPr>
          <p:cNvPr id="12" name="Rectangle: Rounded Corners 11">
            <a:extLst>
              <a:ext uri="{FF2B5EF4-FFF2-40B4-BE49-F238E27FC236}">
                <a16:creationId xmlns:a16="http://schemas.microsoft.com/office/drawing/2014/main" id="{ECCB0314-1130-5CE3-7AF4-6D3BBB378CF1}"/>
              </a:ext>
            </a:extLst>
          </p:cNvPr>
          <p:cNvSpPr/>
          <p:nvPr/>
        </p:nvSpPr>
        <p:spPr>
          <a:xfrm>
            <a:off x="8001612" y="4114532"/>
            <a:ext cx="3878592" cy="2676095"/>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a:t>Energy </a:t>
            </a:r>
            <a:r>
              <a:rPr lang="de-DE" err="1"/>
              <a:t>deficit</a:t>
            </a:r>
            <a:endParaRPr lang="de-DE"/>
          </a:p>
          <a:p>
            <a:pPr algn="ctr"/>
            <a:r>
              <a:rPr lang="de-DE" b="1"/>
              <a:t>-23.7%</a:t>
            </a:r>
          </a:p>
          <a:p>
            <a:pPr algn="ctr"/>
            <a:endParaRPr lang="de-DE"/>
          </a:p>
          <a:p>
            <a:pPr algn="ctr"/>
            <a:r>
              <a:rPr lang="de-DE"/>
              <a:t>Building Min. Tº</a:t>
            </a:r>
          </a:p>
          <a:p>
            <a:pPr algn="ctr"/>
            <a:r>
              <a:rPr lang="de-DE" b="1"/>
              <a:t>20 Cº</a:t>
            </a:r>
            <a:r>
              <a:rPr lang="de-DE"/>
              <a:t> (</a:t>
            </a:r>
            <a:r>
              <a:rPr lang="de-DE" b="1"/>
              <a:t>2%</a:t>
            </a:r>
            <a:r>
              <a:rPr lang="de-DE"/>
              <a:t> </a:t>
            </a:r>
            <a:r>
              <a:rPr lang="de-DE" err="1"/>
              <a:t>decrease</a:t>
            </a:r>
            <a:r>
              <a:rPr lang="de-DE"/>
              <a:t>)</a:t>
            </a:r>
          </a:p>
          <a:p>
            <a:pPr algn="ctr"/>
            <a:endParaRPr lang="de-DE"/>
          </a:p>
          <a:p>
            <a:pPr algn="ctr"/>
            <a:r>
              <a:rPr lang="de-DE"/>
              <a:t>DHW Min. Tº</a:t>
            </a:r>
          </a:p>
          <a:p>
            <a:pPr algn="ctr"/>
            <a:r>
              <a:rPr lang="de-DE" b="1"/>
              <a:t>47.7 Cº</a:t>
            </a:r>
            <a:r>
              <a:rPr lang="de-DE"/>
              <a:t> (</a:t>
            </a:r>
            <a:r>
              <a:rPr lang="de-DE" b="1"/>
              <a:t>1.4%</a:t>
            </a:r>
            <a:r>
              <a:rPr lang="de-DE"/>
              <a:t> </a:t>
            </a:r>
            <a:r>
              <a:rPr lang="de-DE" err="1"/>
              <a:t>decrease</a:t>
            </a:r>
            <a:r>
              <a:rPr lang="de-DE"/>
              <a:t>)</a:t>
            </a:r>
          </a:p>
        </p:txBody>
      </p:sp>
      <p:pic>
        <p:nvPicPr>
          <p:cNvPr id="14" name="Picture 13" descr="Environment - Free ecology and environment icons">
            <a:extLst>
              <a:ext uri="{FF2B5EF4-FFF2-40B4-BE49-F238E27FC236}">
                <a16:creationId xmlns:a16="http://schemas.microsoft.com/office/drawing/2014/main" id="{3E245CA5-CD71-0FE3-F924-73559736897D}"/>
              </a:ext>
            </a:extLst>
          </p:cNvPr>
          <p:cNvPicPr>
            <a:picLocks noChangeAspect="1"/>
          </p:cNvPicPr>
          <p:nvPr/>
        </p:nvPicPr>
        <p:blipFill>
          <a:blip r:embed="rId5"/>
          <a:stretch>
            <a:fillRect/>
          </a:stretch>
        </p:blipFill>
        <p:spPr>
          <a:xfrm>
            <a:off x="7024318" y="4965205"/>
            <a:ext cx="678746" cy="706968"/>
          </a:xfrm>
          <a:prstGeom prst="rect">
            <a:avLst/>
          </a:prstGeom>
        </p:spPr>
      </p:pic>
      <p:pic>
        <p:nvPicPr>
          <p:cNvPr id="16" name="Picture 15" descr="Thermometer Icons in SVG, PNG, AI to Download">
            <a:extLst>
              <a:ext uri="{FF2B5EF4-FFF2-40B4-BE49-F238E27FC236}">
                <a16:creationId xmlns:a16="http://schemas.microsoft.com/office/drawing/2014/main" id="{59E53D05-3858-D048-279A-7B2B13E37C65}"/>
              </a:ext>
            </a:extLst>
          </p:cNvPr>
          <p:cNvPicPr>
            <a:picLocks noChangeAspect="1"/>
          </p:cNvPicPr>
          <p:nvPr/>
        </p:nvPicPr>
        <p:blipFill>
          <a:blip r:embed="rId6"/>
          <a:stretch>
            <a:fillRect/>
          </a:stretch>
        </p:blipFill>
        <p:spPr>
          <a:xfrm>
            <a:off x="11143058" y="4342962"/>
            <a:ext cx="742245" cy="721078"/>
          </a:xfrm>
          <a:prstGeom prst="rect">
            <a:avLst/>
          </a:prstGeom>
        </p:spPr>
      </p:pic>
      <p:pic>
        <p:nvPicPr>
          <p:cNvPr id="18" name="Picture 17" descr="Money - Free miscellaneous icons">
            <a:extLst>
              <a:ext uri="{FF2B5EF4-FFF2-40B4-BE49-F238E27FC236}">
                <a16:creationId xmlns:a16="http://schemas.microsoft.com/office/drawing/2014/main" id="{3DE6EDED-3304-6EBD-1035-497ED4207BD9}"/>
              </a:ext>
            </a:extLst>
          </p:cNvPr>
          <p:cNvPicPr>
            <a:picLocks noChangeAspect="1"/>
          </p:cNvPicPr>
          <p:nvPr/>
        </p:nvPicPr>
        <p:blipFill>
          <a:blip r:embed="rId7"/>
          <a:stretch>
            <a:fillRect/>
          </a:stretch>
        </p:blipFill>
        <p:spPr>
          <a:xfrm>
            <a:off x="3131022" y="4966489"/>
            <a:ext cx="657408" cy="709958"/>
          </a:xfrm>
          <a:prstGeom prst="rect">
            <a:avLst/>
          </a:prstGeom>
        </p:spPr>
      </p:pic>
      <p:sp>
        <p:nvSpPr>
          <p:cNvPr id="5" name="Rectangle: Rounded Corners 4">
            <a:extLst>
              <a:ext uri="{FF2B5EF4-FFF2-40B4-BE49-F238E27FC236}">
                <a16:creationId xmlns:a16="http://schemas.microsoft.com/office/drawing/2014/main" id="{E670019F-B98F-4A5F-699A-32D5F2F0B66D}"/>
              </a:ext>
            </a:extLst>
          </p:cNvPr>
          <p:cNvSpPr/>
          <p:nvPr/>
        </p:nvSpPr>
        <p:spPr>
          <a:xfrm>
            <a:off x="8001368" y="1415326"/>
            <a:ext cx="3885011" cy="2396250"/>
          </a:xfrm>
          <a:prstGeom prst="roundRect">
            <a:avLst/>
          </a:prstGeom>
          <a:solidFill>
            <a:srgbClr val="0029ED"/>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b="1"/>
              <a:t>+3.8% SC</a:t>
            </a:r>
            <a:r>
              <a:rPr lang="de-DE"/>
              <a:t> </a:t>
            </a:r>
            <a:r>
              <a:rPr lang="de-DE" err="1"/>
              <a:t>Increase</a:t>
            </a:r>
            <a:endParaRPr lang="de-DE"/>
          </a:p>
          <a:p>
            <a:pPr algn="ctr"/>
            <a:endParaRPr lang="de-DE" b="1"/>
          </a:p>
          <a:p>
            <a:pPr algn="ctr"/>
            <a:r>
              <a:rPr lang="de-DE" b="1"/>
              <a:t>-3.7% Energy </a:t>
            </a:r>
            <a:r>
              <a:rPr lang="de-DE" b="1" err="1"/>
              <a:t>Consumption</a:t>
            </a:r>
            <a:endParaRPr lang="de-DE" b="1"/>
          </a:p>
          <a:p>
            <a:pPr algn="ctr"/>
            <a:endParaRPr lang="de-DE" b="1"/>
          </a:p>
          <a:p>
            <a:pPr algn="ctr"/>
            <a:r>
              <a:rPr lang="de-DE" b="1"/>
              <a:t>-4.9% Peak Power</a:t>
            </a:r>
          </a:p>
        </p:txBody>
      </p:sp>
      <p:pic>
        <p:nvPicPr>
          <p:cNvPr id="9" name="Picture 8" descr="Free Plus SVG, PNG Icon, Symbol. Download Image.">
            <a:extLst>
              <a:ext uri="{FF2B5EF4-FFF2-40B4-BE49-F238E27FC236}">
                <a16:creationId xmlns:a16="http://schemas.microsoft.com/office/drawing/2014/main" id="{C9D52D03-A670-797A-37CB-44607FE3C6B1}"/>
              </a:ext>
            </a:extLst>
          </p:cNvPr>
          <p:cNvPicPr>
            <a:picLocks noChangeAspect="1"/>
          </p:cNvPicPr>
          <p:nvPr/>
        </p:nvPicPr>
        <p:blipFill>
          <a:blip r:embed="rId8"/>
          <a:stretch>
            <a:fillRect/>
          </a:stretch>
        </p:blipFill>
        <p:spPr>
          <a:xfrm>
            <a:off x="1591159" y="2605008"/>
            <a:ext cx="601852" cy="576021"/>
          </a:xfrm>
          <a:prstGeom prst="rect">
            <a:avLst/>
          </a:prstGeom>
        </p:spPr>
      </p:pic>
      <p:pic>
        <p:nvPicPr>
          <p:cNvPr id="11" name="Picture 10" descr="Free Plus SVG, PNG Icon, Symbol. Download Image.">
            <a:extLst>
              <a:ext uri="{FF2B5EF4-FFF2-40B4-BE49-F238E27FC236}">
                <a16:creationId xmlns:a16="http://schemas.microsoft.com/office/drawing/2014/main" id="{74D1F86A-B16A-4E72-84F7-DA983F0332E1}"/>
              </a:ext>
            </a:extLst>
          </p:cNvPr>
          <p:cNvPicPr>
            <a:picLocks noChangeAspect="1"/>
          </p:cNvPicPr>
          <p:nvPr/>
        </p:nvPicPr>
        <p:blipFill>
          <a:blip r:embed="rId8"/>
          <a:stretch>
            <a:fillRect/>
          </a:stretch>
        </p:blipFill>
        <p:spPr>
          <a:xfrm>
            <a:off x="3786752" y="2617922"/>
            <a:ext cx="601852" cy="576021"/>
          </a:xfrm>
          <a:prstGeom prst="rect">
            <a:avLst/>
          </a:prstGeom>
        </p:spPr>
      </p:pic>
      <p:pic>
        <p:nvPicPr>
          <p:cNvPr id="13" name="Picture 12" descr="Equals symbol - Free education icons">
            <a:extLst>
              <a:ext uri="{FF2B5EF4-FFF2-40B4-BE49-F238E27FC236}">
                <a16:creationId xmlns:a16="http://schemas.microsoft.com/office/drawing/2014/main" id="{0A9C8199-8C0A-1842-FFD2-5C0AC3DA610A}"/>
              </a:ext>
            </a:extLst>
          </p:cNvPr>
          <p:cNvPicPr>
            <a:picLocks noChangeAspect="1"/>
          </p:cNvPicPr>
          <p:nvPr/>
        </p:nvPicPr>
        <p:blipFill>
          <a:blip r:embed="rId9"/>
          <a:stretch>
            <a:fillRect/>
          </a:stretch>
        </p:blipFill>
        <p:spPr>
          <a:xfrm>
            <a:off x="6559334" y="2652471"/>
            <a:ext cx="803975" cy="765229"/>
          </a:xfrm>
          <a:prstGeom prst="rect">
            <a:avLst/>
          </a:prstGeom>
        </p:spPr>
      </p:pic>
      <p:sp>
        <p:nvSpPr>
          <p:cNvPr id="17" name="Rectangle: Rounded Corners 16">
            <a:extLst>
              <a:ext uri="{FF2B5EF4-FFF2-40B4-BE49-F238E27FC236}">
                <a16:creationId xmlns:a16="http://schemas.microsoft.com/office/drawing/2014/main" id="{C40C4AAA-82CF-DD81-5899-870D3BD84577}"/>
              </a:ext>
            </a:extLst>
          </p:cNvPr>
          <p:cNvSpPr/>
          <p:nvPr/>
        </p:nvSpPr>
        <p:spPr>
          <a:xfrm>
            <a:off x="2794183" y="1204037"/>
            <a:ext cx="2065867" cy="70368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a:t>Self </a:t>
            </a:r>
            <a:r>
              <a:rPr lang="de-DE" err="1"/>
              <a:t>Consumption</a:t>
            </a:r>
            <a:endParaRPr lang="de-DE"/>
          </a:p>
        </p:txBody>
      </p:sp>
      <p:sp>
        <p:nvSpPr>
          <p:cNvPr id="21" name="Rectangle: Rounded Corners 20">
            <a:extLst>
              <a:ext uri="{FF2B5EF4-FFF2-40B4-BE49-F238E27FC236}">
                <a16:creationId xmlns:a16="http://schemas.microsoft.com/office/drawing/2014/main" id="{01A5CD2F-573B-3513-D9EA-1A6EB591997D}"/>
              </a:ext>
            </a:extLst>
          </p:cNvPr>
          <p:cNvSpPr/>
          <p:nvPr/>
        </p:nvSpPr>
        <p:spPr>
          <a:xfrm>
            <a:off x="5453996" y="1185011"/>
            <a:ext cx="2065867" cy="71688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Price Arbitrage</a:t>
            </a:r>
          </a:p>
        </p:txBody>
      </p:sp>
      <p:cxnSp>
        <p:nvCxnSpPr>
          <p:cNvPr id="25" name="Straight Arrow Connector 24">
            <a:extLst>
              <a:ext uri="{FF2B5EF4-FFF2-40B4-BE49-F238E27FC236}">
                <a16:creationId xmlns:a16="http://schemas.microsoft.com/office/drawing/2014/main" id="{FF99B493-5712-15C6-A3C2-9DB2945E2870}"/>
              </a:ext>
            </a:extLst>
          </p:cNvPr>
          <p:cNvCxnSpPr>
            <a:cxnSpLocks/>
          </p:cNvCxnSpPr>
          <p:nvPr/>
        </p:nvCxnSpPr>
        <p:spPr>
          <a:xfrm flipV="1">
            <a:off x="4862286" y="1572134"/>
            <a:ext cx="589474" cy="4638"/>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Rounded Corners 26">
            <a:extLst>
              <a:ext uri="{FF2B5EF4-FFF2-40B4-BE49-F238E27FC236}">
                <a16:creationId xmlns:a16="http://schemas.microsoft.com/office/drawing/2014/main" id="{E08179C6-DB44-54F1-8156-3DB84010D89F}"/>
              </a:ext>
            </a:extLst>
          </p:cNvPr>
          <p:cNvSpPr/>
          <p:nvPr/>
        </p:nvSpPr>
        <p:spPr>
          <a:xfrm>
            <a:off x="112691" y="1204697"/>
            <a:ext cx="2079978" cy="69943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Peak </a:t>
            </a:r>
            <a:r>
              <a:rPr lang="de-DE" err="1"/>
              <a:t>Shaving</a:t>
            </a:r>
            <a:endParaRPr lang="de-DE"/>
          </a:p>
        </p:txBody>
      </p:sp>
      <p:cxnSp>
        <p:nvCxnSpPr>
          <p:cNvPr id="31" name="Straight Arrow Connector 30">
            <a:extLst>
              <a:ext uri="{FF2B5EF4-FFF2-40B4-BE49-F238E27FC236}">
                <a16:creationId xmlns:a16="http://schemas.microsoft.com/office/drawing/2014/main" id="{B966A72B-1C79-D54D-8B0C-C14C7A28940C}"/>
              </a:ext>
            </a:extLst>
          </p:cNvPr>
          <p:cNvCxnSpPr>
            <a:cxnSpLocks/>
          </p:cNvCxnSpPr>
          <p:nvPr/>
        </p:nvCxnSpPr>
        <p:spPr>
          <a:xfrm>
            <a:off x="2194488" y="1577781"/>
            <a:ext cx="602097" cy="2806"/>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Slide Number Placeholder 14">
            <a:extLst>
              <a:ext uri="{FF2B5EF4-FFF2-40B4-BE49-F238E27FC236}">
                <a16:creationId xmlns:a16="http://schemas.microsoft.com/office/drawing/2014/main" id="{74A0579F-C7FA-38C5-353A-B896EADBD08A}"/>
              </a:ext>
            </a:extLst>
          </p:cNvPr>
          <p:cNvSpPr>
            <a:spLocks noGrp="1"/>
          </p:cNvSpPr>
          <p:nvPr>
            <p:ph type="sldNum" sz="quarter" idx="12"/>
          </p:nvPr>
        </p:nvSpPr>
        <p:spPr/>
        <p:txBody>
          <a:bodyPr/>
          <a:lstStyle/>
          <a:p>
            <a:fld id="{B716C8F4-20CD-364A-8A8E-DE130115B178}" type="slidenum">
              <a:rPr lang="sv-SE" smtClean="0"/>
              <a:t>24</a:t>
            </a:fld>
            <a:endParaRPr lang="sv-SE"/>
          </a:p>
        </p:txBody>
      </p:sp>
      <p:pic>
        <p:nvPicPr>
          <p:cNvPr id="24" name="Graphic 23" descr="Electric car with solid fill">
            <a:extLst>
              <a:ext uri="{FF2B5EF4-FFF2-40B4-BE49-F238E27FC236}">
                <a16:creationId xmlns:a16="http://schemas.microsoft.com/office/drawing/2014/main" id="{96F10FE2-BCB8-5639-A247-ECFAC5D031C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169732" y="2047038"/>
            <a:ext cx="1617020" cy="1617020"/>
          </a:xfrm>
          <a:prstGeom prst="rect">
            <a:avLst/>
          </a:prstGeom>
        </p:spPr>
      </p:pic>
      <p:pic>
        <p:nvPicPr>
          <p:cNvPr id="26" name="Picture 2" descr="Heat Pump Icons - Free SVG &amp; PNG Heat Pump Images - Noun Project">
            <a:extLst>
              <a:ext uri="{FF2B5EF4-FFF2-40B4-BE49-F238E27FC236}">
                <a16:creationId xmlns:a16="http://schemas.microsoft.com/office/drawing/2014/main" id="{5979C634-CBA9-7688-D3BD-0E7EE192ACC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1557" y="2261150"/>
            <a:ext cx="1296323" cy="1296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61775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E9E3871-3E60-6F10-89B6-76A3A4DD6F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B20471-102F-A254-9943-60F10FBCD85B}"/>
              </a:ext>
            </a:extLst>
          </p:cNvPr>
          <p:cNvSpPr>
            <a:spLocks noGrp="1"/>
          </p:cNvSpPr>
          <p:nvPr>
            <p:ph type="title"/>
          </p:nvPr>
        </p:nvSpPr>
        <p:spPr>
          <a:xfrm>
            <a:off x="1203924" y="204236"/>
            <a:ext cx="10990263" cy="568412"/>
          </a:xfrm>
        </p:spPr>
        <p:txBody>
          <a:bodyPr/>
          <a:lstStyle/>
          <a:p>
            <a:r>
              <a:rPr lang="de-DE"/>
              <a:t>Energy Community</a:t>
            </a:r>
          </a:p>
        </p:txBody>
      </p:sp>
      <p:sp>
        <p:nvSpPr>
          <p:cNvPr id="10" name="Rectangle: Rounded Corners 9">
            <a:extLst>
              <a:ext uri="{FF2B5EF4-FFF2-40B4-BE49-F238E27FC236}">
                <a16:creationId xmlns:a16="http://schemas.microsoft.com/office/drawing/2014/main" id="{D454C571-81E2-91F7-DB9F-4A890CB70305}"/>
              </a:ext>
            </a:extLst>
          </p:cNvPr>
          <p:cNvSpPr/>
          <p:nvPr/>
        </p:nvSpPr>
        <p:spPr>
          <a:xfrm>
            <a:off x="6431280" y="101600"/>
            <a:ext cx="6014720" cy="782320"/>
          </a:xfrm>
          <a:prstGeom prst="roundRect">
            <a:avLst/>
          </a:prstGeom>
          <a:solidFill>
            <a:srgbClr val="0029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4000"/>
              <a:t>Heat Pump</a:t>
            </a:r>
          </a:p>
        </p:txBody>
      </p:sp>
      <p:sp>
        <p:nvSpPr>
          <p:cNvPr id="20" name="Rectangle: Rounded Corners 19">
            <a:extLst>
              <a:ext uri="{FF2B5EF4-FFF2-40B4-BE49-F238E27FC236}">
                <a16:creationId xmlns:a16="http://schemas.microsoft.com/office/drawing/2014/main" id="{68473605-0E40-01B3-5ADF-E162D9BEFF67}"/>
              </a:ext>
            </a:extLst>
          </p:cNvPr>
          <p:cNvSpPr/>
          <p:nvPr/>
        </p:nvSpPr>
        <p:spPr>
          <a:xfrm>
            <a:off x="259666" y="1083540"/>
            <a:ext cx="2809652" cy="3214173"/>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b="1"/>
          </a:p>
          <a:p>
            <a:pPr algn="ctr"/>
            <a:endParaRPr lang="en-GB" b="1"/>
          </a:p>
          <a:p>
            <a:pPr algn="ctr"/>
            <a:r>
              <a:rPr lang="en-GB" b="1"/>
              <a:t>Self-Consumption</a:t>
            </a:r>
            <a:endParaRPr lang="en-GB"/>
          </a:p>
          <a:p>
            <a:pPr algn="ctr"/>
            <a:endParaRPr lang="en-GB" b="1"/>
          </a:p>
          <a:p>
            <a:pPr algn="ctr"/>
            <a:endParaRPr lang="en-GB" b="1"/>
          </a:p>
          <a:p>
            <a:pPr algn="ctr"/>
            <a:endParaRPr lang="en-GB" b="1"/>
          </a:p>
          <a:p>
            <a:pPr algn="ctr"/>
            <a:endParaRPr lang="en-GB" b="1"/>
          </a:p>
          <a:p>
            <a:pPr algn="ctr"/>
            <a:endParaRPr lang="en-GB" b="1"/>
          </a:p>
          <a:p>
            <a:pPr algn="ctr"/>
            <a:endParaRPr lang="en-GB" b="1"/>
          </a:p>
          <a:p>
            <a:pPr algn="ctr"/>
            <a:endParaRPr lang="en-GB" b="1"/>
          </a:p>
          <a:p>
            <a:pPr algn="ctr"/>
            <a:r>
              <a:rPr lang="en-GB" b="1"/>
              <a:t>1.78 SEK/kWh</a:t>
            </a:r>
          </a:p>
          <a:p>
            <a:pPr algn="ctr"/>
            <a:endParaRPr lang="en-GB" b="1"/>
          </a:p>
        </p:txBody>
      </p:sp>
      <p:pic>
        <p:nvPicPr>
          <p:cNvPr id="26" name="Picture 25" descr="No money - Free business and finance icons">
            <a:extLst>
              <a:ext uri="{FF2B5EF4-FFF2-40B4-BE49-F238E27FC236}">
                <a16:creationId xmlns:a16="http://schemas.microsoft.com/office/drawing/2014/main" id="{A5383FC7-5303-9A33-566A-BF9DD4867BA3}"/>
              </a:ext>
            </a:extLst>
          </p:cNvPr>
          <p:cNvPicPr>
            <a:picLocks noChangeAspect="1"/>
          </p:cNvPicPr>
          <p:nvPr/>
        </p:nvPicPr>
        <p:blipFill>
          <a:blip r:embed="rId2"/>
          <a:stretch>
            <a:fillRect/>
          </a:stretch>
        </p:blipFill>
        <p:spPr>
          <a:xfrm>
            <a:off x="1151010" y="1884401"/>
            <a:ext cx="925250" cy="825447"/>
          </a:xfrm>
          <a:prstGeom prst="rect">
            <a:avLst/>
          </a:prstGeom>
        </p:spPr>
      </p:pic>
      <p:pic>
        <p:nvPicPr>
          <p:cNvPr id="29" name="Picture 28" descr="Environment - Free ecology and environment icons">
            <a:extLst>
              <a:ext uri="{FF2B5EF4-FFF2-40B4-BE49-F238E27FC236}">
                <a16:creationId xmlns:a16="http://schemas.microsoft.com/office/drawing/2014/main" id="{67E87D6F-0A81-4BDA-6857-B0148098AFEF}"/>
              </a:ext>
            </a:extLst>
          </p:cNvPr>
          <p:cNvPicPr>
            <a:picLocks noChangeAspect="1"/>
          </p:cNvPicPr>
          <p:nvPr/>
        </p:nvPicPr>
        <p:blipFill>
          <a:blip r:embed="rId3"/>
          <a:stretch>
            <a:fillRect/>
          </a:stretch>
        </p:blipFill>
        <p:spPr>
          <a:xfrm>
            <a:off x="1859624" y="2755238"/>
            <a:ext cx="940388" cy="850741"/>
          </a:xfrm>
          <a:prstGeom prst="rect">
            <a:avLst/>
          </a:prstGeom>
        </p:spPr>
      </p:pic>
      <p:sp>
        <p:nvSpPr>
          <p:cNvPr id="33" name="Rectangle: Rounded Corners 32">
            <a:extLst>
              <a:ext uri="{FF2B5EF4-FFF2-40B4-BE49-F238E27FC236}">
                <a16:creationId xmlns:a16="http://schemas.microsoft.com/office/drawing/2014/main" id="{0F5CC5EC-CE22-E7B6-4070-2124BBBC7F12}"/>
              </a:ext>
            </a:extLst>
          </p:cNvPr>
          <p:cNvSpPr/>
          <p:nvPr/>
        </p:nvSpPr>
        <p:spPr>
          <a:xfrm>
            <a:off x="3241977" y="1096678"/>
            <a:ext cx="2809652" cy="3214173"/>
          </a:xfrm>
          <a:prstGeom prst="round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b="1" err="1"/>
          </a:p>
          <a:p>
            <a:pPr algn="ctr"/>
            <a:endParaRPr lang="en-GB" b="1"/>
          </a:p>
          <a:p>
            <a:pPr algn="ctr"/>
            <a:r>
              <a:rPr lang="en-GB" b="1"/>
              <a:t>Price Arbitrage</a:t>
            </a:r>
          </a:p>
          <a:p>
            <a:pPr algn="ctr"/>
            <a:endParaRPr lang="en-GB" b="1"/>
          </a:p>
          <a:p>
            <a:pPr algn="ctr"/>
            <a:endParaRPr lang="en-GB" b="1"/>
          </a:p>
          <a:p>
            <a:pPr algn="ctr"/>
            <a:endParaRPr lang="en-GB" b="1"/>
          </a:p>
          <a:p>
            <a:pPr algn="ctr"/>
            <a:endParaRPr lang="en-GB" b="1"/>
          </a:p>
          <a:p>
            <a:pPr algn="ctr"/>
            <a:endParaRPr lang="en-GB" b="1"/>
          </a:p>
          <a:p>
            <a:pPr algn="ctr"/>
            <a:endParaRPr lang="en-GB" b="1"/>
          </a:p>
          <a:p>
            <a:pPr algn="ctr"/>
            <a:endParaRPr lang="en-GB" b="1"/>
          </a:p>
          <a:p>
            <a:pPr algn="ctr"/>
            <a:r>
              <a:rPr lang="en-GB" b="1"/>
              <a:t>1.81 SEK/kWh</a:t>
            </a:r>
          </a:p>
          <a:p>
            <a:pPr algn="ctr"/>
            <a:endParaRPr lang="en-GB" b="1"/>
          </a:p>
        </p:txBody>
      </p:sp>
      <p:sp>
        <p:nvSpPr>
          <p:cNvPr id="49" name="Rectangle: Rounded Corners 48">
            <a:extLst>
              <a:ext uri="{FF2B5EF4-FFF2-40B4-BE49-F238E27FC236}">
                <a16:creationId xmlns:a16="http://schemas.microsoft.com/office/drawing/2014/main" id="{9937952F-80A2-0C18-E2EC-C35263258FB3}"/>
              </a:ext>
            </a:extLst>
          </p:cNvPr>
          <p:cNvSpPr/>
          <p:nvPr/>
        </p:nvSpPr>
        <p:spPr>
          <a:xfrm>
            <a:off x="6184873" y="1109816"/>
            <a:ext cx="2809652" cy="5487035"/>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Peak Shaving</a:t>
            </a:r>
          </a:p>
          <a:p>
            <a:pPr algn="ctr"/>
            <a:endParaRPr lang="en-GB" b="1"/>
          </a:p>
          <a:p>
            <a:pPr algn="ctr"/>
            <a:endParaRPr lang="en-GB" b="1"/>
          </a:p>
          <a:p>
            <a:pPr algn="ctr"/>
            <a:endParaRPr lang="en-GB" b="1"/>
          </a:p>
          <a:p>
            <a:pPr algn="ctr"/>
            <a:endParaRPr lang="en-GB" b="1"/>
          </a:p>
          <a:p>
            <a:pPr algn="ctr"/>
            <a:endParaRPr lang="en-GB" b="1"/>
          </a:p>
          <a:p>
            <a:pPr algn="ctr"/>
            <a:endParaRPr lang="en-GB" b="1"/>
          </a:p>
          <a:p>
            <a:pPr algn="ctr"/>
            <a:endParaRPr lang="en-GB" b="1"/>
          </a:p>
          <a:p>
            <a:pPr algn="ctr"/>
            <a:r>
              <a:rPr lang="en-GB" b="1"/>
              <a:t>-22% Peak P</a:t>
            </a:r>
          </a:p>
          <a:p>
            <a:pPr algn="ctr"/>
            <a:endParaRPr lang="en-GB" b="1"/>
          </a:p>
          <a:p>
            <a:pPr algn="ctr"/>
            <a:r>
              <a:rPr lang="en-GB" b="1"/>
              <a:t>-1% E Consumption</a:t>
            </a:r>
          </a:p>
          <a:p>
            <a:pPr algn="ctr"/>
            <a:endParaRPr lang="en-GB" b="1"/>
          </a:p>
          <a:p>
            <a:pPr algn="ctr"/>
            <a:r>
              <a:rPr lang="en-GB" b="1"/>
              <a:t>20.5 / 57.3 Cº</a:t>
            </a:r>
          </a:p>
          <a:p>
            <a:pPr algn="ctr"/>
            <a:endParaRPr lang="en-GB" b="1"/>
          </a:p>
          <a:p>
            <a:pPr algn="ctr"/>
            <a:r>
              <a:rPr lang="en-GB" b="1"/>
              <a:t>+7% SC</a:t>
            </a:r>
            <a:r>
              <a:rPr lang="en-GB"/>
              <a:t> increase</a:t>
            </a:r>
          </a:p>
          <a:p>
            <a:pPr algn="ctr"/>
            <a:endParaRPr lang="en-GB" b="1"/>
          </a:p>
          <a:p>
            <a:pPr algn="ctr"/>
            <a:r>
              <a:rPr lang="en-GB" b="1"/>
              <a:t>1.71 SEK/kWh (-7%)</a:t>
            </a:r>
          </a:p>
        </p:txBody>
      </p:sp>
      <p:pic>
        <p:nvPicPr>
          <p:cNvPr id="55" name="Picture 54" descr="Money - Free miscellaneous icons">
            <a:extLst>
              <a:ext uri="{FF2B5EF4-FFF2-40B4-BE49-F238E27FC236}">
                <a16:creationId xmlns:a16="http://schemas.microsoft.com/office/drawing/2014/main" id="{1B7EB057-82D2-1907-543F-743A87C160CD}"/>
              </a:ext>
            </a:extLst>
          </p:cNvPr>
          <p:cNvPicPr>
            <a:picLocks noChangeAspect="1"/>
          </p:cNvPicPr>
          <p:nvPr/>
        </p:nvPicPr>
        <p:blipFill>
          <a:blip r:embed="rId4"/>
          <a:stretch>
            <a:fillRect/>
          </a:stretch>
        </p:blipFill>
        <p:spPr>
          <a:xfrm>
            <a:off x="7060536" y="1914493"/>
            <a:ext cx="953008" cy="907026"/>
          </a:xfrm>
          <a:prstGeom prst="rect">
            <a:avLst/>
          </a:prstGeom>
        </p:spPr>
      </p:pic>
      <p:sp>
        <p:nvSpPr>
          <p:cNvPr id="62" name="Rectangle: Rounded Corners 61">
            <a:extLst>
              <a:ext uri="{FF2B5EF4-FFF2-40B4-BE49-F238E27FC236}">
                <a16:creationId xmlns:a16="http://schemas.microsoft.com/office/drawing/2014/main" id="{9882D017-106A-CDBD-9B24-6F28CA191F6E}"/>
              </a:ext>
            </a:extLst>
          </p:cNvPr>
          <p:cNvSpPr/>
          <p:nvPr/>
        </p:nvSpPr>
        <p:spPr>
          <a:xfrm>
            <a:off x="9127768" y="1122954"/>
            <a:ext cx="2809652" cy="5487035"/>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solidFill>
                  <a:schemeClr val="tx1"/>
                </a:solidFill>
              </a:rPr>
              <a:t>Combined Control</a:t>
            </a:r>
          </a:p>
          <a:p>
            <a:pPr algn="ctr"/>
            <a:endParaRPr lang="en-GB" b="1">
              <a:solidFill>
                <a:schemeClr val="tx1"/>
              </a:solidFill>
            </a:endParaRPr>
          </a:p>
          <a:p>
            <a:pPr algn="ctr"/>
            <a:endParaRPr lang="en-GB" b="1">
              <a:solidFill>
                <a:schemeClr val="tx1"/>
              </a:solidFill>
            </a:endParaRPr>
          </a:p>
          <a:p>
            <a:pPr algn="ctr"/>
            <a:endParaRPr lang="en-GB" b="1">
              <a:solidFill>
                <a:schemeClr val="tx1"/>
              </a:solidFill>
            </a:endParaRPr>
          </a:p>
          <a:p>
            <a:pPr algn="ctr"/>
            <a:endParaRPr lang="en-GB" b="1">
              <a:solidFill>
                <a:schemeClr val="tx1"/>
              </a:solidFill>
            </a:endParaRPr>
          </a:p>
          <a:p>
            <a:pPr algn="ctr"/>
            <a:endParaRPr lang="en-GB" b="1">
              <a:solidFill>
                <a:schemeClr val="tx1"/>
              </a:solidFill>
            </a:endParaRPr>
          </a:p>
          <a:p>
            <a:pPr algn="ctr"/>
            <a:endParaRPr lang="en-GB" b="1">
              <a:solidFill>
                <a:schemeClr val="tx1"/>
              </a:solidFill>
            </a:endParaRPr>
          </a:p>
          <a:p>
            <a:pPr algn="ctr"/>
            <a:endParaRPr lang="en-GB" b="1">
              <a:solidFill>
                <a:schemeClr val="tx1"/>
              </a:solidFill>
            </a:endParaRPr>
          </a:p>
          <a:p>
            <a:pPr algn="ctr"/>
            <a:r>
              <a:rPr lang="en-GB" b="1">
                <a:solidFill>
                  <a:schemeClr val="tx1"/>
                </a:solidFill>
              </a:rPr>
              <a:t>-16% Peak P</a:t>
            </a:r>
          </a:p>
          <a:p>
            <a:pPr algn="ctr"/>
            <a:endParaRPr lang="en-GB" b="1">
              <a:solidFill>
                <a:schemeClr val="tx1"/>
              </a:solidFill>
            </a:endParaRPr>
          </a:p>
          <a:p>
            <a:pPr algn="ctr"/>
            <a:r>
              <a:rPr lang="en-GB" b="1">
                <a:solidFill>
                  <a:schemeClr val="tx1"/>
                </a:solidFill>
              </a:rPr>
              <a:t>= E Consumption</a:t>
            </a:r>
          </a:p>
          <a:p>
            <a:pPr algn="ctr"/>
            <a:endParaRPr lang="en-GB" b="1">
              <a:solidFill>
                <a:schemeClr val="tx1"/>
              </a:solidFill>
            </a:endParaRPr>
          </a:p>
          <a:p>
            <a:pPr algn="ctr"/>
            <a:r>
              <a:rPr lang="en-GB" b="1">
                <a:solidFill>
                  <a:schemeClr val="tx1"/>
                </a:solidFill>
              </a:rPr>
              <a:t>20.5 / 57.4 Cº</a:t>
            </a:r>
          </a:p>
          <a:p>
            <a:pPr algn="ctr"/>
            <a:endParaRPr lang="en-GB" b="1">
              <a:solidFill>
                <a:schemeClr val="tx1"/>
              </a:solidFill>
            </a:endParaRPr>
          </a:p>
          <a:p>
            <a:pPr algn="ctr"/>
            <a:r>
              <a:rPr lang="en-GB" b="1">
                <a:solidFill>
                  <a:schemeClr val="tx1"/>
                </a:solidFill>
              </a:rPr>
              <a:t>+53% SC</a:t>
            </a:r>
            <a:r>
              <a:rPr lang="en-GB">
                <a:solidFill>
                  <a:schemeClr val="tx1"/>
                </a:solidFill>
              </a:rPr>
              <a:t> increase</a:t>
            </a:r>
          </a:p>
          <a:p>
            <a:pPr algn="ctr"/>
            <a:endParaRPr lang="en-GB" b="1">
              <a:solidFill>
                <a:schemeClr val="tx1"/>
              </a:solidFill>
            </a:endParaRPr>
          </a:p>
          <a:p>
            <a:pPr algn="ctr"/>
            <a:r>
              <a:rPr lang="en-GB" b="1">
                <a:solidFill>
                  <a:schemeClr val="tx1"/>
                </a:solidFill>
              </a:rPr>
              <a:t>1.71 SEK/kWh (-7%)</a:t>
            </a:r>
          </a:p>
        </p:txBody>
      </p:sp>
      <p:pic>
        <p:nvPicPr>
          <p:cNvPr id="63" name="Picture 62" descr="Thermometer Icons in SVG, PNG, AI to Download">
            <a:extLst>
              <a:ext uri="{FF2B5EF4-FFF2-40B4-BE49-F238E27FC236}">
                <a16:creationId xmlns:a16="http://schemas.microsoft.com/office/drawing/2014/main" id="{4A7BC53B-26E8-8605-E5E8-FFE97EC27C6C}"/>
              </a:ext>
            </a:extLst>
          </p:cNvPr>
          <p:cNvPicPr>
            <a:picLocks noChangeAspect="1"/>
          </p:cNvPicPr>
          <p:nvPr/>
        </p:nvPicPr>
        <p:blipFill>
          <a:blip r:embed="rId5"/>
          <a:stretch>
            <a:fillRect/>
          </a:stretch>
        </p:blipFill>
        <p:spPr>
          <a:xfrm>
            <a:off x="9128717" y="2712164"/>
            <a:ext cx="1009876" cy="1012866"/>
          </a:xfrm>
          <a:prstGeom prst="rect">
            <a:avLst/>
          </a:prstGeom>
        </p:spPr>
      </p:pic>
      <p:pic>
        <p:nvPicPr>
          <p:cNvPr id="65" name="Picture 64" descr="Environment - Free ecology and environment icons">
            <a:extLst>
              <a:ext uri="{FF2B5EF4-FFF2-40B4-BE49-F238E27FC236}">
                <a16:creationId xmlns:a16="http://schemas.microsoft.com/office/drawing/2014/main" id="{B60A4754-2C9D-75B2-6722-9FE2ABE51AB5}"/>
              </a:ext>
            </a:extLst>
          </p:cNvPr>
          <p:cNvPicPr>
            <a:picLocks noChangeAspect="1"/>
          </p:cNvPicPr>
          <p:nvPr/>
        </p:nvPicPr>
        <p:blipFill>
          <a:blip r:embed="rId3"/>
          <a:stretch>
            <a:fillRect/>
          </a:stretch>
        </p:blipFill>
        <p:spPr>
          <a:xfrm>
            <a:off x="10727726" y="2794652"/>
            <a:ext cx="940388" cy="850741"/>
          </a:xfrm>
          <a:prstGeom prst="rect">
            <a:avLst/>
          </a:prstGeom>
        </p:spPr>
      </p:pic>
      <p:pic>
        <p:nvPicPr>
          <p:cNvPr id="66" name="Picture 65" descr="Money - Free miscellaneous icons">
            <a:extLst>
              <a:ext uri="{FF2B5EF4-FFF2-40B4-BE49-F238E27FC236}">
                <a16:creationId xmlns:a16="http://schemas.microsoft.com/office/drawing/2014/main" id="{9688B61B-94F0-186E-DC1F-80418276E277}"/>
              </a:ext>
            </a:extLst>
          </p:cNvPr>
          <p:cNvPicPr>
            <a:picLocks noChangeAspect="1"/>
          </p:cNvPicPr>
          <p:nvPr/>
        </p:nvPicPr>
        <p:blipFill>
          <a:blip r:embed="rId4"/>
          <a:stretch>
            <a:fillRect/>
          </a:stretch>
        </p:blipFill>
        <p:spPr>
          <a:xfrm>
            <a:off x="9977155" y="1881647"/>
            <a:ext cx="953008" cy="907026"/>
          </a:xfrm>
          <a:prstGeom prst="rect">
            <a:avLst/>
          </a:prstGeom>
        </p:spPr>
      </p:pic>
      <p:pic>
        <p:nvPicPr>
          <p:cNvPr id="67" name="Picture 66" descr="Thermometer Icons in SVG, PNG, AI to Download">
            <a:extLst>
              <a:ext uri="{FF2B5EF4-FFF2-40B4-BE49-F238E27FC236}">
                <a16:creationId xmlns:a16="http://schemas.microsoft.com/office/drawing/2014/main" id="{15A4E594-D514-1851-2B5B-A96DA2A8A425}"/>
              </a:ext>
            </a:extLst>
          </p:cNvPr>
          <p:cNvPicPr>
            <a:picLocks noChangeAspect="1"/>
          </p:cNvPicPr>
          <p:nvPr/>
        </p:nvPicPr>
        <p:blipFill>
          <a:blip r:embed="rId5"/>
          <a:stretch>
            <a:fillRect/>
          </a:stretch>
        </p:blipFill>
        <p:spPr>
          <a:xfrm>
            <a:off x="3242925" y="2672749"/>
            <a:ext cx="1009876" cy="1012866"/>
          </a:xfrm>
          <a:prstGeom prst="rect">
            <a:avLst/>
          </a:prstGeom>
        </p:spPr>
      </p:pic>
      <p:pic>
        <p:nvPicPr>
          <p:cNvPr id="68" name="Picture 67" descr="Thermometer Icons in SVG, PNG, AI to Download">
            <a:extLst>
              <a:ext uri="{FF2B5EF4-FFF2-40B4-BE49-F238E27FC236}">
                <a16:creationId xmlns:a16="http://schemas.microsoft.com/office/drawing/2014/main" id="{2776CC96-36AF-3087-178A-6A9A85BC4F92}"/>
              </a:ext>
            </a:extLst>
          </p:cNvPr>
          <p:cNvPicPr>
            <a:picLocks noChangeAspect="1"/>
          </p:cNvPicPr>
          <p:nvPr/>
        </p:nvPicPr>
        <p:blipFill>
          <a:blip r:embed="rId5"/>
          <a:stretch>
            <a:fillRect/>
          </a:stretch>
        </p:blipFill>
        <p:spPr>
          <a:xfrm>
            <a:off x="201494" y="2639904"/>
            <a:ext cx="957325" cy="1012866"/>
          </a:xfrm>
          <a:prstGeom prst="rect">
            <a:avLst/>
          </a:prstGeom>
        </p:spPr>
      </p:pic>
      <p:pic>
        <p:nvPicPr>
          <p:cNvPr id="69" name="Picture 68" descr="Thermometer Icons in SVG, PNG, AI to Download">
            <a:extLst>
              <a:ext uri="{FF2B5EF4-FFF2-40B4-BE49-F238E27FC236}">
                <a16:creationId xmlns:a16="http://schemas.microsoft.com/office/drawing/2014/main" id="{87DDEC77-CB2B-920E-88D5-B87A316EE924}"/>
              </a:ext>
            </a:extLst>
          </p:cNvPr>
          <p:cNvPicPr>
            <a:picLocks noChangeAspect="1"/>
          </p:cNvPicPr>
          <p:nvPr/>
        </p:nvPicPr>
        <p:blipFill>
          <a:blip r:embed="rId5"/>
          <a:stretch>
            <a:fillRect/>
          </a:stretch>
        </p:blipFill>
        <p:spPr>
          <a:xfrm>
            <a:off x="6185821" y="2712162"/>
            <a:ext cx="1009876" cy="1012866"/>
          </a:xfrm>
          <a:prstGeom prst="rect">
            <a:avLst/>
          </a:prstGeom>
        </p:spPr>
      </p:pic>
      <p:pic>
        <p:nvPicPr>
          <p:cNvPr id="71" name="Picture 70" descr="No money - Free business and finance icons">
            <a:extLst>
              <a:ext uri="{FF2B5EF4-FFF2-40B4-BE49-F238E27FC236}">
                <a16:creationId xmlns:a16="http://schemas.microsoft.com/office/drawing/2014/main" id="{A2A7B951-3F10-BAF4-F424-107C0E7D0808}"/>
              </a:ext>
            </a:extLst>
          </p:cNvPr>
          <p:cNvPicPr>
            <a:picLocks noChangeAspect="1"/>
          </p:cNvPicPr>
          <p:nvPr/>
        </p:nvPicPr>
        <p:blipFill>
          <a:blip r:embed="rId2"/>
          <a:stretch>
            <a:fillRect/>
          </a:stretch>
        </p:blipFill>
        <p:spPr>
          <a:xfrm>
            <a:off x="4133320" y="1844987"/>
            <a:ext cx="925250" cy="825447"/>
          </a:xfrm>
          <a:prstGeom prst="rect">
            <a:avLst/>
          </a:prstGeom>
        </p:spPr>
      </p:pic>
      <p:pic>
        <p:nvPicPr>
          <p:cNvPr id="72" name="Picture 71" descr="Environment - Free ecology and environment icons">
            <a:extLst>
              <a:ext uri="{FF2B5EF4-FFF2-40B4-BE49-F238E27FC236}">
                <a16:creationId xmlns:a16="http://schemas.microsoft.com/office/drawing/2014/main" id="{8037A188-EA55-3344-84C4-163B231D1434}"/>
              </a:ext>
            </a:extLst>
          </p:cNvPr>
          <p:cNvPicPr>
            <a:picLocks noChangeAspect="1"/>
          </p:cNvPicPr>
          <p:nvPr/>
        </p:nvPicPr>
        <p:blipFill>
          <a:blip r:embed="rId3"/>
          <a:stretch>
            <a:fillRect/>
          </a:stretch>
        </p:blipFill>
        <p:spPr>
          <a:xfrm>
            <a:off x="7797967" y="2755238"/>
            <a:ext cx="940388" cy="850741"/>
          </a:xfrm>
          <a:prstGeom prst="rect">
            <a:avLst/>
          </a:prstGeom>
        </p:spPr>
      </p:pic>
      <p:sp>
        <p:nvSpPr>
          <p:cNvPr id="3" name="TextBox 2">
            <a:extLst>
              <a:ext uri="{FF2B5EF4-FFF2-40B4-BE49-F238E27FC236}">
                <a16:creationId xmlns:a16="http://schemas.microsoft.com/office/drawing/2014/main" id="{128F463C-2CFA-4FAD-C5C9-7FF130578F9F}"/>
              </a:ext>
            </a:extLst>
          </p:cNvPr>
          <p:cNvSpPr txBox="1"/>
          <p:nvPr/>
        </p:nvSpPr>
        <p:spPr>
          <a:xfrm>
            <a:off x="206754" y="4515552"/>
            <a:ext cx="5804516"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a:t>Comparison Vs. Baseline Energy Community</a:t>
            </a:r>
          </a:p>
          <a:p>
            <a:pPr marL="285750" indent="-285750">
              <a:buFont typeface="Arial"/>
              <a:buChar char="•"/>
            </a:pPr>
            <a:r>
              <a:rPr lang="en-GB" sz="2000"/>
              <a:t>Moderate Improvements of SC and PA</a:t>
            </a:r>
            <a:endParaRPr lang="en-US" sz="2000"/>
          </a:p>
          <a:p>
            <a:pPr marL="285750" indent="-285750">
              <a:buFont typeface="Arial"/>
              <a:buChar char="•"/>
            </a:pPr>
            <a:endParaRPr lang="en-GB" sz="2000"/>
          </a:p>
          <a:p>
            <a:pPr marL="285750" indent="-285750">
              <a:buFont typeface="Arial"/>
              <a:buChar char="•"/>
            </a:pPr>
            <a:r>
              <a:rPr lang="en-GB" sz="2000"/>
              <a:t>Large Improvement of PS</a:t>
            </a:r>
          </a:p>
          <a:p>
            <a:pPr marL="285750" indent="-285750">
              <a:buFont typeface="Arial"/>
              <a:buChar char="•"/>
            </a:pPr>
            <a:endParaRPr lang="en-GB" sz="2000"/>
          </a:p>
          <a:p>
            <a:pPr marL="285750" indent="-285750">
              <a:buFont typeface="Arial"/>
              <a:buChar char="•"/>
            </a:pPr>
            <a:r>
              <a:rPr lang="en-GB" sz="2000"/>
              <a:t>Low Impact on Comfort</a:t>
            </a:r>
          </a:p>
        </p:txBody>
      </p:sp>
      <p:pic>
        <p:nvPicPr>
          <p:cNvPr id="7" name="Picture 6" descr="Download Free Co2 Icons in PNG &amp; SVG">
            <a:extLst>
              <a:ext uri="{FF2B5EF4-FFF2-40B4-BE49-F238E27FC236}">
                <a16:creationId xmlns:a16="http://schemas.microsoft.com/office/drawing/2014/main" id="{564224C7-BE6C-E499-7A3C-88EB4EB3A1F8}"/>
              </a:ext>
            </a:extLst>
          </p:cNvPr>
          <p:cNvPicPr>
            <a:picLocks noChangeAspect="1"/>
          </p:cNvPicPr>
          <p:nvPr/>
        </p:nvPicPr>
        <p:blipFill>
          <a:blip r:embed="rId6"/>
          <a:stretch>
            <a:fillRect/>
          </a:stretch>
        </p:blipFill>
        <p:spPr>
          <a:xfrm>
            <a:off x="4946431" y="2831224"/>
            <a:ext cx="794845" cy="781707"/>
          </a:xfrm>
          <a:prstGeom prst="rect">
            <a:avLst/>
          </a:prstGeom>
        </p:spPr>
      </p:pic>
      <p:sp>
        <p:nvSpPr>
          <p:cNvPr id="4" name="Slide Number Placeholder 3">
            <a:extLst>
              <a:ext uri="{FF2B5EF4-FFF2-40B4-BE49-F238E27FC236}">
                <a16:creationId xmlns:a16="http://schemas.microsoft.com/office/drawing/2014/main" id="{B49F414E-D2C0-B11F-74DD-F5F5A96F6ECB}"/>
              </a:ext>
            </a:extLst>
          </p:cNvPr>
          <p:cNvSpPr>
            <a:spLocks noGrp="1"/>
          </p:cNvSpPr>
          <p:nvPr>
            <p:ph type="sldNum" sz="quarter" idx="12"/>
          </p:nvPr>
        </p:nvSpPr>
        <p:spPr/>
        <p:txBody>
          <a:bodyPr/>
          <a:lstStyle/>
          <a:p>
            <a:fld id="{B716C8F4-20CD-364A-8A8E-DE130115B178}" type="slidenum">
              <a:rPr lang="sv-SE" smtClean="0"/>
              <a:t>25</a:t>
            </a:fld>
            <a:endParaRPr lang="sv-SE"/>
          </a:p>
        </p:txBody>
      </p:sp>
    </p:spTree>
    <p:extLst>
      <p:ext uri="{BB962C8B-B14F-4D97-AF65-F5344CB8AC3E}">
        <p14:creationId xmlns:p14="http://schemas.microsoft.com/office/powerpoint/2010/main" val="37454927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902B6E7-AFCC-65F4-DAF2-940E782456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19DC45-CEBB-8869-045D-684C2150CD0E}"/>
              </a:ext>
            </a:extLst>
          </p:cNvPr>
          <p:cNvSpPr>
            <a:spLocks noGrp="1"/>
          </p:cNvSpPr>
          <p:nvPr>
            <p:ph type="title"/>
          </p:nvPr>
        </p:nvSpPr>
        <p:spPr>
          <a:xfrm>
            <a:off x="1203924" y="204236"/>
            <a:ext cx="10990263" cy="568412"/>
          </a:xfrm>
        </p:spPr>
        <p:txBody>
          <a:bodyPr/>
          <a:lstStyle/>
          <a:p>
            <a:r>
              <a:rPr lang="de-DE"/>
              <a:t>Energy Community</a:t>
            </a:r>
          </a:p>
        </p:txBody>
      </p:sp>
      <p:sp>
        <p:nvSpPr>
          <p:cNvPr id="10" name="Rectangle: Rounded Corners 9">
            <a:extLst>
              <a:ext uri="{FF2B5EF4-FFF2-40B4-BE49-F238E27FC236}">
                <a16:creationId xmlns:a16="http://schemas.microsoft.com/office/drawing/2014/main" id="{84A913F3-4844-B353-9A98-9E74459C1C34}"/>
              </a:ext>
            </a:extLst>
          </p:cNvPr>
          <p:cNvSpPr/>
          <p:nvPr/>
        </p:nvSpPr>
        <p:spPr>
          <a:xfrm>
            <a:off x="6431280" y="101600"/>
            <a:ext cx="6014720" cy="782320"/>
          </a:xfrm>
          <a:prstGeom prst="roundRect">
            <a:avLst/>
          </a:prstGeom>
          <a:solidFill>
            <a:srgbClr val="0029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4000"/>
              <a:t>Heat Pump</a:t>
            </a:r>
          </a:p>
        </p:txBody>
      </p:sp>
      <p:graphicFrame>
        <p:nvGraphicFramePr>
          <p:cNvPr id="14" name="Table 13">
            <a:extLst>
              <a:ext uri="{FF2B5EF4-FFF2-40B4-BE49-F238E27FC236}">
                <a16:creationId xmlns:a16="http://schemas.microsoft.com/office/drawing/2014/main" id="{2F6D1388-B2A4-D47C-F388-F7AB1728199A}"/>
              </a:ext>
            </a:extLst>
          </p:cNvPr>
          <p:cNvGraphicFramePr>
            <a:graphicFrameLocks noGrp="1"/>
          </p:cNvGraphicFramePr>
          <p:nvPr>
            <p:extLst>
              <p:ext uri="{D42A27DB-BD31-4B8C-83A1-F6EECF244321}">
                <p14:modId xmlns:p14="http://schemas.microsoft.com/office/powerpoint/2010/main" val="2370194337"/>
              </p:ext>
            </p:extLst>
          </p:nvPr>
        </p:nvGraphicFramePr>
        <p:xfrm>
          <a:off x="143881" y="1087058"/>
          <a:ext cx="11968696" cy="2606036"/>
        </p:xfrm>
        <a:graphic>
          <a:graphicData uri="http://schemas.openxmlformats.org/drawingml/2006/table">
            <a:tbl>
              <a:tblPr firstRow="1" bandRow="1">
                <a:tableStyleId>{5C22544A-7EE6-4342-B048-85BDC9FD1C3A}</a:tableStyleId>
              </a:tblPr>
              <a:tblGrid>
                <a:gridCol w="2922434">
                  <a:extLst>
                    <a:ext uri="{9D8B030D-6E8A-4147-A177-3AD203B41FA5}">
                      <a16:colId xmlns:a16="http://schemas.microsoft.com/office/drawing/2014/main" val="4220825619"/>
                    </a:ext>
                  </a:extLst>
                </a:gridCol>
                <a:gridCol w="2404366">
                  <a:extLst>
                    <a:ext uri="{9D8B030D-6E8A-4147-A177-3AD203B41FA5}">
                      <a16:colId xmlns:a16="http://schemas.microsoft.com/office/drawing/2014/main" val="4065158461"/>
                    </a:ext>
                  </a:extLst>
                </a:gridCol>
                <a:gridCol w="2284812">
                  <a:extLst>
                    <a:ext uri="{9D8B030D-6E8A-4147-A177-3AD203B41FA5}">
                      <a16:colId xmlns:a16="http://schemas.microsoft.com/office/drawing/2014/main" val="532913032"/>
                    </a:ext>
                  </a:extLst>
                </a:gridCol>
                <a:gridCol w="2178542">
                  <a:extLst>
                    <a:ext uri="{9D8B030D-6E8A-4147-A177-3AD203B41FA5}">
                      <a16:colId xmlns:a16="http://schemas.microsoft.com/office/drawing/2014/main" val="3815551685"/>
                    </a:ext>
                  </a:extLst>
                </a:gridCol>
                <a:gridCol w="2178542">
                  <a:extLst>
                    <a:ext uri="{9D8B030D-6E8A-4147-A177-3AD203B41FA5}">
                      <a16:colId xmlns:a16="http://schemas.microsoft.com/office/drawing/2014/main" val="1545388976"/>
                    </a:ext>
                  </a:extLst>
                </a:gridCol>
              </a:tblGrid>
              <a:tr h="381000">
                <a:tc>
                  <a:txBody>
                    <a:bodyPr/>
                    <a:lstStyle/>
                    <a:p>
                      <a:r>
                        <a:rPr lang="en-GB"/>
                        <a:t>Strategy</a:t>
                      </a:r>
                    </a:p>
                  </a:txBody>
                  <a:tcPr/>
                </a:tc>
                <a:tc>
                  <a:txBody>
                    <a:bodyPr/>
                    <a:lstStyle/>
                    <a:p>
                      <a:r>
                        <a:rPr lang="en-GB"/>
                        <a:t>SC(DHW+SH)</a:t>
                      </a:r>
                    </a:p>
                  </a:txBody>
                  <a:tcPr/>
                </a:tc>
                <a:tc>
                  <a:txBody>
                    <a:bodyPr/>
                    <a:lstStyle/>
                    <a:p>
                      <a:r>
                        <a:rPr lang="en-GB"/>
                        <a:t>PA(DHW+SH)</a:t>
                      </a:r>
                    </a:p>
                  </a:txBody>
                  <a:tcPr/>
                </a:tc>
                <a:tc>
                  <a:txBody>
                    <a:bodyPr/>
                    <a:lstStyle/>
                    <a:p>
                      <a:r>
                        <a:rPr lang="en-GB"/>
                        <a:t>PS(APP_EV)</a:t>
                      </a:r>
                    </a:p>
                  </a:txBody>
                  <a:tcPr/>
                </a:tc>
                <a:tc>
                  <a:txBody>
                    <a:bodyPr/>
                    <a:lstStyle/>
                    <a:p>
                      <a:pPr lvl="0">
                        <a:buNone/>
                      </a:pPr>
                      <a:r>
                        <a:rPr lang="en-GB"/>
                        <a:t>SC+PA+PS</a:t>
                      </a:r>
                    </a:p>
                  </a:txBody>
                  <a:tcPr/>
                </a:tc>
                <a:extLst>
                  <a:ext uri="{0D108BD9-81ED-4DB2-BD59-A6C34878D82A}">
                    <a16:rowId xmlns:a16="http://schemas.microsoft.com/office/drawing/2014/main" val="1162922899"/>
                  </a:ext>
                </a:extLst>
              </a:tr>
              <a:tr h="370840">
                <a:tc>
                  <a:txBody>
                    <a:bodyPr/>
                    <a:lstStyle/>
                    <a:p>
                      <a:r>
                        <a:rPr lang="en-GB"/>
                        <a:t>Energy Deficit [kWh]</a:t>
                      </a:r>
                    </a:p>
                  </a:txBody>
                  <a:tcPr/>
                </a:tc>
                <a:tc>
                  <a:txBody>
                    <a:bodyPr/>
                    <a:lstStyle/>
                    <a:p>
                      <a:r>
                        <a:rPr lang="en-GB"/>
                        <a:t>826</a:t>
                      </a:r>
                    </a:p>
                  </a:txBody>
                  <a:tcPr/>
                </a:tc>
                <a:tc>
                  <a:txBody>
                    <a:bodyPr/>
                    <a:lstStyle/>
                    <a:p>
                      <a:r>
                        <a:rPr lang="en-GB"/>
                        <a:t>834</a:t>
                      </a:r>
                    </a:p>
                  </a:txBody>
                  <a:tcPr/>
                </a:tc>
                <a:tc>
                  <a:txBody>
                    <a:bodyPr/>
                    <a:lstStyle/>
                    <a:p>
                      <a:r>
                        <a:rPr lang="en-GB"/>
                        <a:t>833</a:t>
                      </a:r>
                    </a:p>
                  </a:txBody>
                  <a:tcPr/>
                </a:tc>
                <a:tc>
                  <a:txBody>
                    <a:bodyPr/>
                    <a:lstStyle/>
                    <a:p>
                      <a:pPr lvl="0">
                        <a:buNone/>
                      </a:pPr>
                      <a:r>
                        <a:rPr lang="en-GB"/>
                        <a:t>828</a:t>
                      </a:r>
                    </a:p>
                  </a:txBody>
                  <a:tcPr/>
                </a:tc>
                <a:extLst>
                  <a:ext uri="{0D108BD9-81ED-4DB2-BD59-A6C34878D82A}">
                    <a16:rowId xmlns:a16="http://schemas.microsoft.com/office/drawing/2014/main" val="1702296108"/>
                  </a:ext>
                </a:extLst>
              </a:tr>
              <a:tr h="370839">
                <a:tc>
                  <a:txBody>
                    <a:bodyPr/>
                    <a:lstStyle/>
                    <a:p>
                      <a:pPr lvl="0">
                        <a:buNone/>
                      </a:pPr>
                      <a:r>
                        <a:rPr lang="en-GB"/>
                        <a:t>CO2 Emissions [ton]</a:t>
                      </a:r>
                    </a:p>
                  </a:txBody>
                  <a:tcPr/>
                </a:tc>
                <a:tc>
                  <a:txBody>
                    <a:bodyPr/>
                    <a:lstStyle/>
                    <a:p>
                      <a:pPr lvl="0">
                        <a:buNone/>
                      </a:pPr>
                      <a:r>
                        <a:rPr lang="en-GB"/>
                        <a:t>31.9</a:t>
                      </a:r>
                    </a:p>
                  </a:txBody>
                  <a:tcPr/>
                </a:tc>
                <a:tc>
                  <a:txBody>
                    <a:bodyPr/>
                    <a:lstStyle/>
                    <a:p>
                      <a:pPr lvl="0">
                        <a:buNone/>
                      </a:pPr>
                      <a:r>
                        <a:rPr lang="en-GB"/>
                        <a:t>33</a:t>
                      </a:r>
                    </a:p>
                  </a:txBody>
                  <a:tcPr/>
                </a:tc>
                <a:tc>
                  <a:txBody>
                    <a:bodyPr/>
                    <a:lstStyle/>
                    <a:p>
                      <a:pPr lvl="0">
                        <a:buNone/>
                      </a:pPr>
                      <a:r>
                        <a:rPr lang="en-GB"/>
                        <a:t>32.7</a:t>
                      </a:r>
                    </a:p>
                  </a:txBody>
                  <a:tcPr/>
                </a:tc>
                <a:tc>
                  <a:txBody>
                    <a:bodyPr/>
                    <a:lstStyle/>
                    <a:p>
                      <a:pPr lvl="0">
                        <a:buNone/>
                      </a:pPr>
                      <a:r>
                        <a:rPr lang="en-GB"/>
                        <a:t>32.4</a:t>
                      </a:r>
                    </a:p>
                  </a:txBody>
                  <a:tcPr/>
                </a:tc>
                <a:extLst>
                  <a:ext uri="{0D108BD9-81ED-4DB2-BD59-A6C34878D82A}">
                    <a16:rowId xmlns:a16="http://schemas.microsoft.com/office/drawing/2014/main" val="1032026698"/>
                  </a:ext>
                </a:extLst>
              </a:tr>
              <a:tr h="370840">
                <a:tc>
                  <a:txBody>
                    <a:bodyPr/>
                    <a:lstStyle/>
                    <a:p>
                      <a:r>
                        <a:rPr lang="en-GB"/>
                        <a:t>Building Min. T [Cº]</a:t>
                      </a:r>
                    </a:p>
                  </a:txBody>
                  <a:tcPr/>
                </a:tc>
                <a:tc>
                  <a:txBody>
                    <a:bodyPr/>
                    <a:lstStyle/>
                    <a:p>
                      <a:r>
                        <a:rPr lang="en-GB"/>
                        <a:t>20.6</a:t>
                      </a:r>
                    </a:p>
                  </a:txBody>
                  <a:tcPr/>
                </a:tc>
                <a:tc>
                  <a:txBody>
                    <a:bodyPr/>
                    <a:lstStyle/>
                    <a:p>
                      <a:r>
                        <a:rPr lang="en-GB"/>
                        <a:t>20.5</a:t>
                      </a:r>
                    </a:p>
                  </a:txBody>
                  <a:tcPr/>
                </a:tc>
                <a:tc>
                  <a:txBody>
                    <a:bodyPr/>
                    <a:lstStyle/>
                    <a:p>
                      <a:r>
                        <a:rPr lang="en-GB"/>
                        <a:t>20.5</a:t>
                      </a:r>
                    </a:p>
                  </a:txBody>
                  <a:tcPr/>
                </a:tc>
                <a:tc>
                  <a:txBody>
                    <a:bodyPr/>
                    <a:lstStyle/>
                    <a:p>
                      <a:pPr lvl="0">
                        <a:buNone/>
                      </a:pPr>
                      <a:r>
                        <a:rPr lang="en-GB"/>
                        <a:t>20.5</a:t>
                      </a:r>
                    </a:p>
                  </a:txBody>
                  <a:tcPr/>
                </a:tc>
                <a:extLst>
                  <a:ext uri="{0D108BD9-81ED-4DB2-BD59-A6C34878D82A}">
                    <a16:rowId xmlns:a16="http://schemas.microsoft.com/office/drawing/2014/main" val="1444445837"/>
                  </a:ext>
                </a:extLst>
              </a:tr>
              <a:tr h="370840">
                <a:tc>
                  <a:txBody>
                    <a:bodyPr/>
                    <a:lstStyle/>
                    <a:p>
                      <a:pPr lvl="0">
                        <a:buNone/>
                      </a:pPr>
                      <a:r>
                        <a:rPr lang="en-GB" sz="1800" b="0" i="0" u="none" strike="noStrike" noProof="0">
                          <a:solidFill>
                            <a:srgbClr val="000000"/>
                          </a:solidFill>
                          <a:latin typeface="Figtree"/>
                        </a:rPr>
                        <a:t>DHW top layer Min. T [Cº]</a:t>
                      </a:r>
                      <a:endParaRPr lang="en-US"/>
                    </a:p>
                  </a:txBody>
                  <a:tcPr/>
                </a:tc>
                <a:tc>
                  <a:txBody>
                    <a:bodyPr/>
                    <a:lstStyle/>
                    <a:p>
                      <a:r>
                        <a:rPr lang="en-GB"/>
                        <a:t>57.4 (</a:t>
                      </a:r>
                      <a:r>
                        <a:rPr lang="en-GB" i="1"/>
                        <a:t>52.4</a:t>
                      </a:r>
                      <a:r>
                        <a:rPr lang="en-GB"/>
                        <a:t>)</a:t>
                      </a:r>
                    </a:p>
                  </a:txBody>
                  <a:tcPr/>
                </a:tc>
                <a:tc>
                  <a:txBody>
                    <a:bodyPr/>
                    <a:lstStyle/>
                    <a:p>
                      <a:r>
                        <a:rPr lang="en-GB"/>
                        <a:t>59.5 (</a:t>
                      </a:r>
                      <a:r>
                        <a:rPr lang="en-GB" i="1"/>
                        <a:t>54.4</a:t>
                      </a:r>
                      <a:r>
                        <a:rPr lang="en-GB"/>
                        <a:t>)</a:t>
                      </a:r>
                    </a:p>
                  </a:txBody>
                  <a:tcPr/>
                </a:tc>
                <a:tc>
                  <a:txBody>
                    <a:bodyPr/>
                    <a:lstStyle/>
                    <a:p>
                      <a:r>
                        <a:rPr lang="en-GB"/>
                        <a:t>57.3 (</a:t>
                      </a:r>
                      <a:r>
                        <a:rPr lang="en-GB" i="1"/>
                        <a:t>52.3</a:t>
                      </a:r>
                      <a:r>
                        <a:rPr lang="en-GB"/>
                        <a:t>)</a:t>
                      </a:r>
                    </a:p>
                  </a:txBody>
                  <a:tcPr/>
                </a:tc>
                <a:tc>
                  <a:txBody>
                    <a:bodyPr/>
                    <a:lstStyle/>
                    <a:p>
                      <a:pPr lvl="0">
                        <a:buNone/>
                      </a:pPr>
                      <a:r>
                        <a:rPr lang="en-GB"/>
                        <a:t>57.4 (</a:t>
                      </a:r>
                      <a:r>
                        <a:rPr lang="en-GB" i="1"/>
                        <a:t>52.4</a:t>
                      </a:r>
                      <a:r>
                        <a:rPr lang="en-GB"/>
                        <a:t>)</a:t>
                      </a:r>
                    </a:p>
                  </a:txBody>
                  <a:tcPr/>
                </a:tc>
                <a:extLst>
                  <a:ext uri="{0D108BD9-81ED-4DB2-BD59-A6C34878D82A}">
                    <a16:rowId xmlns:a16="http://schemas.microsoft.com/office/drawing/2014/main" val="1619003715"/>
                  </a:ext>
                </a:extLst>
              </a:tr>
              <a:tr h="370839">
                <a:tc>
                  <a:txBody>
                    <a:bodyPr/>
                    <a:lstStyle/>
                    <a:p>
                      <a:pPr lvl="0">
                        <a:buNone/>
                      </a:pPr>
                      <a:r>
                        <a:rPr lang="en-GB"/>
                        <a:t>Peak Power [MW]</a:t>
                      </a:r>
                    </a:p>
                  </a:txBody>
                  <a:tcPr/>
                </a:tc>
                <a:tc>
                  <a:txBody>
                    <a:bodyPr/>
                    <a:lstStyle/>
                    <a:p>
                      <a:pPr lvl="0">
                        <a:buNone/>
                      </a:pPr>
                      <a:r>
                        <a:rPr lang="en-GB"/>
                        <a:t>40</a:t>
                      </a:r>
                    </a:p>
                  </a:txBody>
                  <a:tcPr/>
                </a:tc>
                <a:tc>
                  <a:txBody>
                    <a:bodyPr/>
                    <a:lstStyle/>
                    <a:p>
                      <a:pPr lvl="0">
                        <a:buNone/>
                      </a:pPr>
                      <a:r>
                        <a:rPr lang="en-GB"/>
                        <a:t>39.8</a:t>
                      </a:r>
                    </a:p>
                  </a:txBody>
                  <a:tcPr/>
                </a:tc>
                <a:tc>
                  <a:txBody>
                    <a:bodyPr/>
                    <a:lstStyle/>
                    <a:p>
                      <a:pPr lvl="0">
                        <a:buNone/>
                      </a:pPr>
                      <a:r>
                        <a:rPr lang="en-GB"/>
                        <a:t>31.9</a:t>
                      </a:r>
                    </a:p>
                  </a:txBody>
                  <a:tcPr/>
                </a:tc>
                <a:tc>
                  <a:txBody>
                    <a:bodyPr/>
                    <a:lstStyle/>
                    <a:p>
                      <a:pPr lvl="0">
                        <a:buNone/>
                      </a:pPr>
                      <a:r>
                        <a:rPr lang="en-GB"/>
                        <a:t>34.4</a:t>
                      </a:r>
                    </a:p>
                  </a:txBody>
                  <a:tcPr/>
                </a:tc>
                <a:extLst>
                  <a:ext uri="{0D108BD9-81ED-4DB2-BD59-A6C34878D82A}">
                    <a16:rowId xmlns:a16="http://schemas.microsoft.com/office/drawing/2014/main" val="1816744480"/>
                  </a:ext>
                </a:extLst>
              </a:tr>
              <a:tr h="370838">
                <a:tc>
                  <a:txBody>
                    <a:bodyPr/>
                    <a:lstStyle/>
                    <a:p>
                      <a:pPr lvl="0">
                        <a:buNone/>
                      </a:pPr>
                      <a:r>
                        <a:rPr lang="en-GB"/>
                        <a:t>NPV difference [</a:t>
                      </a:r>
                      <a:r>
                        <a:rPr lang="en-GB" err="1"/>
                        <a:t>kSEK</a:t>
                      </a:r>
                      <a:r>
                        <a:rPr lang="en-GB"/>
                        <a:t>]</a:t>
                      </a:r>
                    </a:p>
                  </a:txBody>
                  <a:tcPr/>
                </a:tc>
                <a:tc>
                  <a:txBody>
                    <a:bodyPr/>
                    <a:lstStyle/>
                    <a:p>
                      <a:pPr lvl="0">
                        <a:buNone/>
                      </a:pPr>
                      <a:r>
                        <a:rPr lang="en-GB"/>
                        <a:t>62.8</a:t>
                      </a:r>
                    </a:p>
                  </a:txBody>
                  <a:tcPr/>
                </a:tc>
                <a:tc>
                  <a:txBody>
                    <a:bodyPr/>
                    <a:lstStyle/>
                    <a:p>
                      <a:pPr lvl="0">
                        <a:buNone/>
                      </a:pPr>
                      <a:r>
                        <a:rPr lang="en-GB"/>
                        <a:t>40</a:t>
                      </a:r>
                    </a:p>
                  </a:txBody>
                  <a:tcPr/>
                </a:tc>
                <a:tc>
                  <a:txBody>
                    <a:bodyPr/>
                    <a:lstStyle/>
                    <a:p>
                      <a:pPr lvl="0">
                        <a:buNone/>
                      </a:pPr>
                      <a:r>
                        <a:rPr lang="en-GB"/>
                        <a:t>172.6</a:t>
                      </a:r>
                    </a:p>
                  </a:txBody>
                  <a:tcPr/>
                </a:tc>
                <a:tc>
                  <a:txBody>
                    <a:bodyPr/>
                    <a:lstStyle/>
                    <a:p>
                      <a:pPr lvl="0">
                        <a:buNone/>
                      </a:pPr>
                      <a:r>
                        <a:rPr lang="en-GB"/>
                        <a:t>142.8</a:t>
                      </a:r>
                    </a:p>
                  </a:txBody>
                  <a:tcPr/>
                </a:tc>
                <a:extLst>
                  <a:ext uri="{0D108BD9-81ED-4DB2-BD59-A6C34878D82A}">
                    <a16:rowId xmlns:a16="http://schemas.microsoft.com/office/drawing/2014/main" val="599119346"/>
                  </a:ext>
                </a:extLst>
              </a:tr>
            </a:tbl>
          </a:graphicData>
        </a:graphic>
      </p:graphicFrame>
      <p:sp>
        <p:nvSpPr>
          <p:cNvPr id="20" name="Rectangle: Rounded Corners 19">
            <a:extLst>
              <a:ext uri="{FF2B5EF4-FFF2-40B4-BE49-F238E27FC236}">
                <a16:creationId xmlns:a16="http://schemas.microsoft.com/office/drawing/2014/main" id="{22866806-52F5-A806-6775-F22AB1BBAA77}"/>
              </a:ext>
            </a:extLst>
          </p:cNvPr>
          <p:cNvSpPr/>
          <p:nvPr/>
        </p:nvSpPr>
        <p:spPr>
          <a:xfrm>
            <a:off x="141424" y="3947609"/>
            <a:ext cx="2809652" cy="2728070"/>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Self-Consumption</a:t>
            </a:r>
          </a:p>
          <a:p>
            <a:pPr algn="ctr"/>
            <a:endParaRPr lang="en-GB" b="1"/>
          </a:p>
          <a:p>
            <a:pPr algn="ctr"/>
            <a:endParaRPr lang="en-GB" b="1"/>
          </a:p>
          <a:p>
            <a:pPr algn="ctr"/>
            <a:endParaRPr lang="en-GB" b="1"/>
          </a:p>
          <a:p>
            <a:pPr algn="ctr"/>
            <a:endParaRPr lang="en-GB" b="1"/>
          </a:p>
          <a:p>
            <a:pPr algn="ctr"/>
            <a:endParaRPr lang="en-GB" b="1"/>
          </a:p>
          <a:p>
            <a:pPr algn="ctr"/>
            <a:endParaRPr lang="en-GB" b="1"/>
          </a:p>
        </p:txBody>
      </p:sp>
      <p:pic>
        <p:nvPicPr>
          <p:cNvPr id="26" name="Picture 25" descr="No money - Free business and finance icons">
            <a:extLst>
              <a:ext uri="{FF2B5EF4-FFF2-40B4-BE49-F238E27FC236}">
                <a16:creationId xmlns:a16="http://schemas.microsoft.com/office/drawing/2014/main" id="{D81E0ED7-44C6-0619-2E6C-79AB83FD3B07}"/>
              </a:ext>
            </a:extLst>
          </p:cNvPr>
          <p:cNvPicPr>
            <a:picLocks noChangeAspect="1"/>
          </p:cNvPicPr>
          <p:nvPr/>
        </p:nvPicPr>
        <p:blipFill>
          <a:blip r:embed="rId2"/>
          <a:stretch>
            <a:fillRect/>
          </a:stretch>
        </p:blipFill>
        <p:spPr>
          <a:xfrm>
            <a:off x="1032768" y="4748470"/>
            <a:ext cx="925250" cy="825447"/>
          </a:xfrm>
          <a:prstGeom prst="rect">
            <a:avLst/>
          </a:prstGeom>
        </p:spPr>
      </p:pic>
      <p:pic>
        <p:nvPicPr>
          <p:cNvPr id="29" name="Picture 28" descr="Environment - Free ecology and environment icons">
            <a:extLst>
              <a:ext uri="{FF2B5EF4-FFF2-40B4-BE49-F238E27FC236}">
                <a16:creationId xmlns:a16="http://schemas.microsoft.com/office/drawing/2014/main" id="{DFCA029F-F822-7CFF-F8DE-241925964B2E}"/>
              </a:ext>
            </a:extLst>
          </p:cNvPr>
          <p:cNvPicPr>
            <a:picLocks noChangeAspect="1"/>
          </p:cNvPicPr>
          <p:nvPr/>
        </p:nvPicPr>
        <p:blipFill>
          <a:blip r:embed="rId3"/>
          <a:stretch>
            <a:fillRect/>
          </a:stretch>
        </p:blipFill>
        <p:spPr>
          <a:xfrm>
            <a:off x="1741382" y="5619307"/>
            <a:ext cx="940388" cy="850741"/>
          </a:xfrm>
          <a:prstGeom prst="rect">
            <a:avLst/>
          </a:prstGeom>
        </p:spPr>
      </p:pic>
      <p:sp>
        <p:nvSpPr>
          <p:cNvPr id="33" name="Rectangle: Rounded Corners 32">
            <a:extLst>
              <a:ext uri="{FF2B5EF4-FFF2-40B4-BE49-F238E27FC236}">
                <a16:creationId xmlns:a16="http://schemas.microsoft.com/office/drawing/2014/main" id="{AB686927-BF37-F3D3-C1C9-4D9862D8F10B}"/>
              </a:ext>
            </a:extLst>
          </p:cNvPr>
          <p:cNvSpPr/>
          <p:nvPr/>
        </p:nvSpPr>
        <p:spPr>
          <a:xfrm>
            <a:off x="3084321" y="3960747"/>
            <a:ext cx="2809652" cy="2728070"/>
          </a:xfrm>
          <a:prstGeom prst="round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Price Arbitrage</a:t>
            </a:r>
            <a:endParaRPr lang="en-GB" b="1" err="1"/>
          </a:p>
          <a:p>
            <a:pPr algn="ctr"/>
            <a:endParaRPr lang="en-GB" b="1"/>
          </a:p>
          <a:p>
            <a:pPr algn="ctr"/>
            <a:endParaRPr lang="en-GB" b="1"/>
          </a:p>
          <a:p>
            <a:pPr algn="ctr"/>
            <a:endParaRPr lang="en-GB" b="1"/>
          </a:p>
          <a:p>
            <a:pPr algn="ctr"/>
            <a:endParaRPr lang="en-GB" b="1"/>
          </a:p>
          <a:p>
            <a:pPr algn="ctr"/>
            <a:endParaRPr lang="en-GB" b="1"/>
          </a:p>
          <a:p>
            <a:pPr algn="ctr"/>
            <a:endParaRPr lang="en-GB" b="1"/>
          </a:p>
        </p:txBody>
      </p:sp>
      <p:sp>
        <p:nvSpPr>
          <p:cNvPr id="49" name="Rectangle: Rounded Corners 48">
            <a:extLst>
              <a:ext uri="{FF2B5EF4-FFF2-40B4-BE49-F238E27FC236}">
                <a16:creationId xmlns:a16="http://schemas.microsoft.com/office/drawing/2014/main" id="{2A8C1A29-3F80-31B4-2C79-656F23AB8536}"/>
              </a:ext>
            </a:extLst>
          </p:cNvPr>
          <p:cNvSpPr/>
          <p:nvPr/>
        </p:nvSpPr>
        <p:spPr>
          <a:xfrm>
            <a:off x="6027217" y="3973885"/>
            <a:ext cx="2809652" cy="2728070"/>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Peak Shaving</a:t>
            </a:r>
          </a:p>
          <a:p>
            <a:pPr algn="ctr"/>
            <a:endParaRPr lang="en-GB" b="1"/>
          </a:p>
          <a:p>
            <a:pPr algn="ctr"/>
            <a:endParaRPr lang="en-GB" b="1"/>
          </a:p>
          <a:p>
            <a:pPr algn="ctr"/>
            <a:endParaRPr lang="en-GB" b="1"/>
          </a:p>
          <a:p>
            <a:pPr algn="ctr"/>
            <a:endParaRPr lang="en-GB" b="1"/>
          </a:p>
          <a:p>
            <a:pPr algn="ctr"/>
            <a:endParaRPr lang="en-GB" b="1"/>
          </a:p>
          <a:p>
            <a:pPr algn="ctr"/>
            <a:endParaRPr lang="en-GB" b="1"/>
          </a:p>
        </p:txBody>
      </p:sp>
      <p:pic>
        <p:nvPicPr>
          <p:cNvPr id="55" name="Picture 54" descr="Money - Free miscellaneous icons">
            <a:extLst>
              <a:ext uri="{FF2B5EF4-FFF2-40B4-BE49-F238E27FC236}">
                <a16:creationId xmlns:a16="http://schemas.microsoft.com/office/drawing/2014/main" id="{B9B46989-3F45-1671-C542-5421C08C8546}"/>
              </a:ext>
            </a:extLst>
          </p:cNvPr>
          <p:cNvPicPr>
            <a:picLocks noChangeAspect="1"/>
          </p:cNvPicPr>
          <p:nvPr/>
        </p:nvPicPr>
        <p:blipFill>
          <a:blip r:embed="rId4"/>
          <a:stretch>
            <a:fillRect/>
          </a:stretch>
        </p:blipFill>
        <p:spPr>
          <a:xfrm>
            <a:off x="6902880" y="4778562"/>
            <a:ext cx="953008" cy="907026"/>
          </a:xfrm>
          <a:prstGeom prst="rect">
            <a:avLst/>
          </a:prstGeom>
        </p:spPr>
      </p:pic>
      <p:sp>
        <p:nvSpPr>
          <p:cNvPr id="62" name="Rectangle: Rounded Corners 61">
            <a:extLst>
              <a:ext uri="{FF2B5EF4-FFF2-40B4-BE49-F238E27FC236}">
                <a16:creationId xmlns:a16="http://schemas.microsoft.com/office/drawing/2014/main" id="{9A3C5A94-5EB1-2462-A738-D2998C088081}"/>
              </a:ext>
            </a:extLst>
          </p:cNvPr>
          <p:cNvSpPr/>
          <p:nvPr/>
        </p:nvSpPr>
        <p:spPr>
          <a:xfrm>
            <a:off x="9009526" y="3987023"/>
            <a:ext cx="2809652" cy="2728070"/>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t>Combined Control</a:t>
            </a:r>
          </a:p>
          <a:p>
            <a:pPr algn="ctr"/>
            <a:endParaRPr lang="en-GB" b="1"/>
          </a:p>
          <a:p>
            <a:pPr algn="ctr"/>
            <a:endParaRPr lang="en-GB" b="1"/>
          </a:p>
          <a:p>
            <a:pPr algn="ctr"/>
            <a:endParaRPr lang="en-GB" b="1"/>
          </a:p>
          <a:p>
            <a:pPr algn="ctr"/>
            <a:endParaRPr lang="en-GB" b="1"/>
          </a:p>
          <a:p>
            <a:pPr algn="ctr"/>
            <a:endParaRPr lang="en-GB" b="1"/>
          </a:p>
          <a:p>
            <a:pPr algn="ctr"/>
            <a:endParaRPr lang="en-GB" b="1"/>
          </a:p>
        </p:txBody>
      </p:sp>
      <p:pic>
        <p:nvPicPr>
          <p:cNvPr id="63" name="Picture 62" descr="Thermometer Icons in SVG, PNG, AI to Download">
            <a:extLst>
              <a:ext uri="{FF2B5EF4-FFF2-40B4-BE49-F238E27FC236}">
                <a16:creationId xmlns:a16="http://schemas.microsoft.com/office/drawing/2014/main" id="{F165EEAB-91DE-8BC8-A843-050E17E2E8F4}"/>
              </a:ext>
            </a:extLst>
          </p:cNvPr>
          <p:cNvPicPr>
            <a:picLocks noChangeAspect="1"/>
          </p:cNvPicPr>
          <p:nvPr/>
        </p:nvPicPr>
        <p:blipFill>
          <a:blip r:embed="rId5"/>
          <a:stretch>
            <a:fillRect/>
          </a:stretch>
        </p:blipFill>
        <p:spPr>
          <a:xfrm>
            <a:off x="9010475" y="5576233"/>
            <a:ext cx="1009876" cy="1012866"/>
          </a:xfrm>
          <a:prstGeom prst="rect">
            <a:avLst/>
          </a:prstGeom>
        </p:spPr>
      </p:pic>
      <p:pic>
        <p:nvPicPr>
          <p:cNvPr id="65" name="Picture 64" descr="Environment - Free ecology and environment icons">
            <a:extLst>
              <a:ext uri="{FF2B5EF4-FFF2-40B4-BE49-F238E27FC236}">
                <a16:creationId xmlns:a16="http://schemas.microsoft.com/office/drawing/2014/main" id="{F0816085-8F98-E757-A4FC-B15B85A3F1FB}"/>
              </a:ext>
            </a:extLst>
          </p:cNvPr>
          <p:cNvPicPr>
            <a:picLocks noChangeAspect="1"/>
          </p:cNvPicPr>
          <p:nvPr/>
        </p:nvPicPr>
        <p:blipFill>
          <a:blip r:embed="rId3"/>
          <a:stretch>
            <a:fillRect/>
          </a:stretch>
        </p:blipFill>
        <p:spPr>
          <a:xfrm>
            <a:off x="10609484" y="5658721"/>
            <a:ext cx="940388" cy="850741"/>
          </a:xfrm>
          <a:prstGeom prst="rect">
            <a:avLst/>
          </a:prstGeom>
        </p:spPr>
      </p:pic>
      <p:pic>
        <p:nvPicPr>
          <p:cNvPr id="66" name="Picture 65" descr="Money - Free miscellaneous icons">
            <a:extLst>
              <a:ext uri="{FF2B5EF4-FFF2-40B4-BE49-F238E27FC236}">
                <a16:creationId xmlns:a16="http://schemas.microsoft.com/office/drawing/2014/main" id="{452F4991-2FDF-9377-F92D-AE86A18FC0B2}"/>
              </a:ext>
            </a:extLst>
          </p:cNvPr>
          <p:cNvPicPr>
            <a:picLocks noChangeAspect="1"/>
          </p:cNvPicPr>
          <p:nvPr/>
        </p:nvPicPr>
        <p:blipFill>
          <a:blip r:embed="rId4"/>
          <a:stretch>
            <a:fillRect/>
          </a:stretch>
        </p:blipFill>
        <p:spPr>
          <a:xfrm>
            <a:off x="9858913" y="4745716"/>
            <a:ext cx="953008" cy="907026"/>
          </a:xfrm>
          <a:prstGeom prst="rect">
            <a:avLst/>
          </a:prstGeom>
        </p:spPr>
      </p:pic>
      <p:pic>
        <p:nvPicPr>
          <p:cNvPr id="67" name="Picture 66" descr="Thermometer Icons in SVG, PNG, AI to Download">
            <a:extLst>
              <a:ext uri="{FF2B5EF4-FFF2-40B4-BE49-F238E27FC236}">
                <a16:creationId xmlns:a16="http://schemas.microsoft.com/office/drawing/2014/main" id="{E038241D-1D39-A04E-4342-7B0EA1AE4189}"/>
              </a:ext>
            </a:extLst>
          </p:cNvPr>
          <p:cNvPicPr>
            <a:picLocks noChangeAspect="1"/>
          </p:cNvPicPr>
          <p:nvPr/>
        </p:nvPicPr>
        <p:blipFill>
          <a:blip r:embed="rId5"/>
          <a:stretch>
            <a:fillRect/>
          </a:stretch>
        </p:blipFill>
        <p:spPr>
          <a:xfrm>
            <a:off x="3085269" y="5536818"/>
            <a:ext cx="1009876" cy="1012866"/>
          </a:xfrm>
          <a:prstGeom prst="rect">
            <a:avLst/>
          </a:prstGeom>
        </p:spPr>
      </p:pic>
      <p:pic>
        <p:nvPicPr>
          <p:cNvPr id="68" name="Picture 67" descr="Thermometer Icons in SVG, PNG, AI to Download">
            <a:extLst>
              <a:ext uri="{FF2B5EF4-FFF2-40B4-BE49-F238E27FC236}">
                <a16:creationId xmlns:a16="http://schemas.microsoft.com/office/drawing/2014/main" id="{160991EB-91FE-6953-2BBB-7D39E572651A}"/>
              </a:ext>
            </a:extLst>
          </p:cNvPr>
          <p:cNvPicPr>
            <a:picLocks noChangeAspect="1"/>
          </p:cNvPicPr>
          <p:nvPr/>
        </p:nvPicPr>
        <p:blipFill>
          <a:blip r:embed="rId5"/>
          <a:stretch>
            <a:fillRect/>
          </a:stretch>
        </p:blipFill>
        <p:spPr>
          <a:xfrm>
            <a:off x="83252" y="5503973"/>
            <a:ext cx="957325" cy="1012866"/>
          </a:xfrm>
          <a:prstGeom prst="rect">
            <a:avLst/>
          </a:prstGeom>
        </p:spPr>
      </p:pic>
      <p:pic>
        <p:nvPicPr>
          <p:cNvPr id="69" name="Picture 68" descr="Thermometer Icons in SVG, PNG, AI to Download">
            <a:extLst>
              <a:ext uri="{FF2B5EF4-FFF2-40B4-BE49-F238E27FC236}">
                <a16:creationId xmlns:a16="http://schemas.microsoft.com/office/drawing/2014/main" id="{EB6F096A-2923-EE44-5A4D-5FA48569CF50}"/>
              </a:ext>
            </a:extLst>
          </p:cNvPr>
          <p:cNvPicPr>
            <a:picLocks noChangeAspect="1"/>
          </p:cNvPicPr>
          <p:nvPr/>
        </p:nvPicPr>
        <p:blipFill>
          <a:blip r:embed="rId5"/>
          <a:stretch>
            <a:fillRect/>
          </a:stretch>
        </p:blipFill>
        <p:spPr>
          <a:xfrm>
            <a:off x="6028165" y="5576231"/>
            <a:ext cx="1009876" cy="1012866"/>
          </a:xfrm>
          <a:prstGeom prst="rect">
            <a:avLst/>
          </a:prstGeom>
        </p:spPr>
      </p:pic>
      <p:pic>
        <p:nvPicPr>
          <p:cNvPr id="70" name="Graphic 69" descr="Pollution Contamination Environmental Pollution Industrian Waste Vector SVG  Icon - SVG Repo">
            <a:extLst>
              <a:ext uri="{FF2B5EF4-FFF2-40B4-BE49-F238E27FC236}">
                <a16:creationId xmlns:a16="http://schemas.microsoft.com/office/drawing/2014/main" id="{3558ADCC-0167-5A3B-3929-B88CBA3E9A3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35401" y="5609725"/>
            <a:ext cx="1041838" cy="969580"/>
          </a:xfrm>
          <a:prstGeom prst="rect">
            <a:avLst/>
          </a:prstGeom>
        </p:spPr>
      </p:pic>
      <p:pic>
        <p:nvPicPr>
          <p:cNvPr id="71" name="Picture 70" descr="No money - Free business and finance icons">
            <a:extLst>
              <a:ext uri="{FF2B5EF4-FFF2-40B4-BE49-F238E27FC236}">
                <a16:creationId xmlns:a16="http://schemas.microsoft.com/office/drawing/2014/main" id="{A55360FA-AD2C-DD1D-E011-B8ADFAB36751}"/>
              </a:ext>
            </a:extLst>
          </p:cNvPr>
          <p:cNvPicPr>
            <a:picLocks noChangeAspect="1"/>
          </p:cNvPicPr>
          <p:nvPr/>
        </p:nvPicPr>
        <p:blipFill>
          <a:blip r:embed="rId2"/>
          <a:stretch>
            <a:fillRect/>
          </a:stretch>
        </p:blipFill>
        <p:spPr>
          <a:xfrm>
            <a:off x="3975664" y="4709056"/>
            <a:ext cx="925250" cy="825447"/>
          </a:xfrm>
          <a:prstGeom prst="rect">
            <a:avLst/>
          </a:prstGeom>
        </p:spPr>
      </p:pic>
      <p:pic>
        <p:nvPicPr>
          <p:cNvPr id="72" name="Picture 71" descr="Environment - Free ecology and environment icons">
            <a:extLst>
              <a:ext uri="{FF2B5EF4-FFF2-40B4-BE49-F238E27FC236}">
                <a16:creationId xmlns:a16="http://schemas.microsoft.com/office/drawing/2014/main" id="{02C1CE44-507C-F3B9-6B0C-1D7AEDAE1ED6}"/>
              </a:ext>
            </a:extLst>
          </p:cNvPr>
          <p:cNvPicPr>
            <a:picLocks noChangeAspect="1"/>
          </p:cNvPicPr>
          <p:nvPr/>
        </p:nvPicPr>
        <p:blipFill>
          <a:blip r:embed="rId3"/>
          <a:stretch>
            <a:fillRect/>
          </a:stretch>
        </p:blipFill>
        <p:spPr>
          <a:xfrm>
            <a:off x="7640311" y="5619307"/>
            <a:ext cx="940388" cy="850741"/>
          </a:xfrm>
          <a:prstGeom prst="rect">
            <a:avLst/>
          </a:prstGeom>
        </p:spPr>
      </p:pic>
      <p:sp>
        <p:nvSpPr>
          <p:cNvPr id="3" name="Slide Number Placeholder 2">
            <a:extLst>
              <a:ext uri="{FF2B5EF4-FFF2-40B4-BE49-F238E27FC236}">
                <a16:creationId xmlns:a16="http://schemas.microsoft.com/office/drawing/2014/main" id="{DF6CD424-4CBB-0A5E-435E-66E91FD8E754}"/>
              </a:ext>
            </a:extLst>
          </p:cNvPr>
          <p:cNvSpPr>
            <a:spLocks noGrp="1"/>
          </p:cNvSpPr>
          <p:nvPr>
            <p:ph type="sldNum" sz="quarter" idx="12"/>
          </p:nvPr>
        </p:nvSpPr>
        <p:spPr/>
        <p:txBody>
          <a:bodyPr/>
          <a:lstStyle/>
          <a:p>
            <a:fld id="{B716C8F4-20CD-364A-8A8E-DE130115B178}" type="slidenum">
              <a:rPr lang="sv-SE" smtClean="0"/>
              <a:t>26</a:t>
            </a:fld>
            <a:endParaRPr lang="sv-SE"/>
          </a:p>
        </p:txBody>
      </p:sp>
    </p:spTree>
    <p:extLst>
      <p:ext uri="{BB962C8B-B14F-4D97-AF65-F5344CB8AC3E}">
        <p14:creationId xmlns:p14="http://schemas.microsoft.com/office/powerpoint/2010/main" val="14235894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DA2E7F1-7B5F-3EBD-FE2E-ED85CE5E63F2}"/>
            </a:ext>
          </a:extLst>
        </p:cNvPr>
        <p:cNvGrpSpPr/>
        <p:nvPr/>
      </p:nvGrpSpPr>
      <p:grpSpPr>
        <a:xfrm>
          <a:off x="0" y="0"/>
          <a:ext cx="0" cy="0"/>
          <a:chOff x="0" y="0"/>
          <a:chExt cx="0" cy="0"/>
        </a:xfrm>
      </p:grpSpPr>
      <p:sp>
        <p:nvSpPr>
          <p:cNvPr id="44" name="Rectangle: Rounded Corners 43">
            <a:extLst>
              <a:ext uri="{FF2B5EF4-FFF2-40B4-BE49-F238E27FC236}">
                <a16:creationId xmlns:a16="http://schemas.microsoft.com/office/drawing/2014/main" id="{34725A58-4A00-4B5A-7576-4C0DFE824DE1}"/>
              </a:ext>
            </a:extLst>
          </p:cNvPr>
          <p:cNvSpPr/>
          <p:nvPr/>
        </p:nvSpPr>
        <p:spPr>
          <a:xfrm>
            <a:off x="193124" y="1040302"/>
            <a:ext cx="3699642" cy="292762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EF6CB46-6636-FC98-7F70-4F0275F375E7}"/>
              </a:ext>
            </a:extLst>
          </p:cNvPr>
          <p:cNvSpPr>
            <a:spLocks noGrp="1"/>
          </p:cNvSpPr>
          <p:nvPr>
            <p:ph type="title"/>
          </p:nvPr>
        </p:nvSpPr>
        <p:spPr>
          <a:xfrm>
            <a:off x="1203924" y="204236"/>
            <a:ext cx="10990263" cy="568412"/>
          </a:xfrm>
        </p:spPr>
        <p:txBody>
          <a:bodyPr/>
          <a:lstStyle/>
          <a:p>
            <a:r>
              <a:rPr lang="de-DE"/>
              <a:t>Energy Community</a:t>
            </a:r>
          </a:p>
        </p:txBody>
      </p:sp>
      <p:graphicFrame>
        <p:nvGraphicFramePr>
          <p:cNvPr id="5" name="Table 4">
            <a:extLst>
              <a:ext uri="{FF2B5EF4-FFF2-40B4-BE49-F238E27FC236}">
                <a16:creationId xmlns:a16="http://schemas.microsoft.com/office/drawing/2014/main" id="{6F2CE4CC-4546-AA1E-1D6B-8D2809AE903C}"/>
              </a:ext>
            </a:extLst>
          </p:cNvPr>
          <p:cNvGraphicFramePr>
            <a:graphicFrameLocks noGrp="1"/>
          </p:cNvGraphicFramePr>
          <p:nvPr>
            <p:extLst>
              <p:ext uri="{D42A27DB-BD31-4B8C-83A1-F6EECF244321}">
                <p14:modId xmlns:p14="http://schemas.microsoft.com/office/powerpoint/2010/main" val="2833579376"/>
              </p:ext>
            </p:extLst>
          </p:nvPr>
        </p:nvGraphicFramePr>
        <p:xfrm>
          <a:off x="64576" y="4197457"/>
          <a:ext cx="12127416" cy="2393843"/>
        </p:xfrm>
        <a:graphic>
          <a:graphicData uri="http://schemas.openxmlformats.org/drawingml/2006/table">
            <a:tbl>
              <a:tblPr firstRow="1" bandRow="1">
                <a:tableStyleId>{5C22544A-7EE6-4342-B048-85BDC9FD1C3A}</a:tableStyleId>
              </a:tblPr>
              <a:tblGrid>
                <a:gridCol w="5256508">
                  <a:extLst>
                    <a:ext uri="{9D8B030D-6E8A-4147-A177-3AD203B41FA5}">
                      <a16:colId xmlns:a16="http://schemas.microsoft.com/office/drawing/2014/main" val="4220825619"/>
                    </a:ext>
                  </a:extLst>
                </a:gridCol>
                <a:gridCol w="3784169">
                  <a:extLst>
                    <a:ext uri="{9D8B030D-6E8A-4147-A177-3AD203B41FA5}">
                      <a16:colId xmlns:a16="http://schemas.microsoft.com/office/drawing/2014/main" val="4065158461"/>
                    </a:ext>
                  </a:extLst>
                </a:gridCol>
                <a:gridCol w="3086739">
                  <a:extLst>
                    <a:ext uri="{9D8B030D-6E8A-4147-A177-3AD203B41FA5}">
                      <a16:colId xmlns:a16="http://schemas.microsoft.com/office/drawing/2014/main" val="532913032"/>
                    </a:ext>
                  </a:extLst>
                </a:gridCol>
              </a:tblGrid>
              <a:tr h="341586">
                <a:tc>
                  <a:txBody>
                    <a:bodyPr/>
                    <a:lstStyle/>
                    <a:p>
                      <a:r>
                        <a:rPr lang="en-GB" sz="1600"/>
                        <a:t>Strategy (No control)</a:t>
                      </a:r>
                    </a:p>
                  </a:txBody>
                  <a:tcPr/>
                </a:tc>
                <a:tc>
                  <a:txBody>
                    <a:bodyPr/>
                    <a:lstStyle/>
                    <a:p>
                      <a:r>
                        <a:rPr lang="en-GB" sz="1600"/>
                        <a:t>12 Independent Households (Baseline)</a:t>
                      </a:r>
                    </a:p>
                  </a:txBody>
                  <a:tcPr/>
                </a:tc>
                <a:tc>
                  <a:txBody>
                    <a:bodyPr/>
                    <a:lstStyle/>
                    <a:p>
                      <a:r>
                        <a:rPr lang="en-GB" sz="1600"/>
                        <a:t>Energy Community (Baseline)</a:t>
                      </a:r>
                    </a:p>
                  </a:txBody>
                  <a:tcPr/>
                </a:tc>
                <a:extLst>
                  <a:ext uri="{0D108BD9-81ED-4DB2-BD59-A6C34878D82A}">
                    <a16:rowId xmlns:a16="http://schemas.microsoft.com/office/drawing/2014/main" val="1162922899"/>
                  </a:ext>
                </a:extLst>
              </a:tr>
              <a:tr h="341586">
                <a:tc>
                  <a:txBody>
                    <a:bodyPr/>
                    <a:lstStyle/>
                    <a:p>
                      <a:r>
                        <a:rPr lang="en-GB" sz="1600"/>
                        <a:t>Energy Deficit [kWh]</a:t>
                      </a:r>
                    </a:p>
                  </a:txBody>
                  <a:tcPr/>
                </a:tc>
                <a:tc>
                  <a:txBody>
                    <a:bodyPr/>
                    <a:lstStyle/>
                    <a:p>
                      <a:r>
                        <a:rPr lang="en-GB" sz="1600"/>
                        <a:t>637</a:t>
                      </a:r>
                    </a:p>
                  </a:txBody>
                  <a:tcPr/>
                </a:tc>
                <a:tc>
                  <a:txBody>
                    <a:bodyPr/>
                    <a:lstStyle/>
                    <a:p>
                      <a:r>
                        <a:rPr lang="en-GB" sz="1600"/>
                        <a:t>829</a:t>
                      </a:r>
                    </a:p>
                  </a:txBody>
                  <a:tcPr/>
                </a:tc>
                <a:extLst>
                  <a:ext uri="{0D108BD9-81ED-4DB2-BD59-A6C34878D82A}">
                    <a16:rowId xmlns:a16="http://schemas.microsoft.com/office/drawing/2014/main" val="1702296108"/>
                  </a:ext>
                </a:extLst>
              </a:tr>
              <a:tr h="341586">
                <a:tc>
                  <a:txBody>
                    <a:bodyPr/>
                    <a:lstStyle/>
                    <a:p>
                      <a:pPr lvl="0">
                        <a:buNone/>
                      </a:pPr>
                      <a:r>
                        <a:rPr lang="en-GB" sz="1600"/>
                        <a:t>CO2 Emissions [ton]</a:t>
                      </a:r>
                    </a:p>
                  </a:txBody>
                  <a:tcPr/>
                </a:tc>
                <a:tc>
                  <a:txBody>
                    <a:bodyPr/>
                    <a:lstStyle/>
                    <a:p>
                      <a:pPr lvl="0">
                        <a:buNone/>
                      </a:pPr>
                      <a:r>
                        <a:rPr lang="en-GB" sz="1600"/>
                        <a:t>39.4</a:t>
                      </a:r>
                    </a:p>
                  </a:txBody>
                  <a:tcPr/>
                </a:tc>
                <a:tc>
                  <a:txBody>
                    <a:bodyPr/>
                    <a:lstStyle/>
                    <a:p>
                      <a:pPr lvl="0">
                        <a:buNone/>
                      </a:pPr>
                      <a:r>
                        <a:rPr lang="en-GB" sz="1600"/>
                        <a:t>33.3</a:t>
                      </a:r>
                    </a:p>
                  </a:txBody>
                  <a:tcPr/>
                </a:tc>
                <a:extLst>
                  <a:ext uri="{0D108BD9-81ED-4DB2-BD59-A6C34878D82A}">
                    <a16:rowId xmlns:a16="http://schemas.microsoft.com/office/drawing/2014/main" val="3847105076"/>
                  </a:ext>
                </a:extLst>
              </a:tr>
              <a:tr h="341586">
                <a:tc>
                  <a:txBody>
                    <a:bodyPr/>
                    <a:lstStyle/>
                    <a:p>
                      <a:r>
                        <a:rPr lang="en-GB" sz="1600"/>
                        <a:t>Building Min. T [Cº]</a:t>
                      </a:r>
                    </a:p>
                  </a:txBody>
                  <a:tcPr/>
                </a:tc>
                <a:tc>
                  <a:txBody>
                    <a:bodyPr/>
                    <a:lstStyle/>
                    <a:p>
                      <a:r>
                        <a:rPr lang="en-GB" sz="1600"/>
                        <a:t>20.4</a:t>
                      </a:r>
                    </a:p>
                  </a:txBody>
                  <a:tcPr/>
                </a:tc>
                <a:tc>
                  <a:txBody>
                    <a:bodyPr/>
                    <a:lstStyle/>
                    <a:p>
                      <a:r>
                        <a:rPr lang="en-GB" sz="1600"/>
                        <a:t>21.1</a:t>
                      </a:r>
                    </a:p>
                  </a:txBody>
                  <a:tcPr/>
                </a:tc>
                <a:extLst>
                  <a:ext uri="{0D108BD9-81ED-4DB2-BD59-A6C34878D82A}">
                    <a16:rowId xmlns:a16="http://schemas.microsoft.com/office/drawing/2014/main" val="1444445837"/>
                  </a:ext>
                </a:extLst>
              </a:tr>
              <a:tr h="341586">
                <a:tc>
                  <a:txBody>
                    <a:bodyPr/>
                    <a:lstStyle/>
                    <a:p>
                      <a:pPr lvl="0">
                        <a:buNone/>
                      </a:pPr>
                      <a:r>
                        <a:rPr lang="en-GB" sz="1600" b="0" i="0" u="none" strike="noStrike" noProof="0">
                          <a:solidFill>
                            <a:srgbClr val="000000"/>
                          </a:solidFill>
                          <a:latin typeface="Figtree"/>
                        </a:rPr>
                        <a:t>DHW top layer Min. T [Cº]</a:t>
                      </a:r>
                      <a:endParaRPr lang="en-US" sz="1600"/>
                    </a:p>
                  </a:txBody>
                  <a:tcPr/>
                </a:tc>
                <a:tc>
                  <a:txBody>
                    <a:bodyPr/>
                    <a:lstStyle/>
                    <a:p>
                      <a:r>
                        <a:rPr lang="en-GB" sz="1600"/>
                        <a:t>48.4</a:t>
                      </a:r>
                    </a:p>
                  </a:txBody>
                  <a:tcPr/>
                </a:tc>
                <a:tc>
                  <a:txBody>
                    <a:bodyPr/>
                    <a:lstStyle/>
                    <a:p>
                      <a:r>
                        <a:rPr lang="en-GB" sz="1600" i="0"/>
                        <a:t>59.5</a:t>
                      </a:r>
                      <a:r>
                        <a:rPr lang="en-GB" sz="1600"/>
                        <a:t> (</a:t>
                      </a:r>
                      <a:r>
                        <a:rPr lang="en-GB" sz="1600" i="1"/>
                        <a:t>54.4</a:t>
                      </a:r>
                      <a:r>
                        <a:rPr lang="en-GB" sz="1600"/>
                        <a:t>)</a:t>
                      </a:r>
                    </a:p>
                  </a:txBody>
                  <a:tcPr/>
                </a:tc>
                <a:extLst>
                  <a:ext uri="{0D108BD9-81ED-4DB2-BD59-A6C34878D82A}">
                    <a16:rowId xmlns:a16="http://schemas.microsoft.com/office/drawing/2014/main" val="1619003715"/>
                  </a:ext>
                </a:extLst>
              </a:tr>
              <a:tr h="341586">
                <a:tc>
                  <a:txBody>
                    <a:bodyPr/>
                    <a:lstStyle/>
                    <a:p>
                      <a:pPr lvl="0">
                        <a:buNone/>
                      </a:pPr>
                      <a:r>
                        <a:rPr lang="en-GB" sz="1600"/>
                        <a:t>Peak Power [MW]</a:t>
                      </a:r>
                    </a:p>
                  </a:txBody>
                  <a:tcPr/>
                </a:tc>
                <a:tc>
                  <a:txBody>
                    <a:bodyPr/>
                    <a:lstStyle/>
                    <a:p>
                      <a:pPr lvl="0">
                        <a:buNone/>
                      </a:pPr>
                      <a:r>
                        <a:rPr lang="en-GB" sz="1600"/>
                        <a:t>53.64</a:t>
                      </a:r>
                    </a:p>
                  </a:txBody>
                  <a:tcPr/>
                </a:tc>
                <a:tc>
                  <a:txBody>
                    <a:bodyPr/>
                    <a:lstStyle/>
                    <a:p>
                      <a:pPr lvl="0">
                        <a:buNone/>
                      </a:pPr>
                      <a:r>
                        <a:rPr lang="en-GB" sz="1600"/>
                        <a:t>41.12</a:t>
                      </a:r>
                    </a:p>
                  </a:txBody>
                  <a:tcPr/>
                </a:tc>
                <a:extLst>
                  <a:ext uri="{0D108BD9-81ED-4DB2-BD59-A6C34878D82A}">
                    <a16:rowId xmlns:a16="http://schemas.microsoft.com/office/drawing/2014/main" val="1816744480"/>
                  </a:ext>
                </a:extLst>
              </a:tr>
              <a:tr h="344327">
                <a:tc>
                  <a:txBody>
                    <a:bodyPr/>
                    <a:lstStyle/>
                    <a:p>
                      <a:pPr lvl="0">
                        <a:buNone/>
                      </a:pPr>
                      <a:r>
                        <a:rPr lang="en-GB" sz="1600" b="1" i="0"/>
                        <a:t>Average cost of electricity [SEK/kWh consumed]</a:t>
                      </a:r>
                    </a:p>
                  </a:txBody>
                  <a:tcPr/>
                </a:tc>
                <a:tc>
                  <a:txBody>
                    <a:bodyPr/>
                    <a:lstStyle/>
                    <a:p>
                      <a:pPr lvl="0">
                        <a:buNone/>
                      </a:pPr>
                      <a:r>
                        <a:rPr lang="en-GB" sz="1600" b="1" i="0"/>
                        <a:t>2.61</a:t>
                      </a:r>
                    </a:p>
                  </a:txBody>
                  <a:tcPr/>
                </a:tc>
                <a:tc>
                  <a:txBody>
                    <a:bodyPr/>
                    <a:lstStyle/>
                    <a:p>
                      <a:pPr lvl="0">
                        <a:buNone/>
                      </a:pPr>
                      <a:r>
                        <a:rPr lang="en-GB" sz="1600" b="1" i="0"/>
                        <a:t>1.84</a:t>
                      </a:r>
                    </a:p>
                  </a:txBody>
                  <a:tcPr/>
                </a:tc>
                <a:extLst>
                  <a:ext uri="{0D108BD9-81ED-4DB2-BD59-A6C34878D82A}">
                    <a16:rowId xmlns:a16="http://schemas.microsoft.com/office/drawing/2014/main" val="1345374524"/>
                  </a:ext>
                </a:extLst>
              </a:tr>
            </a:tbl>
          </a:graphicData>
        </a:graphic>
      </p:graphicFrame>
      <p:pic>
        <p:nvPicPr>
          <p:cNvPr id="3" name="Picture 2" descr="House - Free real estate icons">
            <a:extLst>
              <a:ext uri="{FF2B5EF4-FFF2-40B4-BE49-F238E27FC236}">
                <a16:creationId xmlns:a16="http://schemas.microsoft.com/office/drawing/2014/main" id="{D3C4BA1A-C522-8D08-030A-70F55EAA31DB}"/>
              </a:ext>
            </a:extLst>
          </p:cNvPr>
          <p:cNvPicPr>
            <a:picLocks noChangeAspect="1"/>
          </p:cNvPicPr>
          <p:nvPr/>
        </p:nvPicPr>
        <p:blipFill>
          <a:blip r:embed="rId2"/>
          <a:stretch>
            <a:fillRect/>
          </a:stretch>
        </p:blipFill>
        <p:spPr>
          <a:xfrm>
            <a:off x="824121" y="1207154"/>
            <a:ext cx="533785" cy="512493"/>
          </a:xfrm>
          <a:prstGeom prst="rect">
            <a:avLst/>
          </a:prstGeom>
        </p:spPr>
      </p:pic>
      <p:pic>
        <p:nvPicPr>
          <p:cNvPr id="6" name="Picture 5" descr="House - Free real estate icons">
            <a:extLst>
              <a:ext uri="{FF2B5EF4-FFF2-40B4-BE49-F238E27FC236}">
                <a16:creationId xmlns:a16="http://schemas.microsoft.com/office/drawing/2014/main" id="{A80656C6-9583-6E16-8BBF-35241F799E8B}"/>
              </a:ext>
            </a:extLst>
          </p:cNvPr>
          <p:cNvPicPr>
            <a:picLocks noChangeAspect="1"/>
          </p:cNvPicPr>
          <p:nvPr/>
        </p:nvPicPr>
        <p:blipFill>
          <a:blip r:embed="rId2"/>
          <a:stretch>
            <a:fillRect/>
          </a:stretch>
        </p:blipFill>
        <p:spPr>
          <a:xfrm>
            <a:off x="1685914" y="1531994"/>
            <a:ext cx="542609" cy="494817"/>
          </a:xfrm>
          <a:prstGeom prst="rect">
            <a:avLst/>
          </a:prstGeom>
        </p:spPr>
      </p:pic>
      <p:pic>
        <p:nvPicPr>
          <p:cNvPr id="7" name="Picture 6" descr="House - Free real estate icons">
            <a:extLst>
              <a:ext uri="{FF2B5EF4-FFF2-40B4-BE49-F238E27FC236}">
                <a16:creationId xmlns:a16="http://schemas.microsoft.com/office/drawing/2014/main" id="{B83C1FA5-F8CB-AAB4-94AC-0D10BD7A7C7F}"/>
              </a:ext>
            </a:extLst>
          </p:cNvPr>
          <p:cNvPicPr>
            <a:picLocks noChangeAspect="1"/>
          </p:cNvPicPr>
          <p:nvPr/>
        </p:nvPicPr>
        <p:blipFill>
          <a:blip r:embed="rId2"/>
          <a:stretch>
            <a:fillRect/>
          </a:stretch>
        </p:blipFill>
        <p:spPr>
          <a:xfrm>
            <a:off x="2700904" y="1462850"/>
            <a:ext cx="549178" cy="507955"/>
          </a:xfrm>
          <a:prstGeom prst="rect">
            <a:avLst/>
          </a:prstGeom>
        </p:spPr>
      </p:pic>
      <p:pic>
        <p:nvPicPr>
          <p:cNvPr id="9" name="Picture 8" descr="House - Free real estate icons">
            <a:extLst>
              <a:ext uri="{FF2B5EF4-FFF2-40B4-BE49-F238E27FC236}">
                <a16:creationId xmlns:a16="http://schemas.microsoft.com/office/drawing/2014/main" id="{CE77ED83-DA5E-BAF8-A3FD-A75756AF9305}"/>
              </a:ext>
            </a:extLst>
          </p:cNvPr>
          <p:cNvPicPr>
            <a:picLocks noChangeAspect="1"/>
          </p:cNvPicPr>
          <p:nvPr/>
        </p:nvPicPr>
        <p:blipFill>
          <a:blip r:embed="rId2"/>
          <a:stretch>
            <a:fillRect/>
          </a:stretch>
        </p:blipFill>
        <p:spPr>
          <a:xfrm>
            <a:off x="5724039" y="1012764"/>
            <a:ext cx="614867" cy="612610"/>
          </a:xfrm>
          <a:prstGeom prst="rect">
            <a:avLst/>
          </a:prstGeom>
        </p:spPr>
      </p:pic>
      <p:pic>
        <p:nvPicPr>
          <p:cNvPr id="11" name="Picture 10" descr="House - Free real estate icons">
            <a:extLst>
              <a:ext uri="{FF2B5EF4-FFF2-40B4-BE49-F238E27FC236}">
                <a16:creationId xmlns:a16="http://schemas.microsoft.com/office/drawing/2014/main" id="{645C39B0-CB10-E90E-9719-E36EAC0FDD42}"/>
              </a:ext>
            </a:extLst>
          </p:cNvPr>
          <p:cNvPicPr>
            <a:picLocks noChangeAspect="1"/>
          </p:cNvPicPr>
          <p:nvPr/>
        </p:nvPicPr>
        <p:blipFill>
          <a:blip r:embed="rId2"/>
          <a:stretch>
            <a:fillRect/>
          </a:stretch>
        </p:blipFill>
        <p:spPr>
          <a:xfrm>
            <a:off x="7096932" y="1386321"/>
            <a:ext cx="562316" cy="586336"/>
          </a:xfrm>
          <a:prstGeom prst="rect">
            <a:avLst/>
          </a:prstGeom>
        </p:spPr>
      </p:pic>
      <p:pic>
        <p:nvPicPr>
          <p:cNvPr id="16" name="Picture 15" descr="Slash - Free shapes and symbols icons">
            <a:extLst>
              <a:ext uri="{FF2B5EF4-FFF2-40B4-BE49-F238E27FC236}">
                <a16:creationId xmlns:a16="http://schemas.microsoft.com/office/drawing/2014/main" id="{359B583E-27DB-A77C-604E-1131CAA0E2C6}"/>
              </a:ext>
            </a:extLst>
          </p:cNvPr>
          <p:cNvPicPr>
            <a:picLocks noChangeAspect="1"/>
          </p:cNvPicPr>
          <p:nvPr/>
        </p:nvPicPr>
        <p:blipFill>
          <a:blip r:embed="rId3"/>
          <a:srcRect l="23856" t="16009" r="23795" b="17754"/>
          <a:stretch>
            <a:fillRect/>
          </a:stretch>
        </p:blipFill>
        <p:spPr>
          <a:xfrm>
            <a:off x="1250331" y="1235829"/>
            <a:ext cx="620666" cy="757197"/>
          </a:xfrm>
          <a:prstGeom prst="rect">
            <a:avLst/>
          </a:prstGeom>
        </p:spPr>
      </p:pic>
      <p:pic>
        <p:nvPicPr>
          <p:cNvPr id="17" name="Picture 16" descr="Slash - Free shapes and symbols icons">
            <a:extLst>
              <a:ext uri="{FF2B5EF4-FFF2-40B4-BE49-F238E27FC236}">
                <a16:creationId xmlns:a16="http://schemas.microsoft.com/office/drawing/2014/main" id="{6BC4F978-8B8C-6E40-EFA2-D4FCC9020721}"/>
              </a:ext>
            </a:extLst>
          </p:cNvPr>
          <p:cNvPicPr>
            <a:picLocks noChangeAspect="1"/>
          </p:cNvPicPr>
          <p:nvPr/>
        </p:nvPicPr>
        <p:blipFill>
          <a:blip r:embed="rId3"/>
          <a:srcRect l="23856" t="16009" r="23795" b="17754"/>
          <a:stretch>
            <a:fillRect/>
          </a:stretch>
        </p:blipFill>
        <p:spPr>
          <a:xfrm>
            <a:off x="2264777" y="1273833"/>
            <a:ext cx="620666" cy="757197"/>
          </a:xfrm>
          <a:prstGeom prst="rect">
            <a:avLst/>
          </a:prstGeom>
        </p:spPr>
      </p:pic>
      <p:pic>
        <p:nvPicPr>
          <p:cNvPr id="18" name="Picture 17" descr="Sharing Kawaii Lineal color icon | Freepik">
            <a:extLst>
              <a:ext uri="{FF2B5EF4-FFF2-40B4-BE49-F238E27FC236}">
                <a16:creationId xmlns:a16="http://schemas.microsoft.com/office/drawing/2014/main" id="{43CFD4B1-9140-55EE-B9C9-602FB812EEA2}"/>
              </a:ext>
            </a:extLst>
          </p:cNvPr>
          <p:cNvPicPr>
            <a:picLocks noChangeAspect="1"/>
          </p:cNvPicPr>
          <p:nvPr/>
        </p:nvPicPr>
        <p:blipFill>
          <a:blip r:embed="rId4"/>
          <a:stretch>
            <a:fillRect/>
          </a:stretch>
        </p:blipFill>
        <p:spPr>
          <a:xfrm>
            <a:off x="6365164" y="1355780"/>
            <a:ext cx="705510" cy="725214"/>
          </a:xfrm>
          <a:prstGeom prst="rect">
            <a:avLst/>
          </a:prstGeom>
        </p:spPr>
      </p:pic>
      <p:sp>
        <p:nvSpPr>
          <p:cNvPr id="19" name="TextBox 18">
            <a:extLst>
              <a:ext uri="{FF2B5EF4-FFF2-40B4-BE49-F238E27FC236}">
                <a16:creationId xmlns:a16="http://schemas.microsoft.com/office/drawing/2014/main" id="{792C0D39-90FC-2AEA-8626-E9D110C40B09}"/>
              </a:ext>
            </a:extLst>
          </p:cNvPr>
          <p:cNvSpPr txBox="1"/>
          <p:nvPr/>
        </p:nvSpPr>
        <p:spPr>
          <a:xfrm>
            <a:off x="407277" y="2187912"/>
            <a:ext cx="367839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t>Individual Houses</a:t>
            </a:r>
            <a:endParaRPr lang="en-US" b="1"/>
          </a:p>
          <a:p>
            <a:endParaRPr lang="en-GB" b="1"/>
          </a:p>
          <a:p>
            <a:pPr marL="285750" indent="-285750">
              <a:buFont typeface="Arial"/>
              <a:buChar char="•"/>
            </a:pPr>
            <a:r>
              <a:rPr lang="en-GB"/>
              <a:t>Uncoordinated SC</a:t>
            </a:r>
          </a:p>
          <a:p>
            <a:pPr marL="285750" indent="-285750">
              <a:buFont typeface="Arial"/>
              <a:buChar char="•"/>
            </a:pPr>
            <a:endParaRPr lang="en-GB"/>
          </a:p>
          <a:p>
            <a:pPr marL="285750" indent="-285750">
              <a:buFont typeface="Arial"/>
              <a:buChar char="•"/>
            </a:pPr>
            <a:r>
              <a:rPr lang="en-GB"/>
              <a:t>Small Buildings/DHW Tanks (Less Thermal Inertia)</a:t>
            </a:r>
          </a:p>
        </p:txBody>
      </p:sp>
      <p:sp>
        <p:nvSpPr>
          <p:cNvPr id="24" name="Rectangle: Rounded Corners 23">
            <a:extLst>
              <a:ext uri="{FF2B5EF4-FFF2-40B4-BE49-F238E27FC236}">
                <a16:creationId xmlns:a16="http://schemas.microsoft.com/office/drawing/2014/main" id="{1092E3B6-339C-8BE4-3F90-83C376FBCF5A}"/>
              </a:ext>
            </a:extLst>
          </p:cNvPr>
          <p:cNvSpPr/>
          <p:nvPr/>
        </p:nvSpPr>
        <p:spPr>
          <a:xfrm>
            <a:off x="6699927" y="2589864"/>
            <a:ext cx="3706725" cy="1423907"/>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sz="2000" b="1">
                <a:solidFill>
                  <a:schemeClr val="tx1"/>
                </a:solidFill>
              </a:rPr>
              <a:t>Higher Self-</a:t>
            </a:r>
            <a:r>
              <a:rPr lang="de-DE" sz="2000" b="1" err="1">
                <a:solidFill>
                  <a:schemeClr val="tx1"/>
                </a:solidFill>
              </a:rPr>
              <a:t>Consumption</a:t>
            </a:r>
            <a:endParaRPr lang="de-DE" sz="2000" b="1">
              <a:solidFill>
                <a:schemeClr val="tx1"/>
              </a:solidFill>
            </a:endParaRPr>
          </a:p>
          <a:p>
            <a:pPr algn="ctr"/>
            <a:endParaRPr lang="de-DE" sz="2000" b="1">
              <a:solidFill>
                <a:schemeClr val="tx1"/>
              </a:solidFill>
            </a:endParaRPr>
          </a:p>
          <a:p>
            <a:pPr algn="ctr"/>
            <a:r>
              <a:rPr lang="de-DE" sz="2000" b="1">
                <a:solidFill>
                  <a:schemeClr val="tx1"/>
                </a:solidFill>
              </a:rPr>
              <a:t>+35.6% </a:t>
            </a:r>
            <a:r>
              <a:rPr lang="de-DE" sz="2000" err="1">
                <a:solidFill>
                  <a:schemeClr val="tx1"/>
                </a:solidFill>
              </a:rPr>
              <a:t>Increase</a:t>
            </a:r>
          </a:p>
          <a:p>
            <a:pPr algn="ctr"/>
            <a:endParaRPr lang="de-DE" sz="2000">
              <a:solidFill>
                <a:schemeClr val="tx1"/>
              </a:solidFill>
            </a:endParaRPr>
          </a:p>
        </p:txBody>
      </p:sp>
      <p:sp>
        <p:nvSpPr>
          <p:cNvPr id="37" name="TextBox 36">
            <a:extLst>
              <a:ext uri="{FF2B5EF4-FFF2-40B4-BE49-F238E27FC236}">
                <a16:creationId xmlns:a16="http://schemas.microsoft.com/office/drawing/2014/main" id="{9CC3BE1F-D14A-3DE5-8218-ABAC1228D363}"/>
              </a:ext>
            </a:extLst>
          </p:cNvPr>
          <p:cNvSpPr txBox="1"/>
          <p:nvPr/>
        </p:nvSpPr>
        <p:spPr>
          <a:xfrm>
            <a:off x="7764071" y="934351"/>
            <a:ext cx="4315809"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t>Before Smart Control</a:t>
            </a:r>
          </a:p>
          <a:p>
            <a:pPr marL="285750" indent="-285750">
              <a:buFont typeface="Arial"/>
              <a:buChar char="•"/>
            </a:pPr>
            <a:r>
              <a:rPr lang="en-GB"/>
              <a:t>Shared PV Self-Consumption</a:t>
            </a:r>
          </a:p>
          <a:p>
            <a:pPr marL="285750" indent="-285750">
              <a:buFont typeface="Arial"/>
              <a:buChar char="•"/>
            </a:pPr>
            <a:r>
              <a:rPr lang="en-GB"/>
              <a:t>More Thermal Inertia</a:t>
            </a:r>
          </a:p>
          <a:p>
            <a:pPr marL="742950" lvl="1" indent="-285750">
              <a:buFont typeface="Courier New"/>
              <a:buChar char="o"/>
            </a:pPr>
            <a:r>
              <a:rPr lang="en-GB"/>
              <a:t>66% Larger Tank</a:t>
            </a:r>
          </a:p>
          <a:p>
            <a:pPr marL="742950" lvl="1" indent="-285750">
              <a:buFont typeface="Courier New"/>
              <a:buChar char="o"/>
            </a:pPr>
            <a:r>
              <a:rPr lang="en-GB"/>
              <a:t>Larger Building (</a:t>
            </a:r>
            <a:r>
              <a:rPr lang="en-GB" i="1"/>
              <a:t>Unrealistic</a:t>
            </a:r>
            <a:r>
              <a:rPr lang="en-GB"/>
              <a:t>)</a:t>
            </a:r>
          </a:p>
        </p:txBody>
      </p:sp>
      <p:pic>
        <p:nvPicPr>
          <p:cNvPr id="38" name="Picture 37" descr="Solar panel - Free technology icons">
            <a:extLst>
              <a:ext uri="{FF2B5EF4-FFF2-40B4-BE49-F238E27FC236}">
                <a16:creationId xmlns:a16="http://schemas.microsoft.com/office/drawing/2014/main" id="{48426506-C0DE-5C60-AD55-4E8850AA8A34}"/>
              </a:ext>
            </a:extLst>
          </p:cNvPr>
          <p:cNvPicPr>
            <a:picLocks noChangeAspect="1"/>
          </p:cNvPicPr>
          <p:nvPr/>
        </p:nvPicPr>
        <p:blipFill>
          <a:blip r:embed="rId5"/>
          <a:stretch>
            <a:fillRect/>
          </a:stretch>
        </p:blipFill>
        <p:spPr>
          <a:xfrm>
            <a:off x="3246792" y="1237054"/>
            <a:ext cx="363922" cy="377506"/>
          </a:xfrm>
          <a:prstGeom prst="rect">
            <a:avLst/>
          </a:prstGeom>
        </p:spPr>
      </p:pic>
      <p:pic>
        <p:nvPicPr>
          <p:cNvPr id="39" name="Picture 38" descr="Ev Phatplus Lineal Color icon | Freepik">
            <a:extLst>
              <a:ext uri="{FF2B5EF4-FFF2-40B4-BE49-F238E27FC236}">
                <a16:creationId xmlns:a16="http://schemas.microsoft.com/office/drawing/2014/main" id="{824963C5-3E5F-9FC3-CFC4-5C90E2125165}"/>
              </a:ext>
            </a:extLst>
          </p:cNvPr>
          <p:cNvPicPr>
            <a:picLocks noChangeAspect="1"/>
          </p:cNvPicPr>
          <p:nvPr/>
        </p:nvPicPr>
        <p:blipFill>
          <a:blip r:embed="rId6"/>
          <a:stretch>
            <a:fillRect/>
          </a:stretch>
        </p:blipFill>
        <p:spPr>
          <a:xfrm>
            <a:off x="2020599" y="1092867"/>
            <a:ext cx="409905" cy="430059"/>
          </a:xfrm>
          <a:prstGeom prst="rect">
            <a:avLst/>
          </a:prstGeom>
        </p:spPr>
      </p:pic>
      <p:pic>
        <p:nvPicPr>
          <p:cNvPr id="40" name="Picture 39" descr="Solar panel - Free technology icons">
            <a:extLst>
              <a:ext uri="{FF2B5EF4-FFF2-40B4-BE49-F238E27FC236}">
                <a16:creationId xmlns:a16="http://schemas.microsoft.com/office/drawing/2014/main" id="{09BBF2BF-E1E1-3BDC-37DB-732D89E57BBB}"/>
              </a:ext>
            </a:extLst>
          </p:cNvPr>
          <p:cNvPicPr>
            <a:picLocks noChangeAspect="1"/>
          </p:cNvPicPr>
          <p:nvPr/>
        </p:nvPicPr>
        <p:blipFill>
          <a:blip r:embed="rId5"/>
          <a:stretch>
            <a:fillRect/>
          </a:stretch>
        </p:blipFill>
        <p:spPr>
          <a:xfrm>
            <a:off x="543910" y="1614428"/>
            <a:ext cx="363922" cy="377506"/>
          </a:xfrm>
          <a:prstGeom prst="rect">
            <a:avLst/>
          </a:prstGeom>
        </p:spPr>
      </p:pic>
      <p:pic>
        <p:nvPicPr>
          <p:cNvPr id="42" name="Picture 41" descr="Solar panel - Free technology icons">
            <a:extLst>
              <a:ext uri="{FF2B5EF4-FFF2-40B4-BE49-F238E27FC236}">
                <a16:creationId xmlns:a16="http://schemas.microsoft.com/office/drawing/2014/main" id="{AA835736-B9E5-BBE6-DC43-83DF90179AD9}"/>
              </a:ext>
            </a:extLst>
          </p:cNvPr>
          <p:cNvPicPr>
            <a:picLocks noChangeAspect="1"/>
          </p:cNvPicPr>
          <p:nvPr/>
        </p:nvPicPr>
        <p:blipFill>
          <a:blip r:embed="rId5"/>
          <a:stretch>
            <a:fillRect/>
          </a:stretch>
        </p:blipFill>
        <p:spPr>
          <a:xfrm>
            <a:off x="6969201" y="986260"/>
            <a:ext cx="363922" cy="403336"/>
          </a:xfrm>
          <a:prstGeom prst="rect">
            <a:avLst/>
          </a:prstGeom>
        </p:spPr>
      </p:pic>
      <p:pic>
        <p:nvPicPr>
          <p:cNvPr id="46" name="Picture 45" descr="Right arrow Basic Rounded Filled icon | Freepik">
            <a:extLst>
              <a:ext uri="{FF2B5EF4-FFF2-40B4-BE49-F238E27FC236}">
                <a16:creationId xmlns:a16="http://schemas.microsoft.com/office/drawing/2014/main" id="{47BC88E6-9F9B-494A-AF77-A90900C8463D}"/>
              </a:ext>
            </a:extLst>
          </p:cNvPr>
          <p:cNvPicPr>
            <a:picLocks noChangeAspect="1"/>
          </p:cNvPicPr>
          <p:nvPr/>
        </p:nvPicPr>
        <p:blipFill>
          <a:blip r:embed="rId7"/>
          <a:stretch>
            <a:fillRect/>
          </a:stretch>
        </p:blipFill>
        <p:spPr>
          <a:xfrm>
            <a:off x="4071445" y="1943099"/>
            <a:ext cx="1303283" cy="1290146"/>
          </a:xfrm>
          <a:prstGeom prst="rect">
            <a:avLst/>
          </a:prstGeom>
        </p:spPr>
      </p:pic>
      <p:sp>
        <p:nvSpPr>
          <p:cNvPr id="14" name="Rectangle: Rounded Corners 13">
            <a:extLst>
              <a:ext uri="{FF2B5EF4-FFF2-40B4-BE49-F238E27FC236}">
                <a16:creationId xmlns:a16="http://schemas.microsoft.com/office/drawing/2014/main" id="{AA42C1CC-E155-BC62-692F-7A20DEAA47EC}"/>
              </a:ext>
            </a:extLst>
          </p:cNvPr>
          <p:cNvSpPr/>
          <p:nvPr/>
        </p:nvSpPr>
        <p:spPr>
          <a:xfrm>
            <a:off x="6258455" y="93744"/>
            <a:ext cx="6014720" cy="782320"/>
          </a:xfrm>
          <a:prstGeom prst="roundRect">
            <a:avLst/>
          </a:prstGeom>
          <a:solidFill>
            <a:srgbClr val="0029ED"/>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sz="4000" b="1"/>
              <a:t>Baseline Vs. Community</a:t>
            </a:r>
          </a:p>
        </p:txBody>
      </p:sp>
      <p:sp>
        <p:nvSpPr>
          <p:cNvPr id="4" name="Slide Number Placeholder 3">
            <a:extLst>
              <a:ext uri="{FF2B5EF4-FFF2-40B4-BE49-F238E27FC236}">
                <a16:creationId xmlns:a16="http://schemas.microsoft.com/office/drawing/2014/main" id="{A2E82086-DAF4-4967-AE66-B05D83F30D74}"/>
              </a:ext>
            </a:extLst>
          </p:cNvPr>
          <p:cNvSpPr>
            <a:spLocks noGrp="1"/>
          </p:cNvSpPr>
          <p:nvPr>
            <p:ph type="sldNum" sz="quarter" idx="12"/>
          </p:nvPr>
        </p:nvSpPr>
        <p:spPr/>
        <p:txBody>
          <a:bodyPr/>
          <a:lstStyle/>
          <a:p>
            <a:fld id="{B716C8F4-20CD-364A-8A8E-DE130115B178}" type="slidenum">
              <a:rPr lang="sv-SE" smtClean="0"/>
              <a:t>27</a:t>
            </a:fld>
            <a:endParaRPr lang="sv-SE"/>
          </a:p>
        </p:txBody>
      </p:sp>
      <p:pic>
        <p:nvPicPr>
          <p:cNvPr id="12" name="Picture 11" descr="House - Free real estate icons">
            <a:extLst>
              <a:ext uri="{FF2B5EF4-FFF2-40B4-BE49-F238E27FC236}">
                <a16:creationId xmlns:a16="http://schemas.microsoft.com/office/drawing/2014/main" id="{35A3D55F-27D5-0BC4-327E-2C54CB51D61D}"/>
              </a:ext>
            </a:extLst>
          </p:cNvPr>
          <p:cNvPicPr>
            <a:picLocks noChangeAspect="1"/>
          </p:cNvPicPr>
          <p:nvPr/>
        </p:nvPicPr>
        <p:blipFill>
          <a:blip r:embed="rId2"/>
          <a:stretch>
            <a:fillRect/>
          </a:stretch>
        </p:blipFill>
        <p:spPr>
          <a:xfrm>
            <a:off x="5898261" y="1805557"/>
            <a:ext cx="595161" cy="599474"/>
          </a:xfrm>
          <a:prstGeom prst="rect">
            <a:avLst/>
          </a:prstGeom>
        </p:spPr>
      </p:pic>
    </p:spTree>
    <p:extLst>
      <p:ext uri="{BB962C8B-B14F-4D97-AF65-F5344CB8AC3E}">
        <p14:creationId xmlns:p14="http://schemas.microsoft.com/office/powerpoint/2010/main" val="26034572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FCEFB48-C48F-1F7B-A1A9-E8CF1B1A3E6E}"/>
            </a:ext>
          </a:extLst>
        </p:cNvPr>
        <p:cNvGrpSpPr/>
        <p:nvPr/>
      </p:nvGrpSpPr>
      <p:grpSpPr>
        <a:xfrm>
          <a:off x="0" y="0"/>
          <a:ext cx="0" cy="0"/>
          <a:chOff x="0" y="0"/>
          <a:chExt cx="0" cy="0"/>
        </a:xfrm>
      </p:grpSpPr>
      <p:sp>
        <p:nvSpPr>
          <p:cNvPr id="44" name="Rectangle: Rounded Corners 43">
            <a:extLst>
              <a:ext uri="{FF2B5EF4-FFF2-40B4-BE49-F238E27FC236}">
                <a16:creationId xmlns:a16="http://schemas.microsoft.com/office/drawing/2014/main" id="{C45D05DD-2378-FD61-9C67-0F78890B197A}"/>
              </a:ext>
            </a:extLst>
          </p:cNvPr>
          <p:cNvSpPr/>
          <p:nvPr/>
        </p:nvSpPr>
        <p:spPr>
          <a:xfrm>
            <a:off x="218954" y="1329782"/>
            <a:ext cx="3854625" cy="295345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6AAFD54-2F29-9327-04AC-24C52C11D575}"/>
              </a:ext>
            </a:extLst>
          </p:cNvPr>
          <p:cNvSpPr>
            <a:spLocks noGrp="1"/>
          </p:cNvSpPr>
          <p:nvPr>
            <p:ph type="title"/>
          </p:nvPr>
        </p:nvSpPr>
        <p:spPr>
          <a:xfrm>
            <a:off x="1203924" y="204236"/>
            <a:ext cx="10990263" cy="568412"/>
          </a:xfrm>
        </p:spPr>
        <p:txBody>
          <a:bodyPr/>
          <a:lstStyle/>
          <a:p>
            <a:r>
              <a:rPr lang="de-DE"/>
              <a:t>Energy Community</a:t>
            </a:r>
          </a:p>
        </p:txBody>
      </p:sp>
      <p:graphicFrame>
        <p:nvGraphicFramePr>
          <p:cNvPr id="5" name="Table 4">
            <a:extLst>
              <a:ext uri="{FF2B5EF4-FFF2-40B4-BE49-F238E27FC236}">
                <a16:creationId xmlns:a16="http://schemas.microsoft.com/office/drawing/2014/main" id="{9BA8A4AF-AEC3-9A63-AF96-E01177856FF0}"/>
              </a:ext>
            </a:extLst>
          </p:cNvPr>
          <p:cNvGraphicFramePr>
            <a:graphicFrameLocks noGrp="1"/>
          </p:cNvGraphicFramePr>
          <p:nvPr>
            <p:extLst>
              <p:ext uri="{D42A27DB-BD31-4B8C-83A1-F6EECF244321}">
                <p14:modId xmlns:p14="http://schemas.microsoft.com/office/powerpoint/2010/main" val="99609003"/>
              </p:ext>
            </p:extLst>
          </p:nvPr>
        </p:nvGraphicFramePr>
        <p:xfrm>
          <a:off x="64576" y="4512767"/>
          <a:ext cx="12127416" cy="2628636"/>
        </p:xfrm>
        <a:graphic>
          <a:graphicData uri="http://schemas.openxmlformats.org/drawingml/2006/table">
            <a:tbl>
              <a:tblPr firstRow="1" bandRow="1">
                <a:tableStyleId>{5C22544A-7EE6-4342-B048-85BDC9FD1C3A}</a:tableStyleId>
              </a:tblPr>
              <a:tblGrid>
                <a:gridCol w="5256508">
                  <a:extLst>
                    <a:ext uri="{9D8B030D-6E8A-4147-A177-3AD203B41FA5}">
                      <a16:colId xmlns:a16="http://schemas.microsoft.com/office/drawing/2014/main" val="4220825619"/>
                    </a:ext>
                  </a:extLst>
                </a:gridCol>
                <a:gridCol w="3784169">
                  <a:extLst>
                    <a:ext uri="{9D8B030D-6E8A-4147-A177-3AD203B41FA5}">
                      <a16:colId xmlns:a16="http://schemas.microsoft.com/office/drawing/2014/main" val="4065158461"/>
                    </a:ext>
                  </a:extLst>
                </a:gridCol>
                <a:gridCol w="3086739">
                  <a:extLst>
                    <a:ext uri="{9D8B030D-6E8A-4147-A177-3AD203B41FA5}">
                      <a16:colId xmlns:a16="http://schemas.microsoft.com/office/drawing/2014/main" val="532913032"/>
                    </a:ext>
                  </a:extLst>
                </a:gridCol>
              </a:tblGrid>
              <a:tr h="341586">
                <a:tc>
                  <a:txBody>
                    <a:bodyPr/>
                    <a:lstStyle/>
                    <a:p>
                      <a:r>
                        <a:rPr lang="en-GB" sz="1600"/>
                        <a:t>Strategy</a:t>
                      </a:r>
                    </a:p>
                  </a:txBody>
                  <a:tcPr/>
                </a:tc>
                <a:tc>
                  <a:txBody>
                    <a:bodyPr/>
                    <a:lstStyle/>
                    <a:p>
                      <a:r>
                        <a:rPr lang="en-GB" sz="1600"/>
                        <a:t>12 Independent Households (HP+EV)</a:t>
                      </a:r>
                    </a:p>
                  </a:txBody>
                  <a:tcPr/>
                </a:tc>
                <a:tc>
                  <a:txBody>
                    <a:bodyPr/>
                    <a:lstStyle/>
                    <a:p>
                      <a:r>
                        <a:rPr lang="en-GB" sz="1600"/>
                        <a:t>Energy Community (HP)</a:t>
                      </a:r>
                    </a:p>
                  </a:txBody>
                  <a:tcPr/>
                </a:tc>
                <a:extLst>
                  <a:ext uri="{0D108BD9-81ED-4DB2-BD59-A6C34878D82A}">
                    <a16:rowId xmlns:a16="http://schemas.microsoft.com/office/drawing/2014/main" val="1162922899"/>
                  </a:ext>
                </a:extLst>
              </a:tr>
              <a:tr h="341586">
                <a:tc>
                  <a:txBody>
                    <a:bodyPr/>
                    <a:lstStyle/>
                    <a:p>
                      <a:r>
                        <a:rPr lang="en-GB" sz="1600"/>
                        <a:t>Energy Deficit [%]</a:t>
                      </a:r>
                    </a:p>
                  </a:txBody>
                  <a:tcPr/>
                </a:tc>
                <a:tc>
                  <a:txBody>
                    <a:bodyPr/>
                    <a:lstStyle/>
                    <a:p>
                      <a:r>
                        <a:rPr lang="en-GB" sz="1600"/>
                        <a:t>-23.7%</a:t>
                      </a:r>
                    </a:p>
                  </a:txBody>
                  <a:tcPr/>
                </a:tc>
                <a:tc>
                  <a:txBody>
                    <a:bodyPr/>
                    <a:lstStyle/>
                    <a:p>
                      <a:r>
                        <a:rPr lang="en-GB" sz="1600"/>
                        <a:t>-0.1%</a:t>
                      </a:r>
                    </a:p>
                  </a:txBody>
                  <a:tcPr/>
                </a:tc>
                <a:extLst>
                  <a:ext uri="{0D108BD9-81ED-4DB2-BD59-A6C34878D82A}">
                    <a16:rowId xmlns:a16="http://schemas.microsoft.com/office/drawing/2014/main" val="1702296108"/>
                  </a:ext>
                </a:extLst>
              </a:tr>
              <a:tr h="341586">
                <a:tc>
                  <a:txBody>
                    <a:bodyPr/>
                    <a:lstStyle/>
                    <a:p>
                      <a:pPr lvl="0">
                        <a:buNone/>
                      </a:pPr>
                      <a:r>
                        <a:rPr lang="en-GB" sz="1600"/>
                        <a:t>CO2 Emissions [%]</a:t>
                      </a:r>
                    </a:p>
                  </a:txBody>
                  <a:tcPr/>
                </a:tc>
                <a:tc>
                  <a:txBody>
                    <a:bodyPr/>
                    <a:lstStyle/>
                    <a:p>
                      <a:pPr lvl="0">
                        <a:buNone/>
                      </a:pPr>
                      <a:r>
                        <a:rPr lang="en-GB" sz="1600"/>
                        <a:t>-12.0%</a:t>
                      </a:r>
                    </a:p>
                  </a:txBody>
                  <a:tcPr/>
                </a:tc>
                <a:tc>
                  <a:txBody>
                    <a:bodyPr/>
                    <a:lstStyle/>
                    <a:p>
                      <a:pPr lvl="0">
                        <a:buNone/>
                      </a:pPr>
                      <a:r>
                        <a:rPr lang="en-GB" sz="1600"/>
                        <a:t>-2.5%</a:t>
                      </a:r>
                    </a:p>
                  </a:txBody>
                  <a:tcPr/>
                </a:tc>
                <a:extLst>
                  <a:ext uri="{0D108BD9-81ED-4DB2-BD59-A6C34878D82A}">
                    <a16:rowId xmlns:a16="http://schemas.microsoft.com/office/drawing/2014/main" val="3847105076"/>
                  </a:ext>
                </a:extLst>
              </a:tr>
              <a:tr h="341586">
                <a:tc>
                  <a:txBody>
                    <a:bodyPr/>
                    <a:lstStyle/>
                    <a:p>
                      <a:r>
                        <a:rPr lang="en-GB" sz="1600"/>
                        <a:t>Building Min. T [Cº]</a:t>
                      </a:r>
                    </a:p>
                  </a:txBody>
                  <a:tcPr/>
                </a:tc>
                <a:tc>
                  <a:txBody>
                    <a:bodyPr/>
                    <a:lstStyle/>
                    <a:p>
                      <a:r>
                        <a:rPr lang="en-GB" sz="1600"/>
                        <a:t>20</a:t>
                      </a:r>
                    </a:p>
                  </a:txBody>
                  <a:tcPr/>
                </a:tc>
                <a:tc>
                  <a:txBody>
                    <a:bodyPr/>
                    <a:lstStyle/>
                    <a:p>
                      <a:r>
                        <a:rPr lang="en-GB" sz="1600"/>
                        <a:t>20.5</a:t>
                      </a:r>
                    </a:p>
                  </a:txBody>
                  <a:tcPr/>
                </a:tc>
                <a:extLst>
                  <a:ext uri="{0D108BD9-81ED-4DB2-BD59-A6C34878D82A}">
                    <a16:rowId xmlns:a16="http://schemas.microsoft.com/office/drawing/2014/main" val="1444445837"/>
                  </a:ext>
                </a:extLst>
              </a:tr>
              <a:tr h="341586">
                <a:tc>
                  <a:txBody>
                    <a:bodyPr/>
                    <a:lstStyle/>
                    <a:p>
                      <a:pPr lvl="0">
                        <a:buNone/>
                      </a:pPr>
                      <a:r>
                        <a:rPr lang="en-GB" sz="1600" b="0" i="0" u="none" strike="noStrike" noProof="0">
                          <a:solidFill>
                            <a:srgbClr val="000000"/>
                          </a:solidFill>
                          <a:latin typeface="Figtree"/>
                        </a:rPr>
                        <a:t>DHW top layer Min. T [Cº]</a:t>
                      </a:r>
                      <a:endParaRPr lang="en-US" sz="1600"/>
                    </a:p>
                  </a:txBody>
                  <a:tcPr/>
                </a:tc>
                <a:tc>
                  <a:txBody>
                    <a:bodyPr/>
                    <a:lstStyle/>
                    <a:p>
                      <a:r>
                        <a:rPr lang="en-GB" sz="1600"/>
                        <a:t>47.7</a:t>
                      </a:r>
                    </a:p>
                  </a:txBody>
                  <a:tcPr/>
                </a:tc>
                <a:tc>
                  <a:txBody>
                    <a:bodyPr/>
                    <a:lstStyle/>
                    <a:p>
                      <a:r>
                        <a:rPr lang="en-GB" sz="1600"/>
                        <a:t>57.4</a:t>
                      </a:r>
                    </a:p>
                  </a:txBody>
                  <a:tcPr/>
                </a:tc>
                <a:extLst>
                  <a:ext uri="{0D108BD9-81ED-4DB2-BD59-A6C34878D82A}">
                    <a16:rowId xmlns:a16="http://schemas.microsoft.com/office/drawing/2014/main" val="1619003715"/>
                  </a:ext>
                </a:extLst>
              </a:tr>
              <a:tr h="341586">
                <a:tc>
                  <a:txBody>
                    <a:bodyPr/>
                    <a:lstStyle/>
                    <a:p>
                      <a:pPr lvl="0">
                        <a:buNone/>
                      </a:pPr>
                      <a:r>
                        <a:rPr lang="en-GB" sz="1600"/>
                        <a:t>Peak Power [%]</a:t>
                      </a:r>
                    </a:p>
                  </a:txBody>
                  <a:tcPr/>
                </a:tc>
                <a:tc>
                  <a:txBody>
                    <a:bodyPr/>
                    <a:lstStyle/>
                    <a:p>
                      <a:pPr lvl="0">
                        <a:buNone/>
                      </a:pPr>
                      <a:r>
                        <a:rPr lang="en-GB" sz="1600"/>
                        <a:t>-4.9%</a:t>
                      </a:r>
                    </a:p>
                  </a:txBody>
                  <a:tcPr/>
                </a:tc>
                <a:tc>
                  <a:txBody>
                    <a:bodyPr/>
                    <a:lstStyle/>
                    <a:p>
                      <a:pPr lvl="0">
                        <a:buNone/>
                      </a:pPr>
                      <a:r>
                        <a:rPr lang="en-GB" sz="1600"/>
                        <a:t>-16.4%</a:t>
                      </a:r>
                    </a:p>
                  </a:txBody>
                  <a:tcPr/>
                </a:tc>
                <a:extLst>
                  <a:ext uri="{0D108BD9-81ED-4DB2-BD59-A6C34878D82A}">
                    <a16:rowId xmlns:a16="http://schemas.microsoft.com/office/drawing/2014/main" val="1816744480"/>
                  </a:ext>
                </a:extLst>
              </a:tr>
              <a:tr h="341586">
                <a:tc>
                  <a:txBody>
                    <a:bodyPr/>
                    <a:lstStyle/>
                    <a:p>
                      <a:pPr lvl="0">
                        <a:buNone/>
                      </a:pPr>
                      <a:r>
                        <a:rPr lang="en-GB" sz="1600" b="1" i="0"/>
                        <a:t>Average cost of electricity in Y1 [SEK/kWh consumed]</a:t>
                      </a:r>
                    </a:p>
                  </a:txBody>
                  <a:tcPr/>
                </a:tc>
                <a:tc>
                  <a:txBody>
                    <a:bodyPr/>
                    <a:lstStyle/>
                    <a:p>
                      <a:pPr lvl="0">
                        <a:buNone/>
                      </a:pPr>
                      <a:r>
                        <a:rPr lang="en-GB" sz="1600" b="1" i="0"/>
                        <a:t>2.08</a:t>
                      </a:r>
                    </a:p>
                  </a:txBody>
                  <a:tcPr/>
                </a:tc>
                <a:tc>
                  <a:txBody>
                    <a:bodyPr/>
                    <a:lstStyle/>
                    <a:p>
                      <a:pPr lvl="0">
                        <a:buNone/>
                      </a:pPr>
                      <a:r>
                        <a:rPr lang="en-GB" sz="1600" b="1" i="0"/>
                        <a:t>1.71</a:t>
                      </a:r>
                    </a:p>
                  </a:txBody>
                  <a:tcPr/>
                </a:tc>
                <a:extLst>
                  <a:ext uri="{0D108BD9-81ED-4DB2-BD59-A6C34878D82A}">
                    <a16:rowId xmlns:a16="http://schemas.microsoft.com/office/drawing/2014/main" val="1345374524"/>
                  </a:ext>
                </a:extLst>
              </a:tr>
            </a:tbl>
          </a:graphicData>
        </a:graphic>
      </p:graphicFrame>
      <p:pic>
        <p:nvPicPr>
          <p:cNvPr id="3" name="Picture 2" descr="House - Free real estate icons">
            <a:extLst>
              <a:ext uri="{FF2B5EF4-FFF2-40B4-BE49-F238E27FC236}">
                <a16:creationId xmlns:a16="http://schemas.microsoft.com/office/drawing/2014/main" id="{BC3DB29B-AA22-B20E-EBFF-E423CBC14B75}"/>
              </a:ext>
            </a:extLst>
          </p:cNvPr>
          <p:cNvPicPr>
            <a:picLocks noChangeAspect="1"/>
          </p:cNvPicPr>
          <p:nvPr/>
        </p:nvPicPr>
        <p:blipFill>
          <a:blip r:embed="rId2"/>
          <a:stretch>
            <a:fillRect/>
          </a:stretch>
        </p:blipFill>
        <p:spPr>
          <a:xfrm>
            <a:off x="824121" y="1522464"/>
            <a:ext cx="533785" cy="512493"/>
          </a:xfrm>
          <a:prstGeom prst="rect">
            <a:avLst/>
          </a:prstGeom>
        </p:spPr>
      </p:pic>
      <p:pic>
        <p:nvPicPr>
          <p:cNvPr id="6" name="Picture 5" descr="House - Free real estate icons">
            <a:extLst>
              <a:ext uri="{FF2B5EF4-FFF2-40B4-BE49-F238E27FC236}">
                <a16:creationId xmlns:a16="http://schemas.microsoft.com/office/drawing/2014/main" id="{5A699075-9684-A9F6-013B-21E89DF3E4B3}"/>
              </a:ext>
            </a:extLst>
          </p:cNvPr>
          <p:cNvPicPr>
            <a:picLocks noChangeAspect="1"/>
          </p:cNvPicPr>
          <p:nvPr/>
        </p:nvPicPr>
        <p:blipFill>
          <a:blip r:embed="rId2"/>
          <a:stretch>
            <a:fillRect/>
          </a:stretch>
        </p:blipFill>
        <p:spPr>
          <a:xfrm>
            <a:off x="1496742" y="1830209"/>
            <a:ext cx="542609" cy="494817"/>
          </a:xfrm>
          <a:prstGeom prst="rect">
            <a:avLst/>
          </a:prstGeom>
        </p:spPr>
      </p:pic>
      <p:pic>
        <p:nvPicPr>
          <p:cNvPr id="7" name="Picture 6" descr="House - Free real estate icons">
            <a:extLst>
              <a:ext uri="{FF2B5EF4-FFF2-40B4-BE49-F238E27FC236}">
                <a16:creationId xmlns:a16="http://schemas.microsoft.com/office/drawing/2014/main" id="{D006C140-1541-D60E-0647-10A484198F70}"/>
              </a:ext>
            </a:extLst>
          </p:cNvPr>
          <p:cNvPicPr>
            <a:picLocks noChangeAspect="1"/>
          </p:cNvPicPr>
          <p:nvPr/>
        </p:nvPicPr>
        <p:blipFill>
          <a:blip r:embed="rId2"/>
          <a:stretch>
            <a:fillRect/>
          </a:stretch>
        </p:blipFill>
        <p:spPr>
          <a:xfrm>
            <a:off x="2408832" y="1689139"/>
            <a:ext cx="549178" cy="507955"/>
          </a:xfrm>
          <a:prstGeom prst="rect">
            <a:avLst/>
          </a:prstGeom>
        </p:spPr>
      </p:pic>
      <p:pic>
        <p:nvPicPr>
          <p:cNvPr id="9" name="Picture 8" descr="House - Free real estate icons">
            <a:extLst>
              <a:ext uri="{FF2B5EF4-FFF2-40B4-BE49-F238E27FC236}">
                <a16:creationId xmlns:a16="http://schemas.microsoft.com/office/drawing/2014/main" id="{7381E6F7-15C5-704C-5107-458328755083}"/>
              </a:ext>
            </a:extLst>
          </p:cNvPr>
          <p:cNvPicPr>
            <a:picLocks noChangeAspect="1"/>
          </p:cNvPicPr>
          <p:nvPr/>
        </p:nvPicPr>
        <p:blipFill>
          <a:blip r:embed="rId2"/>
          <a:stretch>
            <a:fillRect/>
          </a:stretch>
        </p:blipFill>
        <p:spPr>
          <a:xfrm>
            <a:off x="5724039" y="1328074"/>
            <a:ext cx="614867" cy="612610"/>
          </a:xfrm>
          <a:prstGeom prst="rect">
            <a:avLst/>
          </a:prstGeom>
        </p:spPr>
      </p:pic>
      <p:pic>
        <p:nvPicPr>
          <p:cNvPr id="11" name="Picture 10" descr="House - Free real estate icons">
            <a:extLst>
              <a:ext uri="{FF2B5EF4-FFF2-40B4-BE49-F238E27FC236}">
                <a16:creationId xmlns:a16="http://schemas.microsoft.com/office/drawing/2014/main" id="{0BA335D6-C38C-EEF7-4024-86CB3FDB1310}"/>
              </a:ext>
            </a:extLst>
          </p:cNvPr>
          <p:cNvPicPr>
            <a:picLocks noChangeAspect="1"/>
          </p:cNvPicPr>
          <p:nvPr/>
        </p:nvPicPr>
        <p:blipFill>
          <a:blip r:embed="rId2"/>
          <a:stretch>
            <a:fillRect/>
          </a:stretch>
        </p:blipFill>
        <p:spPr>
          <a:xfrm>
            <a:off x="7070674" y="1709073"/>
            <a:ext cx="562316" cy="586336"/>
          </a:xfrm>
          <a:prstGeom prst="rect">
            <a:avLst/>
          </a:prstGeom>
        </p:spPr>
      </p:pic>
      <p:pic>
        <p:nvPicPr>
          <p:cNvPr id="12" name="Picture 11" descr="House - Free real estate icons">
            <a:extLst>
              <a:ext uri="{FF2B5EF4-FFF2-40B4-BE49-F238E27FC236}">
                <a16:creationId xmlns:a16="http://schemas.microsoft.com/office/drawing/2014/main" id="{63E3AA1B-AD88-C0A9-40DC-AD5089530E4D}"/>
              </a:ext>
            </a:extLst>
          </p:cNvPr>
          <p:cNvPicPr>
            <a:picLocks noChangeAspect="1"/>
          </p:cNvPicPr>
          <p:nvPr/>
        </p:nvPicPr>
        <p:blipFill>
          <a:blip r:embed="rId2"/>
          <a:stretch>
            <a:fillRect/>
          </a:stretch>
        </p:blipFill>
        <p:spPr>
          <a:xfrm>
            <a:off x="5743746" y="2004675"/>
            <a:ext cx="595161" cy="599474"/>
          </a:xfrm>
          <a:prstGeom prst="rect">
            <a:avLst/>
          </a:prstGeom>
        </p:spPr>
      </p:pic>
      <p:pic>
        <p:nvPicPr>
          <p:cNvPr id="16" name="Picture 15" descr="Slash - Free shapes and symbols icons">
            <a:extLst>
              <a:ext uri="{FF2B5EF4-FFF2-40B4-BE49-F238E27FC236}">
                <a16:creationId xmlns:a16="http://schemas.microsoft.com/office/drawing/2014/main" id="{ADFCA749-B0A6-AECE-0D8C-ABEB0141BB6E}"/>
              </a:ext>
            </a:extLst>
          </p:cNvPr>
          <p:cNvPicPr>
            <a:picLocks noChangeAspect="1"/>
          </p:cNvPicPr>
          <p:nvPr/>
        </p:nvPicPr>
        <p:blipFill>
          <a:blip r:embed="rId3"/>
          <a:srcRect l="23856" t="16009" r="23795" b="17754"/>
          <a:stretch>
            <a:fillRect/>
          </a:stretch>
        </p:blipFill>
        <p:spPr>
          <a:xfrm>
            <a:off x="1188996" y="1553666"/>
            <a:ext cx="620666" cy="757197"/>
          </a:xfrm>
          <a:prstGeom prst="rect">
            <a:avLst/>
          </a:prstGeom>
        </p:spPr>
      </p:pic>
      <p:pic>
        <p:nvPicPr>
          <p:cNvPr id="17" name="Picture 16" descr="Slash - Free shapes and symbols icons">
            <a:extLst>
              <a:ext uri="{FF2B5EF4-FFF2-40B4-BE49-F238E27FC236}">
                <a16:creationId xmlns:a16="http://schemas.microsoft.com/office/drawing/2014/main" id="{64247734-94D4-6460-850C-0F6FFD8B0CB2}"/>
              </a:ext>
            </a:extLst>
          </p:cNvPr>
          <p:cNvPicPr>
            <a:picLocks noChangeAspect="1"/>
          </p:cNvPicPr>
          <p:nvPr/>
        </p:nvPicPr>
        <p:blipFill>
          <a:blip r:embed="rId3"/>
          <a:srcRect l="23856" t="16009" r="23795" b="17754"/>
          <a:stretch>
            <a:fillRect/>
          </a:stretch>
        </p:blipFill>
        <p:spPr>
          <a:xfrm>
            <a:off x="2036392" y="1527390"/>
            <a:ext cx="620666" cy="757197"/>
          </a:xfrm>
          <a:prstGeom prst="rect">
            <a:avLst/>
          </a:prstGeom>
        </p:spPr>
      </p:pic>
      <p:pic>
        <p:nvPicPr>
          <p:cNvPr id="18" name="Picture 17" descr="Sharing Kawaii Lineal color icon | Freepik">
            <a:extLst>
              <a:ext uri="{FF2B5EF4-FFF2-40B4-BE49-F238E27FC236}">
                <a16:creationId xmlns:a16="http://schemas.microsoft.com/office/drawing/2014/main" id="{201AA3AD-695A-1AD4-C183-534EAA5C2782}"/>
              </a:ext>
            </a:extLst>
          </p:cNvPr>
          <p:cNvPicPr>
            <a:picLocks noChangeAspect="1"/>
          </p:cNvPicPr>
          <p:nvPr/>
        </p:nvPicPr>
        <p:blipFill>
          <a:blip r:embed="rId4"/>
          <a:stretch>
            <a:fillRect/>
          </a:stretch>
        </p:blipFill>
        <p:spPr>
          <a:xfrm>
            <a:off x="6344306" y="1575239"/>
            <a:ext cx="705510" cy="725214"/>
          </a:xfrm>
          <a:prstGeom prst="rect">
            <a:avLst/>
          </a:prstGeom>
        </p:spPr>
      </p:pic>
      <p:sp>
        <p:nvSpPr>
          <p:cNvPr id="19" name="TextBox 18">
            <a:extLst>
              <a:ext uri="{FF2B5EF4-FFF2-40B4-BE49-F238E27FC236}">
                <a16:creationId xmlns:a16="http://schemas.microsoft.com/office/drawing/2014/main" id="{AFA1663E-3305-2739-660D-DBCB3AE46ACC}"/>
              </a:ext>
            </a:extLst>
          </p:cNvPr>
          <p:cNvSpPr txBox="1"/>
          <p:nvPr/>
        </p:nvSpPr>
        <p:spPr>
          <a:xfrm>
            <a:off x="213548" y="2503222"/>
            <a:ext cx="385921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t>Individual Houses (Smart Control)</a:t>
            </a:r>
            <a:endParaRPr lang="en-US" b="1"/>
          </a:p>
          <a:p>
            <a:endParaRPr lang="en-GB" b="1"/>
          </a:p>
          <a:p>
            <a:pPr marL="285750" indent="-285750">
              <a:buFont typeface="Arial"/>
              <a:buChar char="•"/>
            </a:pPr>
            <a:r>
              <a:rPr lang="en-GB"/>
              <a:t>Uncoordinated SC</a:t>
            </a:r>
          </a:p>
          <a:p>
            <a:pPr marL="285750" indent="-285750">
              <a:buFont typeface="Arial"/>
              <a:buChar char="•"/>
            </a:pPr>
            <a:endParaRPr lang="en-GB"/>
          </a:p>
          <a:p>
            <a:pPr marL="285750" indent="-285750">
              <a:buFont typeface="Arial"/>
              <a:buChar char="•"/>
            </a:pPr>
            <a:r>
              <a:rPr lang="en-GB"/>
              <a:t>Small Buildings/DHW Tanks (Less Thermal </a:t>
            </a:r>
            <a:r>
              <a:rPr lang="en-GB" err="1"/>
              <a:t>Intertia</a:t>
            </a:r>
            <a:r>
              <a:rPr lang="en-GB"/>
              <a:t>)</a:t>
            </a:r>
          </a:p>
        </p:txBody>
      </p:sp>
      <p:sp>
        <p:nvSpPr>
          <p:cNvPr id="22" name="Rectangle: Rounded Corners 21">
            <a:extLst>
              <a:ext uri="{FF2B5EF4-FFF2-40B4-BE49-F238E27FC236}">
                <a16:creationId xmlns:a16="http://schemas.microsoft.com/office/drawing/2014/main" id="{C5BBF3EB-184B-58E7-0CEF-5E61B946A898}"/>
              </a:ext>
            </a:extLst>
          </p:cNvPr>
          <p:cNvSpPr/>
          <p:nvPr/>
        </p:nvSpPr>
        <p:spPr>
          <a:xfrm>
            <a:off x="5584950" y="2847525"/>
            <a:ext cx="2994453" cy="1432494"/>
          </a:xfrm>
          <a:prstGeom prst="round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sz="2000" b="1">
                <a:solidFill>
                  <a:schemeClr val="bg1"/>
                </a:solidFill>
              </a:rPr>
              <a:t>NPV</a:t>
            </a:r>
            <a:endParaRPr lang="en-US"/>
          </a:p>
          <a:p>
            <a:pPr algn="ctr"/>
            <a:r>
              <a:rPr lang="de-DE" sz="2000" b="1">
                <a:solidFill>
                  <a:schemeClr val="bg1"/>
                </a:solidFill>
              </a:rPr>
              <a:t>+5%</a:t>
            </a:r>
          </a:p>
          <a:p>
            <a:pPr algn="ctr"/>
            <a:endParaRPr lang="de-DE" sz="2000" b="1">
              <a:solidFill>
                <a:srgbClr val="FFFFFF"/>
              </a:solidFill>
            </a:endParaRPr>
          </a:p>
          <a:p>
            <a:pPr algn="ctr"/>
            <a:endParaRPr lang="de-DE" sz="2000" b="1"/>
          </a:p>
        </p:txBody>
      </p:sp>
      <p:sp>
        <p:nvSpPr>
          <p:cNvPr id="24" name="Rectangle: Rounded Corners 23">
            <a:extLst>
              <a:ext uri="{FF2B5EF4-FFF2-40B4-BE49-F238E27FC236}">
                <a16:creationId xmlns:a16="http://schemas.microsoft.com/office/drawing/2014/main" id="{BC1F074B-B818-1198-95B7-EED059CFCF2A}"/>
              </a:ext>
            </a:extLst>
          </p:cNvPr>
          <p:cNvSpPr/>
          <p:nvPr/>
        </p:nvSpPr>
        <p:spPr>
          <a:xfrm>
            <a:off x="8703248" y="2849867"/>
            <a:ext cx="3368742" cy="1417762"/>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sz="2000" b="1">
                <a:solidFill>
                  <a:schemeClr val="tx1"/>
                </a:solidFill>
              </a:rPr>
              <a:t>XX</a:t>
            </a:r>
          </a:p>
          <a:p>
            <a:pPr algn="ctr"/>
            <a:r>
              <a:rPr lang="de-DE" sz="2000" b="1">
                <a:solidFill>
                  <a:schemeClr val="tx1"/>
                </a:solidFill>
              </a:rPr>
              <a:t>+X% </a:t>
            </a:r>
            <a:r>
              <a:rPr lang="de-DE" sz="2000" err="1">
                <a:solidFill>
                  <a:schemeClr val="tx1"/>
                </a:solidFill>
              </a:rPr>
              <a:t>Increase</a:t>
            </a:r>
            <a:endParaRPr lang="de-DE" sz="2000">
              <a:solidFill>
                <a:schemeClr val="tx1"/>
              </a:solidFill>
            </a:endParaRPr>
          </a:p>
          <a:p>
            <a:pPr algn="ctr"/>
            <a:endParaRPr lang="de-DE" sz="2000" b="1"/>
          </a:p>
          <a:p>
            <a:pPr algn="ctr"/>
            <a:endParaRPr lang="de-DE" sz="2000" b="1"/>
          </a:p>
        </p:txBody>
      </p:sp>
      <p:sp>
        <p:nvSpPr>
          <p:cNvPr id="37" name="TextBox 36">
            <a:extLst>
              <a:ext uri="{FF2B5EF4-FFF2-40B4-BE49-F238E27FC236}">
                <a16:creationId xmlns:a16="http://schemas.microsoft.com/office/drawing/2014/main" id="{27671E60-F756-1416-4FE8-51A1D62DD57E}"/>
              </a:ext>
            </a:extLst>
          </p:cNvPr>
          <p:cNvSpPr txBox="1"/>
          <p:nvPr/>
        </p:nvSpPr>
        <p:spPr>
          <a:xfrm>
            <a:off x="7764071" y="1249661"/>
            <a:ext cx="4315809"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t>Smart Energy Community</a:t>
            </a:r>
          </a:p>
          <a:p>
            <a:pPr marL="285750" indent="-285750">
              <a:buFont typeface="Arial"/>
              <a:buChar char="•"/>
            </a:pPr>
            <a:r>
              <a:rPr lang="en-GB"/>
              <a:t>Shared PV Self-Consumption</a:t>
            </a:r>
          </a:p>
          <a:p>
            <a:pPr marL="285750" indent="-285750">
              <a:buFont typeface="Arial"/>
              <a:buChar char="•"/>
            </a:pPr>
            <a:r>
              <a:rPr lang="en-GB"/>
              <a:t>More Thermal Inertia</a:t>
            </a:r>
          </a:p>
          <a:p>
            <a:pPr marL="742950" lvl="1" indent="-285750">
              <a:buFont typeface="Courier New"/>
              <a:buChar char="o"/>
            </a:pPr>
            <a:r>
              <a:rPr lang="en-GB"/>
              <a:t>66% Larger Tank</a:t>
            </a:r>
          </a:p>
          <a:p>
            <a:pPr marL="742950" lvl="1" indent="-285750">
              <a:buFont typeface="Courier New"/>
              <a:buChar char="o"/>
            </a:pPr>
            <a:r>
              <a:rPr lang="en-GB"/>
              <a:t>Larger Building (</a:t>
            </a:r>
            <a:r>
              <a:rPr lang="en-GB" i="1"/>
              <a:t>Unrealistic</a:t>
            </a:r>
            <a:r>
              <a:rPr lang="en-GB"/>
              <a:t>)</a:t>
            </a:r>
          </a:p>
        </p:txBody>
      </p:sp>
      <p:pic>
        <p:nvPicPr>
          <p:cNvPr id="38" name="Picture 37" descr="Solar panel - Free technology icons">
            <a:extLst>
              <a:ext uri="{FF2B5EF4-FFF2-40B4-BE49-F238E27FC236}">
                <a16:creationId xmlns:a16="http://schemas.microsoft.com/office/drawing/2014/main" id="{E471BEF6-D8C2-6101-DC81-669594310D2D}"/>
              </a:ext>
            </a:extLst>
          </p:cNvPr>
          <p:cNvPicPr>
            <a:picLocks noChangeAspect="1"/>
          </p:cNvPicPr>
          <p:nvPr/>
        </p:nvPicPr>
        <p:blipFill>
          <a:blip r:embed="rId5"/>
          <a:stretch>
            <a:fillRect/>
          </a:stretch>
        </p:blipFill>
        <p:spPr>
          <a:xfrm>
            <a:off x="2954720" y="1463343"/>
            <a:ext cx="363922" cy="377506"/>
          </a:xfrm>
          <a:prstGeom prst="rect">
            <a:avLst/>
          </a:prstGeom>
        </p:spPr>
      </p:pic>
      <p:pic>
        <p:nvPicPr>
          <p:cNvPr id="39" name="Picture 38" descr="Ev Phatplus Lineal Color icon | Freepik">
            <a:extLst>
              <a:ext uri="{FF2B5EF4-FFF2-40B4-BE49-F238E27FC236}">
                <a16:creationId xmlns:a16="http://schemas.microsoft.com/office/drawing/2014/main" id="{72AA7007-D2EC-68E0-5E29-71F3EE79099A}"/>
              </a:ext>
            </a:extLst>
          </p:cNvPr>
          <p:cNvPicPr>
            <a:picLocks noChangeAspect="1"/>
          </p:cNvPicPr>
          <p:nvPr/>
        </p:nvPicPr>
        <p:blipFill>
          <a:blip r:embed="rId6"/>
          <a:stretch>
            <a:fillRect/>
          </a:stretch>
        </p:blipFill>
        <p:spPr>
          <a:xfrm>
            <a:off x="1831427" y="1391082"/>
            <a:ext cx="409905" cy="430059"/>
          </a:xfrm>
          <a:prstGeom prst="rect">
            <a:avLst/>
          </a:prstGeom>
        </p:spPr>
      </p:pic>
      <p:pic>
        <p:nvPicPr>
          <p:cNvPr id="40" name="Picture 39" descr="Solar panel - Free technology icons">
            <a:extLst>
              <a:ext uri="{FF2B5EF4-FFF2-40B4-BE49-F238E27FC236}">
                <a16:creationId xmlns:a16="http://schemas.microsoft.com/office/drawing/2014/main" id="{18EF414E-2948-A68F-0E1A-207697C7528C}"/>
              </a:ext>
            </a:extLst>
          </p:cNvPr>
          <p:cNvPicPr>
            <a:picLocks noChangeAspect="1"/>
          </p:cNvPicPr>
          <p:nvPr/>
        </p:nvPicPr>
        <p:blipFill>
          <a:blip r:embed="rId5"/>
          <a:stretch>
            <a:fillRect/>
          </a:stretch>
        </p:blipFill>
        <p:spPr>
          <a:xfrm>
            <a:off x="543910" y="1929738"/>
            <a:ext cx="363922" cy="377506"/>
          </a:xfrm>
          <a:prstGeom prst="rect">
            <a:avLst/>
          </a:prstGeom>
        </p:spPr>
      </p:pic>
      <p:pic>
        <p:nvPicPr>
          <p:cNvPr id="41" name="Picture 40" descr="Ev Phatplus Lineal Color icon | Freepik">
            <a:extLst>
              <a:ext uri="{FF2B5EF4-FFF2-40B4-BE49-F238E27FC236}">
                <a16:creationId xmlns:a16="http://schemas.microsoft.com/office/drawing/2014/main" id="{952EC75E-AB4A-8DBA-3322-A025A204A9A7}"/>
              </a:ext>
            </a:extLst>
          </p:cNvPr>
          <p:cNvPicPr>
            <a:picLocks noChangeAspect="1"/>
          </p:cNvPicPr>
          <p:nvPr/>
        </p:nvPicPr>
        <p:blipFill>
          <a:blip r:embed="rId6"/>
          <a:stretch>
            <a:fillRect/>
          </a:stretch>
        </p:blipFill>
        <p:spPr>
          <a:xfrm>
            <a:off x="6948651" y="1305908"/>
            <a:ext cx="409905" cy="455889"/>
          </a:xfrm>
          <a:prstGeom prst="rect">
            <a:avLst/>
          </a:prstGeom>
        </p:spPr>
      </p:pic>
      <p:pic>
        <p:nvPicPr>
          <p:cNvPr id="42" name="Picture 41" descr="Solar panel - Free technology icons">
            <a:extLst>
              <a:ext uri="{FF2B5EF4-FFF2-40B4-BE49-F238E27FC236}">
                <a16:creationId xmlns:a16="http://schemas.microsoft.com/office/drawing/2014/main" id="{7B59746A-D0D7-D607-DA37-85B5021FB8EB}"/>
              </a:ext>
            </a:extLst>
          </p:cNvPr>
          <p:cNvPicPr>
            <a:picLocks noChangeAspect="1"/>
          </p:cNvPicPr>
          <p:nvPr/>
        </p:nvPicPr>
        <p:blipFill>
          <a:blip r:embed="rId5"/>
          <a:stretch>
            <a:fillRect/>
          </a:stretch>
        </p:blipFill>
        <p:spPr>
          <a:xfrm>
            <a:off x="6311461" y="1246790"/>
            <a:ext cx="363922" cy="403336"/>
          </a:xfrm>
          <a:prstGeom prst="rect">
            <a:avLst/>
          </a:prstGeom>
        </p:spPr>
      </p:pic>
      <p:pic>
        <p:nvPicPr>
          <p:cNvPr id="43" name="Picture 42" descr="Solar panel - Free technology icons">
            <a:extLst>
              <a:ext uri="{FF2B5EF4-FFF2-40B4-BE49-F238E27FC236}">
                <a16:creationId xmlns:a16="http://schemas.microsoft.com/office/drawing/2014/main" id="{AFC53E4C-864B-7DD9-08CA-E9D29D75F2E7}"/>
              </a:ext>
            </a:extLst>
          </p:cNvPr>
          <p:cNvPicPr>
            <a:picLocks noChangeAspect="1"/>
          </p:cNvPicPr>
          <p:nvPr/>
        </p:nvPicPr>
        <p:blipFill>
          <a:blip r:embed="rId5"/>
          <a:stretch>
            <a:fillRect/>
          </a:stretch>
        </p:blipFill>
        <p:spPr>
          <a:xfrm>
            <a:off x="6712169" y="2297823"/>
            <a:ext cx="363922" cy="403336"/>
          </a:xfrm>
          <a:prstGeom prst="rect">
            <a:avLst/>
          </a:prstGeom>
        </p:spPr>
      </p:pic>
      <p:pic>
        <p:nvPicPr>
          <p:cNvPr id="46" name="Picture 45" descr="Right arrow Basic Rounded Filled icon | Freepik">
            <a:extLst>
              <a:ext uri="{FF2B5EF4-FFF2-40B4-BE49-F238E27FC236}">
                <a16:creationId xmlns:a16="http://schemas.microsoft.com/office/drawing/2014/main" id="{7B202598-E266-1327-816A-0E44F828624D}"/>
              </a:ext>
            </a:extLst>
          </p:cNvPr>
          <p:cNvPicPr>
            <a:picLocks noChangeAspect="1"/>
          </p:cNvPicPr>
          <p:nvPr/>
        </p:nvPicPr>
        <p:blipFill>
          <a:blip r:embed="rId7"/>
          <a:stretch>
            <a:fillRect/>
          </a:stretch>
        </p:blipFill>
        <p:spPr>
          <a:xfrm>
            <a:off x="4187682" y="2258409"/>
            <a:ext cx="1303283" cy="1290146"/>
          </a:xfrm>
          <a:prstGeom prst="rect">
            <a:avLst/>
          </a:prstGeom>
        </p:spPr>
      </p:pic>
      <p:sp>
        <p:nvSpPr>
          <p:cNvPr id="14" name="Rectangle: Rounded Corners 13">
            <a:extLst>
              <a:ext uri="{FF2B5EF4-FFF2-40B4-BE49-F238E27FC236}">
                <a16:creationId xmlns:a16="http://schemas.microsoft.com/office/drawing/2014/main" id="{E6A683A6-AD6D-62C4-22F3-C7A02C331490}"/>
              </a:ext>
            </a:extLst>
          </p:cNvPr>
          <p:cNvSpPr/>
          <p:nvPr/>
        </p:nvSpPr>
        <p:spPr>
          <a:xfrm>
            <a:off x="7168561" y="46610"/>
            <a:ext cx="5151750" cy="1190746"/>
          </a:xfrm>
          <a:prstGeom prst="roundRect">
            <a:avLst/>
          </a:prstGeom>
          <a:solidFill>
            <a:srgbClr val="0029ED"/>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sz="4000" b="1"/>
              <a:t>Smart Homes Vs. Smart Community</a:t>
            </a:r>
          </a:p>
        </p:txBody>
      </p:sp>
      <p:sp>
        <p:nvSpPr>
          <p:cNvPr id="4" name="Slide Number Placeholder 3">
            <a:extLst>
              <a:ext uri="{FF2B5EF4-FFF2-40B4-BE49-F238E27FC236}">
                <a16:creationId xmlns:a16="http://schemas.microsoft.com/office/drawing/2014/main" id="{59EE8F6B-474A-F9CB-7092-44EA7872985E}"/>
              </a:ext>
            </a:extLst>
          </p:cNvPr>
          <p:cNvSpPr>
            <a:spLocks noGrp="1"/>
          </p:cNvSpPr>
          <p:nvPr>
            <p:ph type="sldNum" sz="quarter" idx="12"/>
          </p:nvPr>
        </p:nvSpPr>
        <p:spPr/>
        <p:txBody>
          <a:bodyPr/>
          <a:lstStyle/>
          <a:p>
            <a:fld id="{B716C8F4-20CD-364A-8A8E-DE130115B178}" type="slidenum">
              <a:rPr lang="sv-SE" smtClean="0"/>
              <a:t>28</a:t>
            </a:fld>
            <a:endParaRPr lang="sv-SE"/>
          </a:p>
        </p:txBody>
      </p:sp>
    </p:spTree>
    <p:extLst>
      <p:ext uri="{BB962C8B-B14F-4D97-AF65-F5344CB8AC3E}">
        <p14:creationId xmlns:p14="http://schemas.microsoft.com/office/powerpoint/2010/main" val="2499878178"/>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PPT figtree 240110.pptx" id="{726D191D-1F41-4900-984B-7C96B01E2C19}" vid="{8D379FE5-4B72-4EDF-9880-68D6B465F573}"/>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4789026152694A8ADBFB64A3DEF8D3" ma:contentTypeVersion="4" ma:contentTypeDescription="Create a new document." ma:contentTypeScope="" ma:versionID="e45950dd19971d727dee08e9afd59660">
  <xsd:schema xmlns:xsd="http://www.w3.org/2001/XMLSchema" xmlns:xs="http://www.w3.org/2001/XMLSchema" xmlns:p="http://schemas.microsoft.com/office/2006/metadata/properties" xmlns:ns2="4115e1da-3f65-45a4-b4c2-0bec33cf021f" xmlns:ns3="5cba28c0-a866-4240-81c2-3ce50963478d" targetNamespace="http://schemas.microsoft.com/office/2006/metadata/properties" ma:root="true" ma:fieldsID="dad8702d5b487cf2ae11e63f994c67b2" ns2:_="" ns3:_="">
    <xsd:import namespace="4115e1da-3f65-45a4-b4c2-0bec33cf021f"/>
    <xsd:import namespace="5cba28c0-a866-4240-81c2-3ce50963478d"/>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115e1da-3f65-45a4-b4c2-0bec33cf021f"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5cba28c0-a866-4240-81c2-3ce50963478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_dlc_DocId xmlns="4115e1da-3f65-45a4-b4c2-0bec33cf021f">3NPU4AMNSMUR-960428013-26</_dlc_DocId>
    <_dlc_DocIdUrl xmlns="4115e1da-3f65-45a4-b4c2-0bec33cf021f">
      <Url>https://kth.sharepoint.com/sites/kth_assets/_layouts/15/DocIdRedir.aspx?ID=3NPU4AMNSMUR-960428013-26</Url>
      <Description>3NPU4AMNSMUR-960428013-26</Description>
    </_dlc_DocIdUrl>
  </documentManagement>
</p:properties>
</file>

<file path=customXml/itemProps1.xml><?xml version="1.0" encoding="utf-8"?>
<ds:datastoreItem xmlns:ds="http://schemas.openxmlformats.org/officeDocument/2006/customXml" ds:itemID="{7506411C-19B5-4A2A-A6F2-5B5CC45A5257}">
  <ds:schemaRefs>
    <ds:schemaRef ds:uri="4115e1da-3f65-45a4-b4c2-0bec33cf021f"/>
    <ds:schemaRef ds:uri="5cba28c0-a866-4240-81c2-3ce50963478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1B69481-68CA-4555-A5F4-24D7A94B0B08}">
  <ds:schemaRefs>
    <ds:schemaRef ds:uri="http://schemas.microsoft.com/sharepoint/events"/>
  </ds:schemaRefs>
</ds:datastoreItem>
</file>

<file path=customXml/itemProps3.xml><?xml version="1.0" encoding="utf-8"?>
<ds:datastoreItem xmlns:ds="http://schemas.openxmlformats.org/officeDocument/2006/customXml" ds:itemID="{0855E8CF-26DF-4595-BEB9-70D0EC1935AB}">
  <ds:schemaRefs>
    <ds:schemaRef ds:uri="http://schemas.microsoft.com/sharepoint/v3/contenttype/forms"/>
  </ds:schemaRefs>
</ds:datastoreItem>
</file>

<file path=customXml/itemProps4.xml><?xml version="1.0" encoding="utf-8"?>
<ds:datastoreItem xmlns:ds="http://schemas.openxmlformats.org/officeDocument/2006/customXml" ds:itemID="{CC3910EE-3003-43A5-84D6-7F3C9E61144E}">
  <ds:schemaRefs>
    <ds:schemaRef ds:uri="4115e1da-3f65-45a4-b4c2-0bec33cf021f"/>
    <ds:schemaRef ds:uri="5cba28c0-a866-4240-81c2-3ce50963478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Office-tema</Template>
  <Application>Microsoft Office PowerPoint</Application>
  <PresentationFormat>Widescreen</PresentationFormat>
  <Slides>29</Slides>
  <Notes>19</Notes>
  <HiddenSlides>13</HiddenSlide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Office-tema</vt:lpstr>
      <vt:lpstr>Smart Cities – Group 12</vt:lpstr>
      <vt:lpstr>PowerPoint Presentation</vt:lpstr>
      <vt:lpstr>Smart Buildings and Communities</vt:lpstr>
      <vt:lpstr>E &amp; C – Levels Analysis</vt:lpstr>
      <vt:lpstr>Optimising House 1012:</vt:lpstr>
      <vt:lpstr>Optimising House 1012:</vt:lpstr>
      <vt:lpstr>Optimising House 1012: </vt:lpstr>
      <vt:lpstr>Optimising House 1001:</vt:lpstr>
      <vt:lpstr>Smart Controller Deployment:</vt:lpstr>
      <vt:lpstr>A – level analysis</vt:lpstr>
      <vt:lpstr>Energy Community</vt:lpstr>
      <vt:lpstr>Energy Community</vt:lpstr>
      <vt:lpstr>Results and conclusion</vt:lpstr>
      <vt:lpstr>Results and Conclusions</vt:lpstr>
      <vt:lpstr>PowerPoint Presentation</vt:lpstr>
      <vt:lpstr>Thank you</vt:lpstr>
      <vt:lpstr>Backup Slides</vt:lpstr>
      <vt:lpstr>The Price Analysis – Price Arbitrage for the HP</vt:lpstr>
      <vt:lpstr>Individual controllers</vt:lpstr>
      <vt:lpstr>Combined Controller:</vt:lpstr>
      <vt:lpstr>Combined controller</vt:lpstr>
      <vt:lpstr>Individual controllers</vt:lpstr>
      <vt:lpstr>Combined Controller</vt:lpstr>
      <vt:lpstr>Combined Strategy</vt:lpstr>
      <vt:lpstr>Combined Strategy</vt:lpstr>
      <vt:lpstr>Energy Community</vt:lpstr>
      <vt:lpstr>Energy Community</vt:lpstr>
      <vt:lpstr>Energy Community</vt:lpstr>
      <vt:lpstr>Energy Community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Michelangelo Inzerilli</dc:creator>
  <cp:revision>1</cp:revision>
  <dcterms:created xsi:type="dcterms:W3CDTF">2025-10-29T17:27:58Z</dcterms:created>
  <dcterms:modified xsi:type="dcterms:W3CDTF">2025-12-09T17:44:40Z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0x010100454789026152694A8ADBFB64A3DEF8D3</vt:lpwstr>
  </property>
  <property fmtid="{D5CDD505-2E9C-101B-9397-08002B2CF9AE}" pid="3" name="_dlc_DocIdItemGuid">
    <vt:lpwstr>727452b2-8c07-49fa-9c22-9c1873a3a1f2</vt:lpwstr>
  </property>
</Properties>
</file>